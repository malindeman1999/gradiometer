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cc5b4c7c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cc5b4c7c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c5b4c7c9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c5b4c7c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bcc5b4c7c9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bcc5b4c7c9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Correlation functions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 m Gradiometer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2936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8975" y="2571750"/>
            <a:ext cx="5591399" cy="2186707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9051" y="146979"/>
            <a:ext cx="5059951" cy="234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100 km Gradiometer</a:t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1819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6800" y="112025"/>
            <a:ext cx="5200101" cy="2375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52376" y="2571750"/>
            <a:ext cx="5811625" cy="21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Conclusions	</a:t>
            </a:r>
            <a:endParaRPr/>
          </a:p>
        </p:txBody>
      </p:sp>
      <p:sp>
        <p:nvSpPr>
          <p:cNvPr id="77" name="Google Shape;77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Samples of more than 1 second are well into the uncorrelated regime for 10 m and 100 km designs of gradiomenter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However, without the gradiometer the solar wind is correlated upto 100 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I’m not </a:t>
            </a:r>
            <a:r>
              <a:rPr lang="en"/>
              <a:t>exactly</a:t>
            </a:r>
            <a:r>
              <a:rPr lang="en"/>
              <a:t> sure why the two </a:t>
            </a:r>
            <a:r>
              <a:rPr lang="en"/>
              <a:t>calculations</a:t>
            </a:r>
            <a:r>
              <a:rPr lang="en"/>
              <a:t> of correlation of the (blue) solar wind only differ so much.  It is likely because correlation is not well defined for a power law so </a:t>
            </a:r>
            <a:r>
              <a:rPr lang="en"/>
              <a:t>difference</a:t>
            </a:r>
            <a:r>
              <a:rPr lang="en"/>
              <a:t> in sample window greatly affect the result.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