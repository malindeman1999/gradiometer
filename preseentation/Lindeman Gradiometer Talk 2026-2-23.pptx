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44"/>
  </p:notesMasterIdLst>
  <p:sldIdLst>
    <p:sldId id="256" r:id="rId3"/>
    <p:sldId id="5492" r:id="rId4"/>
    <p:sldId id="5443" r:id="rId5"/>
    <p:sldId id="5444" r:id="rId6"/>
    <p:sldId id="5493" r:id="rId7"/>
    <p:sldId id="5484" r:id="rId8"/>
    <p:sldId id="5378" r:id="rId9"/>
    <p:sldId id="5435" r:id="rId10"/>
    <p:sldId id="5382" r:id="rId11"/>
    <p:sldId id="5372" r:id="rId12"/>
    <p:sldId id="5471" r:id="rId13"/>
    <p:sldId id="5480" r:id="rId14"/>
    <p:sldId id="5438" r:id="rId15"/>
    <p:sldId id="5466" r:id="rId16"/>
    <p:sldId id="5482" r:id="rId17"/>
    <p:sldId id="5486" r:id="rId18"/>
    <p:sldId id="5487" r:id="rId19"/>
    <p:sldId id="5465" r:id="rId20"/>
    <p:sldId id="5479" r:id="rId21"/>
    <p:sldId id="5490" r:id="rId22"/>
    <p:sldId id="5461" r:id="rId23"/>
    <p:sldId id="5453" r:id="rId24"/>
    <p:sldId id="5455" r:id="rId25"/>
    <p:sldId id="5488" r:id="rId26"/>
    <p:sldId id="5437" r:id="rId27"/>
    <p:sldId id="5462" r:id="rId28"/>
    <p:sldId id="5464" r:id="rId29"/>
    <p:sldId id="5485" r:id="rId30"/>
    <p:sldId id="5491" r:id="rId31"/>
    <p:sldId id="5430" r:id="rId32"/>
    <p:sldId id="5450" r:id="rId33"/>
    <p:sldId id="5439" r:id="rId34"/>
    <p:sldId id="5449" r:id="rId35"/>
    <p:sldId id="5391" r:id="rId36"/>
    <p:sldId id="4333" r:id="rId37"/>
    <p:sldId id="5457" r:id="rId38"/>
    <p:sldId id="5434" r:id="rId39"/>
    <p:sldId id="5458" r:id="rId40"/>
    <p:sldId id="5436" r:id="rId41"/>
    <p:sldId id="5473" r:id="rId42"/>
    <p:sldId id="549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9225"/>
    <a:srgbClr val="0000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058B6-E5AE-4A44-A9A8-6CFA64E31CAA}" v="73" dt="2026-02-20T02:23:39.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724" autoAdjust="0"/>
  </p:normalViewPr>
  <p:slideViewPr>
    <p:cSldViewPr snapToGrid="0">
      <p:cViewPr varScale="1">
        <p:scale>
          <a:sx n="150" d="100"/>
          <a:sy n="150" d="100"/>
        </p:scale>
        <p:origin x="3894"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8" d="100"/>
        <a:sy n="98"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deman, Mark A (US 365H)" userId="3688c61a-c847-421f-97e7-31f196fb4491" providerId="ADAL" clId="{216A9E4E-1227-49C0-8A78-42279DBF0FD8}"/>
    <pc:docChg chg="undo custSel addSld delSld modSld sldOrd">
      <pc:chgData name="Lindeman, Mark A (US 365H)" userId="3688c61a-c847-421f-97e7-31f196fb4491" providerId="ADAL" clId="{216A9E4E-1227-49C0-8A78-42279DBF0FD8}" dt="2026-02-20T02:31:02.902" v="6245" actId="14100"/>
      <pc:docMkLst>
        <pc:docMk/>
      </pc:docMkLst>
      <pc:sldChg chg="modSp mod">
        <pc:chgData name="Lindeman, Mark A (US 365H)" userId="3688c61a-c847-421f-97e7-31f196fb4491" providerId="ADAL" clId="{216A9E4E-1227-49C0-8A78-42279DBF0FD8}" dt="2026-02-18T00:56:38.830" v="1779" actId="20577"/>
        <pc:sldMkLst>
          <pc:docMk/>
          <pc:sldMk cId="48493288" sldId="256"/>
        </pc:sldMkLst>
        <pc:spChg chg="mod">
          <ac:chgData name="Lindeman, Mark A (US 365H)" userId="3688c61a-c847-421f-97e7-31f196fb4491" providerId="ADAL" clId="{216A9E4E-1227-49C0-8A78-42279DBF0FD8}" dt="2026-02-18T00:56:38.830" v="1779" actId="20577"/>
          <ac:spMkLst>
            <pc:docMk/>
            <pc:sldMk cId="48493288" sldId="256"/>
            <ac:spMk id="3" creationId="{10265F02-CD8B-4B53-96E8-87EC2D7ACC91}"/>
          </ac:spMkLst>
        </pc:spChg>
      </pc:sldChg>
      <pc:sldChg chg="ord">
        <pc:chgData name="Lindeman, Mark A (US 365H)" userId="3688c61a-c847-421f-97e7-31f196fb4491" providerId="ADAL" clId="{216A9E4E-1227-49C0-8A78-42279DBF0FD8}" dt="2026-02-19T00:34:19.489" v="2751"/>
        <pc:sldMkLst>
          <pc:docMk/>
          <pc:sldMk cId="293856973" sldId="4333"/>
        </pc:sldMkLst>
      </pc:sldChg>
      <pc:sldChg chg="addSp delSp modSp del mod ord">
        <pc:chgData name="Lindeman, Mark A (US 365H)" userId="3688c61a-c847-421f-97e7-31f196fb4491" providerId="ADAL" clId="{216A9E4E-1227-49C0-8A78-42279DBF0FD8}" dt="2026-02-19T23:21:56.921" v="4760" actId="47"/>
        <pc:sldMkLst>
          <pc:docMk/>
          <pc:sldMk cId="3592174172" sldId="5425"/>
        </pc:sldMkLst>
        <pc:spChg chg="mod">
          <ac:chgData name="Lindeman, Mark A (US 365H)" userId="3688c61a-c847-421f-97e7-31f196fb4491" providerId="ADAL" clId="{216A9E4E-1227-49C0-8A78-42279DBF0FD8}" dt="2026-02-19T20:50:21.504" v="3963" actId="6549"/>
          <ac:spMkLst>
            <pc:docMk/>
            <pc:sldMk cId="3592174172" sldId="5425"/>
            <ac:spMk id="2" creationId="{9446F3DE-0E36-5E94-624C-5DCEA323B5D6}"/>
          </ac:spMkLst>
        </pc:spChg>
        <pc:spChg chg="add mod">
          <ac:chgData name="Lindeman, Mark A (US 365H)" userId="3688c61a-c847-421f-97e7-31f196fb4491" providerId="ADAL" clId="{216A9E4E-1227-49C0-8A78-42279DBF0FD8}" dt="2026-02-19T23:17:12.683" v="4562" actId="313"/>
          <ac:spMkLst>
            <pc:docMk/>
            <pc:sldMk cId="3592174172" sldId="5425"/>
            <ac:spMk id="22" creationId="{39C6CC34-FB68-027D-26C9-EA7017F6EB88}"/>
          </ac:spMkLst>
        </pc:spChg>
        <pc:cxnChg chg="add mod">
          <ac:chgData name="Lindeman, Mark A (US 365H)" userId="3688c61a-c847-421f-97e7-31f196fb4491" providerId="ADAL" clId="{216A9E4E-1227-49C0-8A78-42279DBF0FD8}" dt="2026-02-19T23:17:08.171" v="4561" actId="14100"/>
          <ac:cxnSpMkLst>
            <pc:docMk/>
            <pc:sldMk cId="3592174172" sldId="5425"/>
            <ac:cxnSpMk id="25" creationId="{A914BFD8-CD0D-C955-4C2A-00C9E404AE3F}"/>
          </ac:cxnSpMkLst>
        </pc:cxnChg>
      </pc:sldChg>
      <pc:sldChg chg="ord">
        <pc:chgData name="Lindeman, Mark A (US 365H)" userId="3688c61a-c847-421f-97e7-31f196fb4491" providerId="ADAL" clId="{216A9E4E-1227-49C0-8A78-42279DBF0FD8}" dt="2026-02-19T20:33:42.822" v="3794"/>
        <pc:sldMkLst>
          <pc:docMk/>
          <pc:sldMk cId="3914574142" sldId="5436"/>
        </pc:sldMkLst>
      </pc:sldChg>
      <pc:sldChg chg="modSp mod">
        <pc:chgData name="Lindeman, Mark A (US 365H)" userId="3688c61a-c847-421f-97e7-31f196fb4491" providerId="ADAL" clId="{216A9E4E-1227-49C0-8A78-42279DBF0FD8}" dt="2026-02-18T01:19:40.981" v="2720" actId="20577"/>
        <pc:sldMkLst>
          <pc:docMk/>
          <pc:sldMk cId="3926857421" sldId="5437"/>
        </pc:sldMkLst>
        <pc:spChg chg="mod">
          <ac:chgData name="Lindeman, Mark A (US 365H)" userId="3688c61a-c847-421f-97e7-31f196fb4491" providerId="ADAL" clId="{216A9E4E-1227-49C0-8A78-42279DBF0FD8}" dt="2026-02-18T01:19:40.981" v="2720" actId="20577"/>
          <ac:spMkLst>
            <pc:docMk/>
            <pc:sldMk cId="3926857421" sldId="5437"/>
            <ac:spMk id="5" creationId="{5E457B39-1DE7-C131-5CA0-AFAC4B6DC931}"/>
          </ac:spMkLst>
        </pc:spChg>
      </pc:sldChg>
      <pc:sldChg chg="ord">
        <pc:chgData name="Lindeman, Mark A (US 365H)" userId="3688c61a-c847-421f-97e7-31f196fb4491" providerId="ADAL" clId="{216A9E4E-1227-49C0-8A78-42279DBF0FD8}" dt="2026-02-19T00:38:45.687" v="2778"/>
        <pc:sldMkLst>
          <pc:docMk/>
          <pc:sldMk cId="2838111579" sldId="5438"/>
        </pc:sldMkLst>
      </pc:sldChg>
      <pc:sldChg chg="modSp mod">
        <pc:chgData name="Lindeman, Mark A (US 365H)" userId="3688c61a-c847-421f-97e7-31f196fb4491" providerId="ADAL" clId="{216A9E4E-1227-49C0-8A78-42279DBF0FD8}" dt="2026-02-19T00:35:45.976" v="2772" actId="20577"/>
        <pc:sldMkLst>
          <pc:docMk/>
          <pc:sldMk cId="3963136787" sldId="5443"/>
        </pc:sldMkLst>
        <pc:spChg chg="mod">
          <ac:chgData name="Lindeman, Mark A (US 365H)" userId="3688c61a-c847-421f-97e7-31f196fb4491" providerId="ADAL" clId="{216A9E4E-1227-49C0-8A78-42279DBF0FD8}" dt="2026-02-19T00:35:45.976" v="2772" actId="20577"/>
          <ac:spMkLst>
            <pc:docMk/>
            <pc:sldMk cId="3963136787" sldId="5443"/>
            <ac:spMk id="8" creationId="{E7650A7F-5104-8BEF-84BE-074781D127C3}"/>
          </ac:spMkLst>
        </pc:spChg>
      </pc:sldChg>
      <pc:sldChg chg="ord">
        <pc:chgData name="Lindeman, Mark A (US 365H)" userId="3688c61a-c847-421f-97e7-31f196fb4491" providerId="ADAL" clId="{216A9E4E-1227-49C0-8A78-42279DBF0FD8}" dt="2026-02-20T02:19:05.076" v="6039"/>
        <pc:sldMkLst>
          <pc:docMk/>
          <pc:sldMk cId="660767352" sldId="5444"/>
        </pc:sldMkLst>
      </pc:sldChg>
      <pc:sldChg chg="ord">
        <pc:chgData name="Lindeman, Mark A (US 365H)" userId="3688c61a-c847-421f-97e7-31f196fb4491" providerId="ADAL" clId="{216A9E4E-1227-49C0-8A78-42279DBF0FD8}" dt="2026-02-19T00:39:03.757" v="2782"/>
        <pc:sldMkLst>
          <pc:docMk/>
          <pc:sldMk cId="1613052629" sldId="5453"/>
        </pc:sldMkLst>
      </pc:sldChg>
      <pc:sldChg chg="ord">
        <pc:chgData name="Lindeman, Mark A (US 365H)" userId="3688c61a-c847-421f-97e7-31f196fb4491" providerId="ADAL" clId="{216A9E4E-1227-49C0-8A78-42279DBF0FD8}" dt="2026-02-19T00:39:03.757" v="2782"/>
        <pc:sldMkLst>
          <pc:docMk/>
          <pc:sldMk cId="1140926330" sldId="5455"/>
        </pc:sldMkLst>
      </pc:sldChg>
      <pc:sldChg chg="ord">
        <pc:chgData name="Lindeman, Mark A (US 365H)" userId="3688c61a-c847-421f-97e7-31f196fb4491" providerId="ADAL" clId="{216A9E4E-1227-49C0-8A78-42279DBF0FD8}" dt="2026-02-19T00:36:08.891" v="2774"/>
        <pc:sldMkLst>
          <pc:docMk/>
          <pc:sldMk cId="636459251" sldId="5459"/>
        </pc:sldMkLst>
      </pc:sldChg>
      <pc:sldChg chg="modSp mod ord">
        <pc:chgData name="Lindeman, Mark A (US 365H)" userId="3688c61a-c847-421f-97e7-31f196fb4491" providerId="ADAL" clId="{216A9E4E-1227-49C0-8A78-42279DBF0FD8}" dt="2026-02-19T00:39:03.757" v="2782"/>
        <pc:sldMkLst>
          <pc:docMk/>
          <pc:sldMk cId="118161592" sldId="5461"/>
        </pc:sldMkLst>
        <pc:spChg chg="mod">
          <ac:chgData name="Lindeman, Mark A (US 365H)" userId="3688c61a-c847-421f-97e7-31f196fb4491" providerId="ADAL" clId="{216A9E4E-1227-49C0-8A78-42279DBF0FD8}" dt="2026-02-13T18:44:05.147" v="2" actId="20577"/>
          <ac:spMkLst>
            <pc:docMk/>
            <pc:sldMk cId="118161592" sldId="5461"/>
            <ac:spMk id="34" creationId="{81134A86-D7F8-14FD-3289-0E383D4C12E2}"/>
          </ac:spMkLst>
        </pc:spChg>
      </pc:sldChg>
      <pc:sldChg chg="ord">
        <pc:chgData name="Lindeman, Mark A (US 365H)" userId="3688c61a-c847-421f-97e7-31f196fb4491" providerId="ADAL" clId="{216A9E4E-1227-49C0-8A78-42279DBF0FD8}" dt="2026-02-19T00:39:54.258" v="2784"/>
        <pc:sldMkLst>
          <pc:docMk/>
          <pc:sldMk cId="447179413" sldId="5462"/>
        </pc:sldMkLst>
      </pc:sldChg>
      <pc:sldChg chg="addSp delSp modSp new mod ord">
        <pc:chgData name="Lindeman, Mark A (US 365H)" userId="3688c61a-c847-421f-97e7-31f196fb4491" providerId="ADAL" clId="{216A9E4E-1227-49C0-8A78-42279DBF0FD8}" dt="2026-02-20T00:54:26.514" v="4992" actId="207"/>
        <pc:sldMkLst>
          <pc:docMk/>
          <pc:sldMk cId="579186946" sldId="5465"/>
        </pc:sldMkLst>
        <pc:spChg chg="mod">
          <ac:chgData name="Lindeman, Mark A (US 365H)" userId="3688c61a-c847-421f-97e7-31f196fb4491" providerId="ADAL" clId="{216A9E4E-1227-49C0-8A78-42279DBF0FD8}" dt="2026-02-13T23:08:15.565" v="1776" actId="313"/>
          <ac:spMkLst>
            <pc:docMk/>
            <pc:sldMk cId="579186946" sldId="5465"/>
            <ac:spMk id="2" creationId="{50321685-6408-A018-A79D-0ACD9F13D8AD}"/>
          </ac:spMkLst>
        </pc:spChg>
        <pc:spChg chg="mod">
          <ac:chgData name="Lindeman, Mark A (US 365H)" userId="3688c61a-c847-421f-97e7-31f196fb4491" providerId="ADAL" clId="{216A9E4E-1227-49C0-8A78-42279DBF0FD8}" dt="2026-02-20T00:54:26.514" v="4992" actId="207"/>
          <ac:spMkLst>
            <pc:docMk/>
            <pc:sldMk cId="579186946" sldId="5465"/>
            <ac:spMk id="3" creationId="{0F82C3DE-3310-6FDD-33ED-204F424B1A54}"/>
          </ac:spMkLst>
        </pc:spChg>
        <pc:spChg chg="add mod">
          <ac:chgData name="Lindeman, Mark A (US 365H)" userId="3688c61a-c847-421f-97e7-31f196fb4491" providerId="ADAL" clId="{216A9E4E-1227-49C0-8A78-42279DBF0FD8}" dt="2026-02-13T23:02:13.641" v="1445" actId="20577"/>
          <ac:spMkLst>
            <pc:docMk/>
            <pc:sldMk cId="579186946" sldId="5465"/>
            <ac:spMk id="7" creationId="{836A77A1-8118-B194-5C0F-7B4119EC7080}"/>
          </ac:spMkLst>
        </pc:spChg>
        <pc:spChg chg="add mod">
          <ac:chgData name="Lindeman, Mark A (US 365H)" userId="3688c61a-c847-421f-97e7-31f196fb4491" providerId="ADAL" clId="{216A9E4E-1227-49C0-8A78-42279DBF0FD8}" dt="2026-02-13T23:02:16.916" v="1446" actId="20577"/>
          <ac:spMkLst>
            <pc:docMk/>
            <pc:sldMk cId="579186946" sldId="5465"/>
            <ac:spMk id="8" creationId="{A6F188F3-B70B-C378-E708-D3C2B9D251C2}"/>
          </ac:spMkLst>
        </pc:spChg>
        <pc:spChg chg="add mod">
          <ac:chgData name="Lindeman, Mark A (US 365H)" userId="3688c61a-c847-421f-97e7-31f196fb4491" providerId="ADAL" clId="{216A9E4E-1227-49C0-8A78-42279DBF0FD8}" dt="2026-02-13T23:02:20.198" v="1447" actId="20577"/>
          <ac:spMkLst>
            <pc:docMk/>
            <pc:sldMk cId="579186946" sldId="5465"/>
            <ac:spMk id="9" creationId="{A6D3EFBF-A9EE-5E8D-699C-9278764893C0}"/>
          </ac:spMkLst>
        </pc:spChg>
        <pc:spChg chg="add mod">
          <ac:chgData name="Lindeman, Mark A (US 365H)" userId="3688c61a-c847-421f-97e7-31f196fb4491" providerId="ADAL" clId="{216A9E4E-1227-49C0-8A78-42279DBF0FD8}" dt="2026-02-13T23:02:25.032" v="1448" actId="20577"/>
          <ac:spMkLst>
            <pc:docMk/>
            <pc:sldMk cId="579186946" sldId="5465"/>
            <ac:spMk id="10" creationId="{AC23622D-D408-8C94-A32A-ED04124898EA}"/>
          </ac:spMkLst>
        </pc:spChg>
        <pc:spChg chg="add mod">
          <ac:chgData name="Lindeman, Mark A (US 365H)" userId="3688c61a-c847-421f-97e7-31f196fb4491" providerId="ADAL" clId="{216A9E4E-1227-49C0-8A78-42279DBF0FD8}" dt="2026-02-13T23:02:28.613" v="1449" actId="20577"/>
          <ac:spMkLst>
            <pc:docMk/>
            <pc:sldMk cId="579186946" sldId="5465"/>
            <ac:spMk id="11" creationId="{BB9709AE-B0FE-3DF3-D712-190AF3574ED0}"/>
          </ac:spMkLst>
        </pc:spChg>
        <pc:spChg chg="add mod">
          <ac:chgData name="Lindeman, Mark A (US 365H)" userId="3688c61a-c847-421f-97e7-31f196fb4491" providerId="ADAL" clId="{216A9E4E-1227-49C0-8A78-42279DBF0FD8}" dt="2026-02-13T23:02:33.838" v="1450" actId="20577"/>
          <ac:spMkLst>
            <pc:docMk/>
            <pc:sldMk cId="579186946" sldId="5465"/>
            <ac:spMk id="12" creationId="{6E5B9C2C-F048-20A4-93EA-15067EE8095A}"/>
          </ac:spMkLst>
        </pc:spChg>
        <pc:grpChg chg="add mod">
          <ac:chgData name="Lindeman, Mark A (US 365H)" userId="3688c61a-c847-421f-97e7-31f196fb4491" providerId="ADAL" clId="{216A9E4E-1227-49C0-8A78-42279DBF0FD8}" dt="2026-02-13T22:56:15.497" v="1264" actId="164"/>
          <ac:grpSpMkLst>
            <pc:docMk/>
            <pc:sldMk cId="579186946" sldId="5465"/>
            <ac:grpSpMk id="13" creationId="{17E412D1-1DF3-E826-2003-6A37BB58BEA1}"/>
          </ac:grpSpMkLst>
        </pc:grpChg>
        <pc:grpChg chg="add mod">
          <ac:chgData name="Lindeman, Mark A (US 365H)" userId="3688c61a-c847-421f-97e7-31f196fb4491" providerId="ADAL" clId="{216A9E4E-1227-49C0-8A78-42279DBF0FD8}" dt="2026-02-13T22:56:42.412" v="1267" actId="465"/>
          <ac:grpSpMkLst>
            <pc:docMk/>
            <pc:sldMk cId="579186946" sldId="5465"/>
            <ac:grpSpMk id="14" creationId="{27F2C994-0B0B-C9D8-6FC8-D0633624EF9B}"/>
          </ac:grpSpMkLst>
        </pc:grpChg>
        <pc:grpChg chg="add mod">
          <ac:chgData name="Lindeman, Mark A (US 365H)" userId="3688c61a-c847-421f-97e7-31f196fb4491" providerId="ADAL" clId="{216A9E4E-1227-49C0-8A78-42279DBF0FD8}" dt="2026-02-13T22:56:27.128" v="1266" actId="164"/>
          <ac:grpSpMkLst>
            <pc:docMk/>
            <pc:sldMk cId="579186946" sldId="5465"/>
            <ac:grpSpMk id="15" creationId="{644A652B-B2E8-76FC-4F11-F154416A96AD}"/>
          </ac:grpSpMkLst>
        </pc:grpChg>
        <pc:picChg chg="add mod ord">
          <ac:chgData name="Lindeman, Mark A (US 365H)" userId="3688c61a-c847-421f-97e7-31f196fb4491" providerId="ADAL" clId="{216A9E4E-1227-49C0-8A78-42279DBF0FD8}" dt="2026-02-19T20:37:02.661" v="3935" actId="1076"/>
          <ac:picMkLst>
            <pc:docMk/>
            <pc:sldMk cId="579186946" sldId="5465"/>
            <ac:picMk id="6" creationId="{49DD63A7-697F-F686-382E-6A73680D3F43}"/>
          </ac:picMkLst>
        </pc:picChg>
        <pc:picChg chg="add del mod">
          <ac:chgData name="Lindeman, Mark A (US 365H)" userId="3688c61a-c847-421f-97e7-31f196fb4491" providerId="ADAL" clId="{216A9E4E-1227-49C0-8A78-42279DBF0FD8}" dt="2026-02-19T00:50:03.680" v="2807" actId="478"/>
          <ac:picMkLst>
            <pc:docMk/>
            <pc:sldMk cId="579186946" sldId="5465"/>
            <ac:picMk id="6" creationId="{75FA9013-4CBA-2D1D-84D8-E1F33CA0370D}"/>
          </ac:picMkLst>
        </pc:picChg>
        <pc:picChg chg="add del mod ord">
          <ac:chgData name="Lindeman, Mark A (US 365H)" userId="3688c61a-c847-421f-97e7-31f196fb4491" providerId="ADAL" clId="{216A9E4E-1227-49C0-8A78-42279DBF0FD8}" dt="2026-02-19T00:54:22.009" v="2816" actId="478"/>
          <ac:picMkLst>
            <pc:docMk/>
            <pc:sldMk cId="579186946" sldId="5465"/>
            <ac:picMk id="16" creationId="{BEE607A6-B122-FDB7-83E0-1DA259A14BD7}"/>
          </ac:picMkLst>
        </pc:picChg>
        <pc:picChg chg="add del mod ord">
          <ac:chgData name="Lindeman, Mark A (US 365H)" userId="3688c61a-c847-421f-97e7-31f196fb4491" providerId="ADAL" clId="{216A9E4E-1227-49C0-8A78-42279DBF0FD8}" dt="2026-02-19T01:02:26.983" v="2824" actId="478"/>
          <ac:picMkLst>
            <pc:docMk/>
            <pc:sldMk cId="579186946" sldId="5465"/>
            <ac:picMk id="18" creationId="{9147E50E-328C-99B9-A99E-BA60052331B3}"/>
          </ac:picMkLst>
        </pc:picChg>
      </pc:sldChg>
      <pc:sldChg chg="addSp delSp modSp new mod ord modTransition modClrScheme chgLayout">
        <pc:chgData name="Lindeman, Mark A (US 365H)" userId="3688c61a-c847-421f-97e7-31f196fb4491" providerId="ADAL" clId="{216A9E4E-1227-49C0-8A78-42279DBF0FD8}" dt="2026-02-20T02:24:21.922" v="6238" actId="478"/>
        <pc:sldMkLst>
          <pc:docMk/>
          <pc:sldMk cId="2046743487" sldId="5466"/>
        </pc:sldMkLst>
        <pc:spChg chg="mod ord">
          <ac:chgData name="Lindeman, Mark A (US 365H)" userId="3688c61a-c847-421f-97e7-31f196fb4491" providerId="ADAL" clId="{216A9E4E-1227-49C0-8A78-42279DBF0FD8}" dt="2026-02-18T00:59:49.829" v="1786" actId="26606"/>
          <ac:spMkLst>
            <pc:docMk/>
            <pc:sldMk cId="2046743487" sldId="5466"/>
            <ac:spMk id="4" creationId="{FD43EC81-C26D-7111-DCE5-1BB2F8576765}"/>
          </ac:spMkLst>
        </pc:spChg>
        <pc:spChg chg="add mod">
          <ac:chgData name="Lindeman, Mark A (US 365H)" userId="3688c61a-c847-421f-97e7-31f196fb4491" providerId="ADAL" clId="{216A9E4E-1227-49C0-8A78-42279DBF0FD8}" dt="2026-02-19T23:10:49.024" v="4368" actId="1076"/>
          <ac:spMkLst>
            <pc:docMk/>
            <pc:sldMk cId="2046743487" sldId="5466"/>
            <ac:spMk id="7" creationId="{D571F170-C1D9-6900-44EE-D0A739DADC99}"/>
          </ac:spMkLst>
        </pc:spChg>
        <pc:spChg chg="add mod">
          <ac:chgData name="Lindeman, Mark A (US 365H)" userId="3688c61a-c847-421f-97e7-31f196fb4491" providerId="ADAL" clId="{216A9E4E-1227-49C0-8A78-42279DBF0FD8}" dt="2026-02-19T23:11:49.354" v="4395" actId="20577"/>
          <ac:spMkLst>
            <pc:docMk/>
            <pc:sldMk cId="2046743487" sldId="5466"/>
            <ac:spMk id="9" creationId="{C246CC13-5D25-01C4-8EE9-AE12E3FEB4C8}"/>
          </ac:spMkLst>
        </pc:spChg>
        <pc:spChg chg="add mod">
          <ac:chgData name="Lindeman, Mark A (US 365H)" userId="3688c61a-c847-421f-97e7-31f196fb4491" providerId="ADAL" clId="{216A9E4E-1227-49C0-8A78-42279DBF0FD8}" dt="2026-02-19T20:32:34.765" v="3736" actId="14100"/>
          <ac:spMkLst>
            <pc:docMk/>
            <pc:sldMk cId="2046743487" sldId="5466"/>
            <ac:spMk id="11" creationId="{4082E71C-7891-C8F8-BCE6-A3E8A1A9931F}"/>
          </ac:spMkLst>
        </pc:spChg>
        <pc:spChg chg="add mod">
          <ac:chgData name="Lindeman, Mark A (US 365H)" userId="3688c61a-c847-421f-97e7-31f196fb4491" providerId="ADAL" clId="{216A9E4E-1227-49C0-8A78-42279DBF0FD8}" dt="2026-02-19T20:27:57.389" v="3371" actId="1076"/>
          <ac:spMkLst>
            <pc:docMk/>
            <pc:sldMk cId="2046743487" sldId="5466"/>
            <ac:spMk id="12" creationId="{1092CE3B-710B-9CC4-E112-23936F1D52A1}"/>
          </ac:spMkLst>
        </pc:spChg>
        <pc:spChg chg="add mod">
          <ac:chgData name="Lindeman, Mark A (US 365H)" userId="3688c61a-c847-421f-97e7-31f196fb4491" providerId="ADAL" clId="{216A9E4E-1227-49C0-8A78-42279DBF0FD8}" dt="2026-02-19T23:10:35.990" v="4358" actId="1076"/>
          <ac:spMkLst>
            <pc:docMk/>
            <pc:sldMk cId="2046743487" sldId="5466"/>
            <ac:spMk id="13" creationId="{BFD07ECD-DB39-6091-1EBE-88EB7EABAEAA}"/>
          </ac:spMkLst>
        </pc:spChg>
        <pc:spChg chg="add mod">
          <ac:chgData name="Lindeman, Mark A (US 365H)" userId="3688c61a-c847-421f-97e7-31f196fb4491" providerId="ADAL" clId="{216A9E4E-1227-49C0-8A78-42279DBF0FD8}" dt="2026-02-19T23:12:39.770" v="4416" actId="1076"/>
          <ac:spMkLst>
            <pc:docMk/>
            <pc:sldMk cId="2046743487" sldId="5466"/>
            <ac:spMk id="18" creationId="{4C07C16E-FC93-6237-8019-CF62E73DD20E}"/>
          </ac:spMkLst>
        </pc:spChg>
        <pc:spChg chg="add mod">
          <ac:chgData name="Lindeman, Mark A (US 365H)" userId="3688c61a-c847-421f-97e7-31f196fb4491" providerId="ADAL" clId="{216A9E4E-1227-49C0-8A78-42279DBF0FD8}" dt="2026-02-20T01:17:24.453" v="5223" actId="20577"/>
          <ac:spMkLst>
            <pc:docMk/>
            <pc:sldMk cId="2046743487" sldId="5466"/>
            <ac:spMk id="1031" creationId="{05316118-C226-C576-250D-F938CAA0A7AE}"/>
          </ac:spMkLst>
        </pc:spChg>
        <pc:spChg chg="add mod">
          <ac:chgData name="Lindeman, Mark A (US 365H)" userId="3688c61a-c847-421f-97e7-31f196fb4491" providerId="ADAL" clId="{216A9E4E-1227-49C0-8A78-42279DBF0FD8}" dt="2026-02-18T01:00:09.103" v="1834" actId="20577"/>
          <ac:spMkLst>
            <pc:docMk/>
            <pc:sldMk cId="2046743487" sldId="5466"/>
            <ac:spMk id="1033" creationId="{19CAD7F6-94BA-B504-40EE-C84F23779F91}"/>
          </ac:spMkLst>
        </pc:spChg>
        <pc:picChg chg="add del mod">
          <ac:chgData name="Lindeman, Mark A (US 365H)" userId="3688c61a-c847-421f-97e7-31f196fb4491" providerId="ADAL" clId="{216A9E4E-1227-49C0-8A78-42279DBF0FD8}" dt="2026-02-19T23:09:22.481" v="4336" actId="478"/>
          <ac:picMkLst>
            <pc:docMk/>
            <pc:sldMk cId="2046743487" sldId="5466"/>
            <ac:picMk id="3" creationId="{4037AC8C-F848-F83A-253A-6B6F3B6C781B}"/>
          </ac:picMkLst>
        </pc:picChg>
        <pc:picChg chg="add mod ord">
          <ac:chgData name="Lindeman, Mark A (US 365H)" userId="3688c61a-c847-421f-97e7-31f196fb4491" providerId="ADAL" clId="{216A9E4E-1227-49C0-8A78-42279DBF0FD8}" dt="2026-02-19T23:09:48.714" v="4348" actId="1076"/>
          <ac:picMkLst>
            <pc:docMk/>
            <pc:sldMk cId="2046743487" sldId="5466"/>
            <ac:picMk id="5" creationId="{9756AA3C-697F-35DE-D1C7-24500735C03C}"/>
          </ac:picMkLst>
        </pc:picChg>
        <pc:picChg chg="add del mod">
          <ac:chgData name="Lindeman, Mark A (US 365H)" userId="3688c61a-c847-421f-97e7-31f196fb4491" providerId="ADAL" clId="{216A9E4E-1227-49C0-8A78-42279DBF0FD8}" dt="2026-02-19T23:11:59.765" v="4396" actId="478"/>
          <ac:picMkLst>
            <pc:docMk/>
            <pc:sldMk cId="2046743487" sldId="5466"/>
            <ac:picMk id="6" creationId="{955B3531-80E1-E6BC-98C4-22193C7AC4A8}"/>
          </ac:picMkLst>
        </pc:picChg>
        <pc:picChg chg="add mod">
          <ac:chgData name="Lindeman, Mark A (US 365H)" userId="3688c61a-c847-421f-97e7-31f196fb4491" providerId="ADAL" clId="{216A9E4E-1227-49C0-8A78-42279DBF0FD8}" dt="2026-02-19T23:09:40.813" v="4345" actId="1076"/>
          <ac:picMkLst>
            <pc:docMk/>
            <pc:sldMk cId="2046743487" sldId="5466"/>
            <ac:picMk id="8" creationId="{17C2E4FE-D912-BE8C-6D3A-0ED6BD78991C}"/>
          </ac:picMkLst>
        </pc:picChg>
        <pc:picChg chg="add mod">
          <ac:chgData name="Lindeman, Mark A (US 365H)" userId="3688c61a-c847-421f-97e7-31f196fb4491" providerId="ADAL" clId="{216A9E4E-1227-49C0-8A78-42279DBF0FD8}" dt="2026-02-19T23:12:43.022" v="4417" actId="1076"/>
          <ac:picMkLst>
            <pc:docMk/>
            <pc:sldMk cId="2046743487" sldId="5466"/>
            <ac:picMk id="10" creationId="{F6E5253B-0FBA-F023-A1C4-6A4F6F666A9C}"/>
          </ac:picMkLst>
        </pc:picChg>
        <pc:picChg chg="add mod">
          <ac:chgData name="Lindeman, Mark A (US 365H)" userId="3688c61a-c847-421f-97e7-31f196fb4491" providerId="ADAL" clId="{216A9E4E-1227-49C0-8A78-42279DBF0FD8}" dt="2026-02-19T23:12:22.769" v="4402" actId="1076"/>
          <ac:picMkLst>
            <pc:docMk/>
            <pc:sldMk cId="2046743487" sldId="5466"/>
            <ac:picMk id="17" creationId="{096DCBD4-217B-DBB2-B073-773B37C47D73}"/>
          </ac:picMkLst>
        </pc:picChg>
        <pc:picChg chg="add del mod">
          <ac:chgData name="Lindeman, Mark A (US 365H)" userId="3688c61a-c847-421f-97e7-31f196fb4491" providerId="ADAL" clId="{216A9E4E-1227-49C0-8A78-42279DBF0FD8}" dt="2026-02-20T02:24:21.922" v="6238" actId="478"/>
          <ac:picMkLst>
            <pc:docMk/>
            <pc:sldMk cId="2046743487" sldId="5466"/>
            <ac:picMk id="1026" creationId="{D8B92A90-8B6A-B051-4E6C-20F7BD6F6D32}"/>
          </ac:picMkLst>
        </pc:picChg>
        <pc:cxnChg chg="add mod">
          <ac:chgData name="Lindeman, Mark A (US 365H)" userId="3688c61a-c847-421f-97e7-31f196fb4491" providerId="ADAL" clId="{216A9E4E-1227-49C0-8A78-42279DBF0FD8}" dt="2026-02-19T23:11:42.648" v="4393" actId="1582"/>
          <ac:cxnSpMkLst>
            <pc:docMk/>
            <pc:sldMk cId="2046743487" sldId="5466"/>
            <ac:cxnSpMk id="15" creationId="{26A101F0-DD0A-3417-9D90-DEA192289ED9}"/>
          </ac:cxnSpMkLst>
        </pc:cxnChg>
      </pc:sldChg>
      <pc:sldChg chg="addSp delSp modSp new mod">
        <pc:chgData name="Lindeman, Mark A (US 365H)" userId="3688c61a-c847-421f-97e7-31f196fb4491" providerId="ADAL" clId="{216A9E4E-1227-49C0-8A78-42279DBF0FD8}" dt="2026-02-18T01:01:58.547" v="1855" actId="20577"/>
        <pc:sldMkLst>
          <pc:docMk/>
          <pc:sldMk cId="58814229" sldId="5467"/>
        </pc:sldMkLst>
        <pc:spChg chg="mod">
          <ac:chgData name="Lindeman, Mark A (US 365H)" userId="3688c61a-c847-421f-97e7-31f196fb4491" providerId="ADAL" clId="{216A9E4E-1227-49C0-8A78-42279DBF0FD8}" dt="2026-02-18T01:01:58.547" v="1855" actId="20577"/>
          <ac:spMkLst>
            <pc:docMk/>
            <pc:sldMk cId="58814229" sldId="5467"/>
            <ac:spMk id="2" creationId="{A37F0484-ED04-9222-A994-DD6759B64E4F}"/>
          </ac:spMkLst>
        </pc:spChg>
        <pc:spChg chg="mod">
          <ac:chgData name="Lindeman, Mark A (US 365H)" userId="3688c61a-c847-421f-97e7-31f196fb4491" providerId="ADAL" clId="{216A9E4E-1227-49C0-8A78-42279DBF0FD8}" dt="2026-02-18T01:01:33.982" v="1836" actId="14100"/>
          <ac:spMkLst>
            <pc:docMk/>
            <pc:sldMk cId="58814229" sldId="5467"/>
            <ac:spMk id="3" creationId="{02D82C13-C627-8E35-CD46-96BDBAC84BA8}"/>
          </ac:spMkLst>
        </pc:spChg>
        <pc:spChg chg="add">
          <ac:chgData name="Lindeman, Mark A (US 365H)" userId="3688c61a-c847-421f-97e7-31f196fb4491" providerId="ADAL" clId="{216A9E4E-1227-49C0-8A78-42279DBF0FD8}" dt="2026-02-18T01:01:35.152" v="1837" actId="22"/>
          <ac:spMkLst>
            <pc:docMk/>
            <pc:sldMk cId="58814229" sldId="5467"/>
            <ac:spMk id="6" creationId="{B7EB1F87-D62A-4CD7-ADF8-38F261848796}"/>
          </ac:spMkLst>
        </pc:spChg>
        <pc:picChg chg="add mod">
          <ac:chgData name="Lindeman, Mark A (US 365H)" userId="3688c61a-c847-421f-97e7-31f196fb4491" providerId="ADAL" clId="{216A9E4E-1227-49C0-8A78-42279DBF0FD8}" dt="2026-02-18T01:01:50.574" v="1842" actId="1076"/>
          <ac:picMkLst>
            <pc:docMk/>
            <pc:sldMk cId="58814229" sldId="5467"/>
            <ac:picMk id="2050" creationId="{60308968-CC3E-3E98-F648-1712706402A4}"/>
          </ac:picMkLst>
        </pc:picChg>
      </pc:sldChg>
      <pc:sldChg chg="modSp new mod">
        <pc:chgData name="Lindeman, Mark A (US 365H)" userId="3688c61a-c847-421f-97e7-31f196fb4491" providerId="ADAL" clId="{216A9E4E-1227-49C0-8A78-42279DBF0FD8}" dt="2026-02-18T01:03:10.574" v="1902" actId="20577"/>
        <pc:sldMkLst>
          <pc:docMk/>
          <pc:sldMk cId="3831458616" sldId="5468"/>
        </pc:sldMkLst>
        <pc:spChg chg="mod">
          <ac:chgData name="Lindeman, Mark A (US 365H)" userId="3688c61a-c847-421f-97e7-31f196fb4491" providerId="ADAL" clId="{216A9E4E-1227-49C0-8A78-42279DBF0FD8}" dt="2026-02-18T01:03:10.574" v="1902" actId="20577"/>
          <ac:spMkLst>
            <pc:docMk/>
            <pc:sldMk cId="3831458616" sldId="5468"/>
            <ac:spMk id="2" creationId="{5F370368-1952-A243-8A31-8D00DB2A2B6E}"/>
          </ac:spMkLst>
        </pc:spChg>
      </pc:sldChg>
      <pc:sldChg chg="addSp modSp new del mod ord">
        <pc:chgData name="Lindeman, Mark A (US 365H)" userId="3688c61a-c847-421f-97e7-31f196fb4491" providerId="ADAL" clId="{216A9E4E-1227-49C0-8A78-42279DBF0FD8}" dt="2026-02-19T20:06:00.979" v="2832" actId="47"/>
        <pc:sldMkLst>
          <pc:docMk/>
          <pc:sldMk cId="2299073703" sldId="5469"/>
        </pc:sldMkLst>
      </pc:sldChg>
      <pc:sldChg chg="addSp delSp modSp new del mod ord">
        <pc:chgData name="Lindeman, Mark A (US 365H)" userId="3688c61a-c847-421f-97e7-31f196fb4491" providerId="ADAL" clId="{216A9E4E-1227-49C0-8A78-42279DBF0FD8}" dt="2026-02-19T20:06:09.389" v="2833" actId="47"/>
        <pc:sldMkLst>
          <pc:docMk/>
          <pc:sldMk cId="3709754066" sldId="5470"/>
        </pc:sldMkLst>
        <pc:spChg chg="mod">
          <ac:chgData name="Lindeman, Mark A (US 365H)" userId="3688c61a-c847-421f-97e7-31f196fb4491" providerId="ADAL" clId="{216A9E4E-1227-49C0-8A78-42279DBF0FD8}" dt="2026-02-19T00:44:32.896" v="2799" actId="20577"/>
          <ac:spMkLst>
            <pc:docMk/>
            <pc:sldMk cId="3709754066" sldId="5470"/>
            <ac:spMk id="3" creationId="{AD6A57DE-8974-584E-3E3F-EC170E83F1C5}"/>
          </ac:spMkLst>
        </pc:spChg>
        <pc:picChg chg="add mod">
          <ac:chgData name="Lindeman, Mark A (US 365H)" userId="3688c61a-c847-421f-97e7-31f196fb4491" providerId="ADAL" clId="{216A9E4E-1227-49C0-8A78-42279DBF0FD8}" dt="2026-02-19T00:49:53.709" v="2806" actId="1076"/>
          <ac:picMkLst>
            <pc:docMk/>
            <pc:sldMk cId="3709754066" sldId="5470"/>
            <ac:picMk id="6" creationId="{E8ACA0C4-E825-7866-1D5D-00E1190E4360}"/>
          </ac:picMkLst>
        </pc:picChg>
        <pc:picChg chg="add del mod">
          <ac:chgData name="Lindeman, Mark A (US 365H)" userId="3688c61a-c847-421f-97e7-31f196fb4491" providerId="ADAL" clId="{216A9E4E-1227-49C0-8A78-42279DBF0FD8}" dt="2026-02-19T00:49:48.461" v="2801" actId="478"/>
          <ac:picMkLst>
            <pc:docMk/>
            <pc:sldMk cId="3709754066" sldId="5470"/>
            <ac:picMk id="4098" creationId="{587A596F-420A-CAA4-5699-8EE0C65A9288}"/>
          </ac:picMkLst>
        </pc:picChg>
        <pc:picChg chg="add mod">
          <ac:chgData name="Lindeman, Mark A (US 365H)" userId="3688c61a-c847-421f-97e7-31f196fb4491" providerId="ADAL" clId="{216A9E4E-1227-49C0-8A78-42279DBF0FD8}" dt="2026-02-19T00:42:52.462" v="2789" actId="1076"/>
          <ac:picMkLst>
            <pc:docMk/>
            <pc:sldMk cId="3709754066" sldId="5470"/>
            <ac:picMk id="4100" creationId="{252F7E80-80FA-3393-A544-29909CC760DE}"/>
          </ac:picMkLst>
        </pc:picChg>
      </pc:sldChg>
      <pc:sldChg chg="addSp delSp modSp new mod">
        <pc:chgData name="Lindeman, Mark A (US 365H)" userId="3688c61a-c847-421f-97e7-31f196fb4491" providerId="ADAL" clId="{216A9E4E-1227-49C0-8A78-42279DBF0FD8}" dt="2026-02-19T00:31:24.315" v="2749" actId="1076"/>
        <pc:sldMkLst>
          <pc:docMk/>
          <pc:sldMk cId="1878771491" sldId="5471"/>
        </pc:sldMkLst>
        <pc:spChg chg="mod">
          <ac:chgData name="Lindeman, Mark A (US 365H)" userId="3688c61a-c847-421f-97e7-31f196fb4491" providerId="ADAL" clId="{216A9E4E-1227-49C0-8A78-42279DBF0FD8}" dt="2026-02-18T01:11:10.133" v="2209" actId="20577"/>
          <ac:spMkLst>
            <pc:docMk/>
            <pc:sldMk cId="1878771491" sldId="5471"/>
            <ac:spMk id="2" creationId="{A1D034F6-62BF-F6D6-6EDE-B271774851C1}"/>
          </ac:spMkLst>
        </pc:spChg>
        <pc:spChg chg="mod">
          <ac:chgData name="Lindeman, Mark A (US 365H)" userId="3688c61a-c847-421f-97e7-31f196fb4491" providerId="ADAL" clId="{216A9E4E-1227-49C0-8A78-42279DBF0FD8}" dt="2026-02-18T01:10:36.872" v="2188" actId="27636"/>
          <ac:spMkLst>
            <pc:docMk/>
            <pc:sldMk cId="1878771491" sldId="5471"/>
            <ac:spMk id="3" creationId="{45D22FC0-B9F8-68C3-9EE1-0ED55C907E97}"/>
          </ac:spMkLst>
        </pc:spChg>
        <pc:spChg chg="add">
          <ac:chgData name="Lindeman, Mark A (US 365H)" userId="3688c61a-c847-421f-97e7-31f196fb4491" providerId="ADAL" clId="{216A9E4E-1227-49C0-8A78-42279DBF0FD8}" dt="2026-02-19T00:25:13.471" v="2727"/>
          <ac:spMkLst>
            <pc:docMk/>
            <pc:sldMk cId="1878771491" sldId="5471"/>
            <ac:spMk id="5" creationId="{FEC3BD36-9A04-3511-243C-A0F7036FFF48}"/>
          </ac:spMkLst>
        </pc:spChg>
        <pc:spChg chg="add">
          <ac:chgData name="Lindeman, Mark A (US 365H)" userId="3688c61a-c847-421f-97e7-31f196fb4491" providerId="ADAL" clId="{216A9E4E-1227-49C0-8A78-42279DBF0FD8}" dt="2026-02-19T00:25:42.888" v="2728"/>
          <ac:spMkLst>
            <pc:docMk/>
            <pc:sldMk cId="1878771491" sldId="5471"/>
            <ac:spMk id="6" creationId="{910D3C54-84C4-A0D9-BC8C-06821433BE4C}"/>
          </ac:spMkLst>
        </pc:spChg>
        <pc:spChg chg="add mod">
          <ac:chgData name="Lindeman, Mark A (US 365H)" userId="3688c61a-c847-421f-97e7-31f196fb4491" providerId="ADAL" clId="{216A9E4E-1227-49C0-8A78-42279DBF0FD8}" dt="2026-02-19T00:25:46.859" v="2730"/>
          <ac:spMkLst>
            <pc:docMk/>
            <pc:sldMk cId="1878771491" sldId="5471"/>
            <ac:spMk id="7" creationId="{93F68C7E-E502-B622-37F3-F55C4718B880}"/>
          </ac:spMkLst>
        </pc:spChg>
        <pc:spChg chg="add mod">
          <ac:chgData name="Lindeman, Mark A (US 365H)" userId="3688c61a-c847-421f-97e7-31f196fb4491" providerId="ADAL" clId="{216A9E4E-1227-49C0-8A78-42279DBF0FD8}" dt="2026-02-19T00:26:08.348" v="2734"/>
          <ac:spMkLst>
            <pc:docMk/>
            <pc:sldMk cId="1878771491" sldId="5471"/>
            <ac:spMk id="8" creationId="{CC30D94F-CCEF-472E-5E1D-A7A7B085D472}"/>
          </ac:spMkLst>
        </pc:spChg>
        <pc:picChg chg="add mod">
          <ac:chgData name="Lindeman, Mark A (US 365H)" userId="3688c61a-c847-421f-97e7-31f196fb4491" providerId="ADAL" clId="{216A9E4E-1227-49C0-8A78-42279DBF0FD8}" dt="2026-02-19T00:31:24.315" v="2749" actId="1076"/>
          <ac:picMkLst>
            <pc:docMk/>
            <pc:sldMk cId="1878771491" sldId="5471"/>
            <ac:picMk id="10" creationId="{243C73B1-323B-6518-E15F-B80CA443FBDD}"/>
          </ac:picMkLst>
        </pc:picChg>
        <pc:picChg chg="add del mod">
          <ac:chgData name="Lindeman, Mark A (US 365H)" userId="3688c61a-c847-421f-97e7-31f196fb4491" providerId="ADAL" clId="{216A9E4E-1227-49C0-8A78-42279DBF0FD8}" dt="2026-02-19T00:31:19.680" v="2747" actId="478"/>
          <ac:picMkLst>
            <pc:docMk/>
            <pc:sldMk cId="1878771491" sldId="5471"/>
            <ac:picMk id="12" creationId="{CABBC6C6-2813-5065-CD71-BD4C6A432166}"/>
          </ac:picMkLst>
        </pc:picChg>
      </pc:sldChg>
      <pc:sldChg chg="modSp new mod">
        <pc:chgData name="Lindeman, Mark A (US 365H)" userId="3688c61a-c847-421f-97e7-31f196fb4491" providerId="ADAL" clId="{216A9E4E-1227-49C0-8A78-42279DBF0FD8}" dt="2026-02-18T01:12:18.658" v="2251" actId="313"/>
        <pc:sldMkLst>
          <pc:docMk/>
          <pc:sldMk cId="2271543493" sldId="5472"/>
        </pc:sldMkLst>
        <pc:spChg chg="mod">
          <ac:chgData name="Lindeman, Mark A (US 365H)" userId="3688c61a-c847-421f-97e7-31f196fb4491" providerId="ADAL" clId="{216A9E4E-1227-49C0-8A78-42279DBF0FD8}" dt="2026-02-18T01:12:18.658" v="2251" actId="313"/>
          <ac:spMkLst>
            <pc:docMk/>
            <pc:sldMk cId="2271543493" sldId="5472"/>
            <ac:spMk id="2" creationId="{5F4EC2A3-57FB-EA95-4E1B-8FAB7DB65C72}"/>
          </ac:spMkLst>
        </pc:spChg>
      </pc:sldChg>
      <pc:sldChg chg="modSp new mod">
        <pc:chgData name="Lindeman, Mark A (US 365H)" userId="3688c61a-c847-421f-97e7-31f196fb4491" providerId="ADAL" clId="{216A9E4E-1227-49C0-8A78-42279DBF0FD8}" dt="2026-02-18T01:14:16.146" v="2303" actId="313"/>
        <pc:sldMkLst>
          <pc:docMk/>
          <pc:sldMk cId="2246504376" sldId="5473"/>
        </pc:sldMkLst>
        <pc:spChg chg="mod">
          <ac:chgData name="Lindeman, Mark A (US 365H)" userId="3688c61a-c847-421f-97e7-31f196fb4491" providerId="ADAL" clId="{216A9E4E-1227-49C0-8A78-42279DBF0FD8}" dt="2026-02-18T01:14:16.146" v="2303" actId="313"/>
          <ac:spMkLst>
            <pc:docMk/>
            <pc:sldMk cId="2246504376" sldId="5473"/>
            <ac:spMk id="2" creationId="{E17C23D9-8EF3-28CD-C0BE-24C2BE450A15}"/>
          </ac:spMkLst>
        </pc:spChg>
      </pc:sldChg>
      <pc:sldChg chg="modSp new mod">
        <pc:chgData name="Lindeman, Mark A (US 365H)" userId="3688c61a-c847-421f-97e7-31f196fb4491" providerId="ADAL" clId="{216A9E4E-1227-49C0-8A78-42279DBF0FD8}" dt="2026-02-18T01:14:19.361" v="2304" actId="313"/>
        <pc:sldMkLst>
          <pc:docMk/>
          <pc:sldMk cId="696999777" sldId="5474"/>
        </pc:sldMkLst>
        <pc:spChg chg="mod">
          <ac:chgData name="Lindeman, Mark A (US 365H)" userId="3688c61a-c847-421f-97e7-31f196fb4491" providerId="ADAL" clId="{216A9E4E-1227-49C0-8A78-42279DBF0FD8}" dt="2026-02-18T01:14:19.361" v="2304" actId="313"/>
          <ac:spMkLst>
            <pc:docMk/>
            <pc:sldMk cId="696999777" sldId="5474"/>
            <ac:spMk id="2" creationId="{A26275B6-667F-A904-6A2A-A8B5D15639A4}"/>
          </ac:spMkLst>
        </pc:spChg>
      </pc:sldChg>
      <pc:sldChg chg="modSp new del mod">
        <pc:chgData name="Lindeman, Mark A (US 365H)" userId="3688c61a-c847-421f-97e7-31f196fb4491" providerId="ADAL" clId="{216A9E4E-1227-49C0-8A78-42279DBF0FD8}" dt="2026-02-19T00:34:56.916" v="2762" actId="47"/>
        <pc:sldMkLst>
          <pc:docMk/>
          <pc:sldMk cId="2931717608" sldId="5475"/>
        </pc:sldMkLst>
      </pc:sldChg>
      <pc:sldChg chg="new del">
        <pc:chgData name="Lindeman, Mark A (US 365H)" userId="3688c61a-c847-421f-97e7-31f196fb4491" providerId="ADAL" clId="{216A9E4E-1227-49C0-8A78-42279DBF0FD8}" dt="2026-02-19T00:34:48.069" v="2761" actId="47"/>
        <pc:sldMkLst>
          <pc:docMk/>
          <pc:sldMk cId="2914500140" sldId="5476"/>
        </pc:sldMkLst>
      </pc:sldChg>
      <pc:sldChg chg="new del">
        <pc:chgData name="Lindeman, Mark A (US 365H)" userId="3688c61a-c847-421f-97e7-31f196fb4491" providerId="ADAL" clId="{216A9E4E-1227-49C0-8A78-42279DBF0FD8}" dt="2026-02-19T00:34:46.238" v="2760" actId="47"/>
        <pc:sldMkLst>
          <pc:docMk/>
          <pc:sldMk cId="363147185" sldId="5477"/>
        </pc:sldMkLst>
      </pc:sldChg>
      <pc:sldChg chg="modSp new mod">
        <pc:chgData name="Lindeman, Mark A (US 365H)" userId="3688c61a-c847-421f-97e7-31f196fb4491" providerId="ADAL" clId="{216A9E4E-1227-49C0-8A78-42279DBF0FD8}" dt="2026-02-19T00:34:41.627" v="2759" actId="20577"/>
        <pc:sldMkLst>
          <pc:docMk/>
          <pc:sldMk cId="542720082" sldId="5478"/>
        </pc:sldMkLst>
        <pc:spChg chg="mod">
          <ac:chgData name="Lindeman, Mark A (US 365H)" userId="3688c61a-c847-421f-97e7-31f196fb4491" providerId="ADAL" clId="{216A9E4E-1227-49C0-8A78-42279DBF0FD8}" dt="2026-02-19T00:34:41.627" v="2759" actId="20577"/>
          <ac:spMkLst>
            <pc:docMk/>
            <pc:sldMk cId="542720082" sldId="5478"/>
            <ac:spMk id="2" creationId="{9797D6EC-4987-621F-4F1B-18718380639F}"/>
          </ac:spMkLst>
        </pc:spChg>
      </pc:sldChg>
      <pc:sldChg chg="new del">
        <pc:chgData name="Lindeman, Mark A (US 365H)" userId="3688c61a-c847-421f-97e7-31f196fb4491" providerId="ADAL" clId="{216A9E4E-1227-49C0-8A78-42279DBF0FD8}" dt="2026-02-19T00:37:41.661" v="2776" actId="680"/>
        <pc:sldMkLst>
          <pc:docMk/>
          <pc:sldMk cId="2078290087" sldId="5479"/>
        </pc:sldMkLst>
      </pc:sldChg>
      <pc:sldChg chg="addSp delSp modSp add del mod ord">
        <pc:chgData name="Lindeman, Mark A (US 365H)" userId="3688c61a-c847-421f-97e7-31f196fb4491" providerId="ADAL" clId="{216A9E4E-1227-49C0-8A78-42279DBF0FD8}" dt="2026-02-20T02:31:02.902" v="6245" actId="14100"/>
        <pc:sldMkLst>
          <pc:docMk/>
          <pc:sldMk cId="3998716187" sldId="5479"/>
        </pc:sldMkLst>
        <pc:spChg chg="mod">
          <ac:chgData name="Lindeman, Mark A (US 365H)" userId="3688c61a-c847-421f-97e7-31f196fb4491" providerId="ADAL" clId="{216A9E4E-1227-49C0-8A78-42279DBF0FD8}" dt="2026-02-19T20:16:05.782" v="2856" actId="20577"/>
          <ac:spMkLst>
            <pc:docMk/>
            <pc:sldMk cId="3998716187" sldId="5479"/>
            <ac:spMk id="2" creationId="{CC48713B-47DB-C64D-42E4-0629DE0BC78E}"/>
          </ac:spMkLst>
        </pc:spChg>
        <pc:spChg chg="mod">
          <ac:chgData name="Lindeman, Mark A (US 365H)" userId="3688c61a-c847-421f-97e7-31f196fb4491" providerId="ADAL" clId="{216A9E4E-1227-49C0-8A78-42279DBF0FD8}" dt="2026-02-19T20:16:16.056" v="2858" actId="27636"/>
          <ac:spMkLst>
            <pc:docMk/>
            <pc:sldMk cId="3998716187" sldId="5479"/>
            <ac:spMk id="3" creationId="{CE74E534-F022-FF77-B7B3-29FB543402FF}"/>
          </ac:spMkLst>
        </pc:spChg>
        <pc:picChg chg="add mod ord">
          <ac:chgData name="Lindeman, Mark A (US 365H)" userId="3688c61a-c847-421f-97e7-31f196fb4491" providerId="ADAL" clId="{216A9E4E-1227-49C0-8A78-42279DBF0FD8}" dt="2026-02-20T02:31:02.902" v="6245" actId="14100"/>
          <ac:picMkLst>
            <pc:docMk/>
            <pc:sldMk cId="3998716187" sldId="5479"/>
            <ac:picMk id="6" creationId="{140DA862-BAD6-53D4-D67B-28DF672A7E2A}"/>
          </ac:picMkLst>
        </pc:picChg>
        <pc:picChg chg="del">
          <ac:chgData name="Lindeman, Mark A (US 365H)" userId="3688c61a-c847-421f-97e7-31f196fb4491" providerId="ADAL" clId="{216A9E4E-1227-49C0-8A78-42279DBF0FD8}" dt="2026-02-19T20:15:55.698" v="2837" actId="478"/>
          <ac:picMkLst>
            <pc:docMk/>
            <pc:sldMk cId="3998716187" sldId="5479"/>
            <ac:picMk id="6" creationId="{DB8AF50F-05EA-0559-08BF-54E0582A1D2E}"/>
          </ac:picMkLst>
        </pc:picChg>
      </pc:sldChg>
      <pc:sldChg chg="addSp delSp modSp new mod ord">
        <pc:chgData name="Lindeman, Mark A (US 365H)" userId="3688c61a-c847-421f-97e7-31f196fb4491" providerId="ADAL" clId="{216A9E4E-1227-49C0-8A78-42279DBF0FD8}" dt="2026-02-20T02:23:54.074" v="6236" actId="6549"/>
        <pc:sldMkLst>
          <pc:docMk/>
          <pc:sldMk cId="227148962" sldId="5480"/>
        </pc:sldMkLst>
        <pc:spChg chg="mod">
          <ac:chgData name="Lindeman, Mark A (US 365H)" userId="3688c61a-c847-421f-97e7-31f196fb4491" providerId="ADAL" clId="{216A9E4E-1227-49C0-8A78-42279DBF0FD8}" dt="2026-02-19T23:18:48.288" v="4579" actId="20577"/>
          <ac:spMkLst>
            <pc:docMk/>
            <pc:sldMk cId="227148962" sldId="5480"/>
            <ac:spMk id="2" creationId="{E848B8B6-DC8F-C84F-8932-65B2E458FCB9}"/>
          </ac:spMkLst>
        </pc:spChg>
        <pc:spChg chg="mod">
          <ac:chgData name="Lindeman, Mark A (US 365H)" userId="3688c61a-c847-421f-97e7-31f196fb4491" providerId="ADAL" clId="{216A9E4E-1227-49C0-8A78-42279DBF0FD8}" dt="2026-02-20T02:23:54.074" v="6236" actId="6549"/>
          <ac:spMkLst>
            <pc:docMk/>
            <pc:sldMk cId="227148962" sldId="5480"/>
            <ac:spMk id="3" creationId="{C82962F8-2EAD-441B-0ECE-5AAF8BDC21FF}"/>
          </ac:spMkLst>
        </pc:spChg>
        <pc:spChg chg="add mod">
          <ac:chgData name="Lindeman, Mark A (US 365H)" userId="3688c61a-c847-421f-97e7-31f196fb4491" providerId="ADAL" clId="{216A9E4E-1227-49C0-8A78-42279DBF0FD8}" dt="2026-02-19T23:20:53.571" v="4749" actId="1076"/>
          <ac:spMkLst>
            <pc:docMk/>
            <pc:sldMk cId="227148962" sldId="5480"/>
            <ac:spMk id="6" creationId="{331A66B3-E469-2760-43C0-3590EE68CCA7}"/>
          </ac:spMkLst>
        </pc:spChg>
        <pc:spChg chg="add mod">
          <ac:chgData name="Lindeman, Mark A (US 365H)" userId="3688c61a-c847-421f-97e7-31f196fb4491" providerId="ADAL" clId="{216A9E4E-1227-49C0-8A78-42279DBF0FD8}" dt="2026-02-19T23:21:17.103" v="4757" actId="1076"/>
          <ac:spMkLst>
            <pc:docMk/>
            <pc:sldMk cId="227148962" sldId="5480"/>
            <ac:spMk id="9" creationId="{1A260DA2-221A-CA88-13E7-C32A62B29107}"/>
          </ac:spMkLst>
        </pc:spChg>
        <pc:spChg chg="add mod">
          <ac:chgData name="Lindeman, Mark A (US 365H)" userId="3688c61a-c847-421f-97e7-31f196fb4491" providerId="ADAL" clId="{216A9E4E-1227-49C0-8A78-42279DBF0FD8}" dt="2026-02-19T23:21:05.052" v="4753" actId="1076"/>
          <ac:spMkLst>
            <pc:docMk/>
            <pc:sldMk cId="227148962" sldId="5480"/>
            <ac:spMk id="10" creationId="{D9E4E802-9866-B132-FD06-082E25A0116B}"/>
          </ac:spMkLst>
        </pc:spChg>
        <pc:picChg chg="add del mod">
          <ac:chgData name="Lindeman, Mark A (US 365H)" userId="3688c61a-c847-421f-97e7-31f196fb4491" providerId="ADAL" clId="{216A9E4E-1227-49C0-8A78-42279DBF0FD8}" dt="2026-02-20T00:23:03.232" v="4840" actId="478"/>
          <ac:picMkLst>
            <pc:docMk/>
            <pc:sldMk cId="227148962" sldId="5480"/>
            <ac:picMk id="5" creationId="{BABB91B6-A2BF-9616-53B9-2FF90644E4F3}"/>
          </ac:picMkLst>
        </pc:picChg>
        <pc:picChg chg="add mod ord">
          <ac:chgData name="Lindeman, Mark A (US 365H)" userId="3688c61a-c847-421f-97e7-31f196fb4491" providerId="ADAL" clId="{216A9E4E-1227-49C0-8A78-42279DBF0FD8}" dt="2026-02-20T02:15:08.811" v="5945" actId="1076"/>
          <ac:picMkLst>
            <pc:docMk/>
            <pc:sldMk cId="227148962" sldId="5480"/>
            <ac:picMk id="18" creationId="{6F18C452-4ABA-85E7-15C8-7D356B1D1026}"/>
          </ac:picMkLst>
        </pc:picChg>
        <pc:cxnChg chg="add mod">
          <ac:chgData name="Lindeman, Mark A (US 365H)" userId="3688c61a-c847-421f-97e7-31f196fb4491" providerId="ADAL" clId="{216A9E4E-1227-49C0-8A78-42279DBF0FD8}" dt="2026-02-19T23:20:57.530" v="4751" actId="14100"/>
          <ac:cxnSpMkLst>
            <pc:docMk/>
            <pc:sldMk cId="227148962" sldId="5480"/>
            <ac:cxnSpMk id="7" creationId="{678DB72C-6AAA-4D2B-7345-797F3FC5FA3D}"/>
          </ac:cxnSpMkLst>
        </pc:cxnChg>
        <pc:cxnChg chg="add mod">
          <ac:chgData name="Lindeman, Mark A (US 365H)" userId="3688c61a-c847-421f-97e7-31f196fb4491" providerId="ADAL" clId="{216A9E4E-1227-49C0-8A78-42279DBF0FD8}" dt="2026-02-19T23:21:20.006" v="4758" actId="14100"/>
          <ac:cxnSpMkLst>
            <pc:docMk/>
            <pc:sldMk cId="227148962" sldId="5480"/>
            <ac:cxnSpMk id="8" creationId="{34A2BEB7-047F-7F45-4CEF-DC7B371C910C}"/>
          </ac:cxnSpMkLst>
        </pc:cxnChg>
        <pc:cxnChg chg="add mod">
          <ac:chgData name="Lindeman, Mark A (US 365H)" userId="3688c61a-c847-421f-97e7-31f196fb4491" providerId="ADAL" clId="{216A9E4E-1227-49C0-8A78-42279DBF0FD8}" dt="2026-02-20T00:23:20.493" v="4848" actId="14100"/>
          <ac:cxnSpMkLst>
            <pc:docMk/>
            <pc:sldMk cId="227148962" sldId="5480"/>
            <ac:cxnSpMk id="11" creationId="{A5CD7B71-D86A-CE22-5C87-5129DBCEF125}"/>
          </ac:cxnSpMkLst>
        </pc:cxnChg>
      </pc:sldChg>
      <pc:sldChg chg="addSp delSp modSp new del mod ord">
        <pc:chgData name="Lindeman, Mark A (US 365H)" userId="3688c61a-c847-421f-97e7-31f196fb4491" providerId="ADAL" clId="{216A9E4E-1227-49C0-8A78-42279DBF0FD8}" dt="2026-02-19T23:21:50.104" v="4759" actId="47"/>
        <pc:sldMkLst>
          <pc:docMk/>
          <pc:sldMk cId="1708714606" sldId="5481"/>
        </pc:sldMkLst>
        <pc:spChg chg="mod">
          <ac:chgData name="Lindeman, Mark A (US 365H)" userId="3688c61a-c847-421f-97e7-31f196fb4491" providerId="ADAL" clId="{216A9E4E-1227-49C0-8A78-42279DBF0FD8}" dt="2026-02-19T20:36:56.285" v="3934" actId="14100"/>
          <ac:spMkLst>
            <pc:docMk/>
            <pc:sldMk cId="1708714606" sldId="5481"/>
            <ac:spMk id="2" creationId="{AF2F598F-8B4D-52F6-BE84-135891F120F0}"/>
          </ac:spMkLst>
        </pc:spChg>
        <pc:spChg chg="del">
          <ac:chgData name="Lindeman, Mark A (US 365H)" userId="3688c61a-c847-421f-97e7-31f196fb4491" providerId="ADAL" clId="{216A9E4E-1227-49C0-8A78-42279DBF0FD8}" dt="2026-02-19T20:36:11.669" v="3836" actId="478"/>
          <ac:spMkLst>
            <pc:docMk/>
            <pc:sldMk cId="1708714606" sldId="5481"/>
            <ac:spMk id="3" creationId="{6D107C55-C2E1-2290-6BFA-D54E1DEBDFF1}"/>
          </ac:spMkLst>
        </pc:spChg>
        <pc:spChg chg="mod">
          <ac:chgData name="Lindeman, Mark A (US 365H)" userId="3688c61a-c847-421f-97e7-31f196fb4491" providerId="ADAL" clId="{216A9E4E-1227-49C0-8A78-42279DBF0FD8}" dt="2026-02-19T20:36:02.982" v="3835" actId="20577"/>
          <ac:spMkLst>
            <pc:docMk/>
            <pc:sldMk cId="1708714606" sldId="5481"/>
            <ac:spMk id="5" creationId="{A180D0FB-8FD5-A921-006D-CE74F98CB333}"/>
          </ac:spMkLst>
        </pc:spChg>
        <pc:picChg chg="add mod">
          <ac:chgData name="Lindeman, Mark A (US 365H)" userId="3688c61a-c847-421f-97e7-31f196fb4491" providerId="ADAL" clId="{216A9E4E-1227-49C0-8A78-42279DBF0FD8}" dt="2026-02-19T20:39:30.254" v="3956" actId="1076"/>
          <ac:picMkLst>
            <pc:docMk/>
            <pc:sldMk cId="1708714606" sldId="5481"/>
            <ac:picMk id="7" creationId="{DF1F19FE-CFBB-B2BD-3EBC-3E96F1E0DC69}"/>
          </ac:picMkLst>
        </pc:picChg>
        <pc:picChg chg="add del mod">
          <ac:chgData name="Lindeman, Mark A (US 365H)" userId="3688c61a-c847-421f-97e7-31f196fb4491" providerId="ADAL" clId="{216A9E4E-1227-49C0-8A78-42279DBF0FD8}" dt="2026-02-19T20:38:24.278" v="3945" actId="22"/>
          <ac:picMkLst>
            <pc:docMk/>
            <pc:sldMk cId="1708714606" sldId="5481"/>
            <ac:picMk id="9" creationId="{0B2D563D-9A2F-31C1-EE34-0A549826520A}"/>
          </ac:picMkLst>
        </pc:picChg>
        <pc:picChg chg="add mod">
          <ac:chgData name="Lindeman, Mark A (US 365H)" userId="3688c61a-c847-421f-97e7-31f196fb4491" providerId="ADAL" clId="{216A9E4E-1227-49C0-8A78-42279DBF0FD8}" dt="2026-02-19T20:39:38.129" v="3958" actId="14100"/>
          <ac:picMkLst>
            <pc:docMk/>
            <pc:sldMk cId="1708714606" sldId="5481"/>
            <ac:picMk id="11" creationId="{A20D8BB7-A743-1966-7F49-52C937C589C3}"/>
          </ac:picMkLst>
        </pc:picChg>
      </pc:sldChg>
      <pc:sldChg chg="new del">
        <pc:chgData name="Lindeman, Mark A (US 365H)" userId="3688c61a-c847-421f-97e7-31f196fb4491" providerId="ADAL" clId="{216A9E4E-1227-49C0-8A78-42279DBF0FD8}" dt="2026-02-19T20:50:53.913" v="3967" actId="680"/>
        <pc:sldMkLst>
          <pc:docMk/>
          <pc:sldMk cId="3493114520" sldId="5482"/>
        </pc:sldMkLst>
      </pc:sldChg>
      <pc:sldChg chg="modSp new mod">
        <pc:chgData name="Lindeman, Mark A (US 365H)" userId="3688c61a-c847-421f-97e7-31f196fb4491" providerId="ADAL" clId="{216A9E4E-1227-49C0-8A78-42279DBF0FD8}" dt="2026-02-19T20:51:43.582" v="4004" actId="20577"/>
        <pc:sldMkLst>
          <pc:docMk/>
          <pc:sldMk cId="4118765805" sldId="5482"/>
        </pc:sldMkLst>
        <pc:spChg chg="mod">
          <ac:chgData name="Lindeman, Mark A (US 365H)" userId="3688c61a-c847-421f-97e7-31f196fb4491" providerId="ADAL" clId="{216A9E4E-1227-49C0-8A78-42279DBF0FD8}" dt="2026-02-19T20:51:43.582" v="4004" actId="20577"/>
          <ac:spMkLst>
            <pc:docMk/>
            <pc:sldMk cId="4118765805" sldId="5482"/>
            <ac:spMk id="2" creationId="{19B5693D-0CA4-F33C-CE21-5EE85B182956}"/>
          </ac:spMkLst>
        </pc:spChg>
      </pc:sldChg>
      <pc:sldChg chg="modSp new mod">
        <pc:chgData name="Lindeman, Mark A (US 365H)" userId="3688c61a-c847-421f-97e7-31f196fb4491" providerId="ADAL" clId="{216A9E4E-1227-49C0-8A78-42279DBF0FD8}" dt="2026-02-20T01:57:42.347" v="5893" actId="5793"/>
        <pc:sldMkLst>
          <pc:docMk/>
          <pc:sldMk cId="3709493047" sldId="5483"/>
        </pc:sldMkLst>
        <pc:spChg chg="mod">
          <ac:chgData name="Lindeman, Mark A (US 365H)" userId="3688c61a-c847-421f-97e7-31f196fb4491" providerId="ADAL" clId="{216A9E4E-1227-49C0-8A78-42279DBF0FD8}" dt="2026-02-19T20:52:41.254" v="4032" actId="20577"/>
          <ac:spMkLst>
            <pc:docMk/>
            <pc:sldMk cId="3709493047" sldId="5483"/>
            <ac:spMk id="2" creationId="{45E2D263-197E-F7EA-CF2E-C31F474126AA}"/>
          </ac:spMkLst>
        </pc:spChg>
        <pc:spChg chg="mod">
          <ac:chgData name="Lindeman, Mark A (US 365H)" userId="3688c61a-c847-421f-97e7-31f196fb4491" providerId="ADAL" clId="{216A9E4E-1227-49C0-8A78-42279DBF0FD8}" dt="2026-02-20T01:57:42.347" v="5893" actId="5793"/>
          <ac:spMkLst>
            <pc:docMk/>
            <pc:sldMk cId="3709493047" sldId="5483"/>
            <ac:spMk id="3" creationId="{E82ACC12-94D4-BE17-E438-52E1D47ABCCF}"/>
          </ac:spMkLst>
        </pc:spChg>
      </pc:sldChg>
      <pc:sldChg chg="addSp delSp modSp new mod ord">
        <pc:chgData name="Lindeman, Mark A (US 365H)" userId="3688c61a-c847-421f-97e7-31f196fb4491" providerId="ADAL" clId="{216A9E4E-1227-49C0-8A78-42279DBF0FD8}" dt="2026-02-20T02:22:48.811" v="6210" actId="1076"/>
        <pc:sldMkLst>
          <pc:docMk/>
          <pc:sldMk cId="2596388255" sldId="5484"/>
        </pc:sldMkLst>
        <pc:spChg chg="mod">
          <ac:chgData name="Lindeman, Mark A (US 365H)" userId="3688c61a-c847-421f-97e7-31f196fb4491" providerId="ADAL" clId="{216A9E4E-1227-49C0-8A78-42279DBF0FD8}" dt="2026-02-20T02:15:47.745" v="5967" actId="20577"/>
          <ac:spMkLst>
            <pc:docMk/>
            <pc:sldMk cId="2596388255" sldId="5484"/>
            <ac:spMk id="2" creationId="{BD3742A6-62EE-3F29-F408-D1D5097292E4}"/>
          </ac:spMkLst>
        </pc:spChg>
        <pc:spChg chg="del mod">
          <ac:chgData name="Lindeman, Mark A (US 365H)" userId="3688c61a-c847-421f-97e7-31f196fb4491" providerId="ADAL" clId="{216A9E4E-1227-49C0-8A78-42279DBF0FD8}" dt="2026-02-20T02:21:43.397" v="6082" actId="478"/>
          <ac:spMkLst>
            <pc:docMk/>
            <pc:sldMk cId="2596388255" sldId="5484"/>
            <ac:spMk id="3" creationId="{EAE73562-AB23-C33F-EE5E-A9C38D54907E}"/>
          </ac:spMkLst>
        </pc:spChg>
        <pc:spChg chg="mod">
          <ac:chgData name="Lindeman, Mark A (US 365H)" userId="3688c61a-c847-421f-97e7-31f196fb4491" providerId="ADAL" clId="{216A9E4E-1227-49C0-8A78-42279DBF0FD8}" dt="2026-02-20T02:14:06.902" v="5936" actId="1076"/>
          <ac:spMkLst>
            <pc:docMk/>
            <pc:sldMk cId="2596388255" sldId="5484"/>
            <ac:spMk id="4" creationId="{58E464F2-382A-82AF-2857-9DBE7739BDD5}"/>
          </ac:spMkLst>
        </pc:spChg>
        <pc:spChg chg="add mod">
          <ac:chgData name="Lindeman, Mark A (US 365H)" userId="3688c61a-c847-421f-97e7-31f196fb4491" providerId="ADAL" clId="{216A9E4E-1227-49C0-8A78-42279DBF0FD8}" dt="2026-02-20T00:50:52.173" v="4914" actId="164"/>
          <ac:spMkLst>
            <pc:docMk/>
            <pc:sldMk cId="2596388255" sldId="5484"/>
            <ac:spMk id="7" creationId="{0001E8FA-C63A-11B8-24AE-56A8023F7D71}"/>
          </ac:spMkLst>
        </pc:spChg>
        <pc:spChg chg="add mod">
          <ac:chgData name="Lindeman, Mark A (US 365H)" userId="3688c61a-c847-421f-97e7-31f196fb4491" providerId="ADAL" clId="{216A9E4E-1227-49C0-8A78-42279DBF0FD8}" dt="2026-02-20T02:17:40.553" v="6032" actId="1076"/>
          <ac:spMkLst>
            <pc:docMk/>
            <pc:sldMk cId="2596388255" sldId="5484"/>
            <ac:spMk id="8" creationId="{F39AE333-9071-02D7-E490-2D6F7A5595F5}"/>
          </ac:spMkLst>
        </pc:spChg>
        <pc:spChg chg="add mod">
          <ac:chgData name="Lindeman, Mark A (US 365H)" userId="3688c61a-c847-421f-97e7-31f196fb4491" providerId="ADAL" clId="{216A9E4E-1227-49C0-8A78-42279DBF0FD8}" dt="2026-02-20T02:17:29.804" v="6029" actId="20577"/>
          <ac:spMkLst>
            <pc:docMk/>
            <pc:sldMk cId="2596388255" sldId="5484"/>
            <ac:spMk id="12" creationId="{F3CA341E-7148-92D7-E375-06BB998A7854}"/>
          </ac:spMkLst>
        </pc:spChg>
        <pc:spChg chg="add mod">
          <ac:chgData name="Lindeman, Mark A (US 365H)" userId="3688c61a-c847-421f-97e7-31f196fb4491" providerId="ADAL" clId="{216A9E4E-1227-49C0-8A78-42279DBF0FD8}" dt="2026-02-20T02:16:53.112" v="5997" actId="1076"/>
          <ac:spMkLst>
            <pc:docMk/>
            <pc:sldMk cId="2596388255" sldId="5484"/>
            <ac:spMk id="13" creationId="{B2DE7BB2-D6CE-1704-D422-787975A41377}"/>
          </ac:spMkLst>
        </pc:spChg>
        <pc:spChg chg="add mod">
          <ac:chgData name="Lindeman, Mark A (US 365H)" userId="3688c61a-c847-421f-97e7-31f196fb4491" providerId="ADAL" clId="{216A9E4E-1227-49C0-8A78-42279DBF0FD8}" dt="2026-02-20T02:21:49.255" v="6083" actId="1076"/>
          <ac:spMkLst>
            <pc:docMk/>
            <pc:sldMk cId="2596388255" sldId="5484"/>
            <ac:spMk id="20" creationId="{55494331-EB7E-F322-309A-1DFBD2BA28FC}"/>
          </ac:spMkLst>
        </pc:spChg>
        <pc:spChg chg="add mod">
          <ac:chgData name="Lindeman, Mark A (US 365H)" userId="3688c61a-c847-421f-97e7-31f196fb4491" providerId="ADAL" clId="{216A9E4E-1227-49C0-8A78-42279DBF0FD8}" dt="2026-02-20T02:22:48.811" v="6210" actId="1076"/>
          <ac:spMkLst>
            <pc:docMk/>
            <pc:sldMk cId="2596388255" sldId="5484"/>
            <ac:spMk id="23" creationId="{A29F8C45-2CE9-B107-99C9-1087F2C7946A}"/>
          </ac:spMkLst>
        </pc:spChg>
        <pc:grpChg chg="add mod">
          <ac:chgData name="Lindeman, Mark A (US 365H)" userId="3688c61a-c847-421f-97e7-31f196fb4491" providerId="ADAL" clId="{216A9E4E-1227-49C0-8A78-42279DBF0FD8}" dt="2026-02-20T02:21:49.255" v="6083" actId="1076"/>
          <ac:grpSpMkLst>
            <pc:docMk/>
            <pc:sldMk cId="2596388255" sldId="5484"/>
            <ac:grpSpMk id="9" creationId="{B8AAB978-9676-9C6D-36ED-445C35F4AEC1}"/>
          </ac:grpSpMkLst>
        </pc:grpChg>
        <pc:picChg chg="add mod modCrop">
          <ac:chgData name="Lindeman, Mark A (US 365H)" userId="3688c61a-c847-421f-97e7-31f196fb4491" providerId="ADAL" clId="{216A9E4E-1227-49C0-8A78-42279DBF0FD8}" dt="2026-02-20T02:16:53.112" v="5997" actId="1076"/>
          <ac:picMkLst>
            <pc:docMk/>
            <pc:sldMk cId="2596388255" sldId="5484"/>
            <ac:picMk id="5" creationId="{C269FFDC-58DB-025A-7FDE-27AAB484C98B}"/>
          </ac:picMkLst>
        </pc:picChg>
        <pc:picChg chg="add mod">
          <ac:chgData name="Lindeman, Mark A (US 365H)" userId="3688c61a-c847-421f-97e7-31f196fb4491" providerId="ADAL" clId="{216A9E4E-1227-49C0-8A78-42279DBF0FD8}" dt="2026-02-20T00:50:52.173" v="4914" actId="164"/>
          <ac:picMkLst>
            <pc:docMk/>
            <pc:sldMk cId="2596388255" sldId="5484"/>
            <ac:picMk id="6" creationId="{9FC1D151-C40C-5A71-D7B4-B077BBAFF43F}"/>
          </ac:picMkLst>
        </pc:picChg>
        <pc:picChg chg="add del mod">
          <ac:chgData name="Lindeman, Mark A (US 365H)" userId="3688c61a-c847-421f-97e7-31f196fb4491" providerId="ADAL" clId="{216A9E4E-1227-49C0-8A78-42279DBF0FD8}" dt="2026-02-20T00:50:28.688" v="4907" actId="478"/>
          <ac:picMkLst>
            <pc:docMk/>
            <pc:sldMk cId="2596388255" sldId="5484"/>
            <ac:picMk id="8" creationId="{6C909563-0E79-17A5-A765-BD9C511FD941}"/>
          </ac:picMkLst>
        </pc:picChg>
        <pc:cxnChg chg="add mod">
          <ac:chgData name="Lindeman, Mark A (US 365H)" userId="3688c61a-c847-421f-97e7-31f196fb4491" providerId="ADAL" clId="{216A9E4E-1227-49C0-8A78-42279DBF0FD8}" dt="2026-02-20T02:17:42.803" v="6033" actId="14100"/>
          <ac:cxnSpMkLst>
            <pc:docMk/>
            <pc:sldMk cId="2596388255" sldId="5484"/>
            <ac:cxnSpMk id="10" creationId="{BBD9F2A6-84AF-F2EA-1601-4EFE0C29FC88}"/>
          </ac:cxnSpMkLst>
        </pc:cxnChg>
        <pc:cxnChg chg="add mod">
          <ac:chgData name="Lindeman, Mark A (US 365H)" userId="3688c61a-c847-421f-97e7-31f196fb4491" providerId="ADAL" clId="{216A9E4E-1227-49C0-8A78-42279DBF0FD8}" dt="2026-02-20T02:16:53.112" v="5997" actId="1076"/>
          <ac:cxnSpMkLst>
            <pc:docMk/>
            <pc:sldMk cId="2596388255" sldId="5484"/>
            <ac:cxnSpMk id="11" creationId="{943708DD-7F8D-2A01-51A6-731152163847}"/>
          </ac:cxnSpMkLst>
        </pc:cxnChg>
        <pc:cxnChg chg="add mod">
          <ac:chgData name="Lindeman, Mark A (US 365H)" userId="3688c61a-c847-421f-97e7-31f196fb4491" providerId="ADAL" clId="{216A9E4E-1227-49C0-8A78-42279DBF0FD8}" dt="2026-02-20T02:16:53.112" v="5997" actId="1076"/>
          <ac:cxnSpMkLst>
            <pc:docMk/>
            <pc:sldMk cId="2596388255" sldId="5484"/>
            <ac:cxnSpMk id="14" creationId="{DC12116D-0E9F-070C-CED4-56A9E80EE2F8}"/>
          </ac:cxnSpMkLst>
        </pc:cxnChg>
        <pc:cxnChg chg="add del mod">
          <ac:chgData name="Lindeman, Mark A (US 365H)" userId="3688c61a-c847-421f-97e7-31f196fb4491" providerId="ADAL" clId="{216A9E4E-1227-49C0-8A78-42279DBF0FD8}" dt="2026-02-20T02:21:14.891" v="6079" actId="478"/>
          <ac:cxnSpMkLst>
            <pc:docMk/>
            <pc:sldMk cId="2596388255" sldId="5484"/>
            <ac:cxnSpMk id="22" creationId="{00372FD8-3CD7-2B72-4099-17B1FD5FD176}"/>
          </ac:cxnSpMkLst>
        </pc:cxnChg>
      </pc:sldChg>
      <pc:sldChg chg="delSp modSp add mod ord">
        <pc:chgData name="Lindeman, Mark A (US 365H)" userId="3688c61a-c847-421f-97e7-31f196fb4491" providerId="ADAL" clId="{216A9E4E-1227-49C0-8A78-42279DBF0FD8}" dt="2026-02-20T02:20:53.880" v="6078" actId="1076"/>
        <pc:sldMkLst>
          <pc:docMk/>
          <pc:sldMk cId="3404872977" sldId="5485"/>
        </pc:sldMkLst>
        <pc:spChg chg="mod">
          <ac:chgData name="Lindeman, Mark A (US 365H)" userId="3688c61a-c847-421f-97e7-31f196fb4491" providerId="ADAL" clId="{216A9E4E-1227-49C0-8A78-42279DBF0FD8}" dt="2026-02-20T02:20:05.804" v="6061" actId="20577"/>
          <ac:spMkLst>
            <pc:docMk/>
            <pc:sldMk cId="3404872977" sldId="5485"/>
            <ac:spMk id="2" creationId="{C40A470A-ADF5-1742-5661-022FE7AD3637}"/>
          </ac:spMkLst>
        </pc:spChg>
        <pc:spChg chg="del">
          <ac:chgData name="Lindeman, Mark A (US 365H)" userId="3688c61a-c847-421f-97e7-31f196fb4491" providerId="ADAL" clId="{216A9E4E-1227-49C0-8A78-42279DBF0FD8}" dt="2026-02-20T02:20:14.700" v="6064" actId="478"/>
          <ac:spMkLst>
            <pc:docMk/>
            <pc:sldMk cId="3404872977" sldId="5485"/>
            <ac:spMk id="8" creationId="{83FD3C03-8E43-0385-0500-F602437896E6}"/>
          </ac:spMkLst>
        </pc:spChg>
        <pc:spChg chg="del">
          <ac:chgData name="Lindeman, Mark A (US 365H)" userId="3688c61a-c847-421f-97e7-31f196fb4491" providerId="ADAL" clId="{216A9E4E-1227-49C0-8A78-42279DBF0FD8}" dt="2026-02-20T02:20:18.654" v="6065" actId="478"/>
          <ac:spMkLst>
            <pc:docMk/>
            <pc:sldMk cId="3404872977" sldId="5485"/>
            <ac:spMk id="12" creationId="{F4B287C5-E031-F82B-2624-6B135AD683F4}"/>
          </ac:spMkLst>
        </pc:spChg>
        <pc:spChg chg="del">
          <ac:chgData name="Lindeman, Mark A (US 365H)" userId="3688c61a-c847-421f-97e7-31f196fb4491" providerId="ADAL" clId="{216A9E4E-1227-49C0-8A78-42279DBF0FD8}" dt="2026-02-20T02:20:14.700" v="6064" actId="478"/>
          <ac:spMkLst>
            <pc:docMk/>
            <pc:sldMk cId="3404872977" sldId="5485"/>
            <ac:spMk id="13" creationId="{663C62F5-442F-B173-CC81-C1C6E2CFFB9D}"/>
          </ac:spMkLst>
        </pc:spChg>
        <pc:spChg chg="mod">
          <ac:chgData name="Lindeman, Mark A (US 365H)" userId="3688c61a-c847-421f-97e7-31f196fb4491" providerId="ADAL" clId="{216A9E4E-1227-49C0-8A78-42279DBF0FD8}" dt="2026-02-20T02:20:53.880" v="6078" actId="1076"/>
          <ac:spMkLst>
            <pc:docMk/>
            <pc:sldMk cId="3404872977" sldId="5485"/>
            <ac:spMk id="20" creationId="{0B5CB3A6-F8F8-BBC8-0359-98492F4B42BE}"/>
          </ac:spMkLst>
        </pc:spChg>
        <pc:grpChg chg="mod">
          <ac:chgData name="Lindeman, Mark A (US 365H)" userId="3688c61a-c847-421f-97e7-31f196fb4491" providerId="ADAL" clId="{216A9E4E-1227-49C0-8A78-42279DBF0FD8}" dt="2026-02-20T02:20:51.364" v="6077" actId="1076"/>
          <ac:grpSpMkLst>
            <pc:docMk/>
            <pc:sldMk cId="3404872977" sldId="5485"/>
            <ac:grpSpMk id="9" creationId="{D57D7840-118A-DD89-0140-9255A3EF41EB}"/>
          </ac:grpSpMkLst>
        </pc:grpChg>
        <pc:picChg chg="del mod">
          <ac:chgData name="Lindeman, Mark A (US 365H)" userId="3688c61a-c847-421f-97e7-31f196fb4491" providerId="ADAL" clId="{216A9E4E-1227-49C0-8A78-42279DBF0FD8}" dt="2026-02-20T02:20:08.714" v="6063" actId="478"/>
          <ac:picMkLst>
            <pc:docMk/>
            <pc:sldMk cId="3404872977" sldId="5485"/>
            <ac:picMk id="5" creationId="{C2FBE749-3B1E-6209-AEE2-7B4185EB0D36}"/>
          </ac:picMkLst>
        </pc:picChg>
        <pc:cxnChg chg="del">
          <ac:chgData name="Lindeman, Mark A (US 365H)" userId="3688c61a-c847-421f-97e7-31f196fb4491" providerId="ADAL" clId="{216A9E4E-1227-49C0-8A78-42279DBF0FD8}" dt="2026-02-20T02:20:14.700" v="6064" actId="478"/>
          <ac:cxnSpMkLst>
            <pc:docMk/>
            <pc:sldMk cId="3404872977" sldId="5485"/>
            <ac:cxnSpMk id="10" creationId="{77005B04-C062-F74D-A010-95EA52961B5A}"/>
          </ac:cxnSpMkLst>
        </pc:cxnChg>
        <pc:cxnChg chg="del">
          <ac:chgData name="Lindeman, Mark A (US 365H)" userId="3688c61a-c847-421f-97e7-31f196fb4491" providerId="ADAL" clId="{216A9E4E-1227-49C0-8A78-42279DBF0FD8}" dt="2026-02-20T02:20:14.700" v="6064" actId="478"/>
          <ac:cxnSpMkLst>
            <pc:docMk/>
            <pc:sldMk cId="3404872977" sldId="5485"/>
            <ac:cxnSpMk id="11" creationId="{AD245276-8BB9-1D7E-3608-A183E8987CAF}"/>
          </ac:cxnSpMkLst>
        </pc:cxnChg>
        <pc:cxnChg chg="del">
          <ac:chgData name="Lindeman, Mark A (US 365H)" userId="3688c61a-c847-421f-97e7-31f196fb4491" providerId="ADAL" clId="{216A9E4E-1227-49C0-8A78-42279DBF0FD8}" dt="2026-02-20T02:20:14.700" v="6064" actId="478"/>
          <ac:cxnSpMkLst>
            <pc:docMk/>
            <pc:sldMk cId="3404872977" sldId="5485"/>
            <ac:cxnSpMk id="14" creationId="{3A1C4ADC-1D2A-8F48-9F03-B0B520FFCB36}"/>
          </ac:cxnSpMkLst>
        </pc:cxnChg>
        <pc:cxnChg chg="del mod">
          <ac:chgData name="Lindeman, Mark A (US 365H)" userId="3688c61a-c847-421f-97e7-31f196fb4491" providerId="ADAL" clId="{216A9E4E-1227-49C0-8A78-42279DBF0FD8}" dt="2026-02-20T02:20:49.005" v="6076" actId="478"/>
          <ac:cxnSpMkLst>
            <pc:docMk/>
            <pc:sldMk cId="3404872977" sldId="5485"/>
            <ac:cxnSpMk id="22" creationId="{A4DE1E32-A3DD-A73F-D73E-A639D5AA672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A33D4-0525-4B05-81E5-F5426A78C674}" type="datetimeFigureOut">
              <a:rPr lang="en-US" smtClean="0"/>
              <a:t>2/23/2026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E89C55-9E0C-4E20-8CF6-6B0A019042FF}" type="slidenum">
              <a:rPr lang="en-US" smtClean="0"/>
              <a:t>‹#›</a:t>
            </a:fld>
            <a:endParaRPr lang="en-US" dirty="0"/>
          </a:p>
        </p:txBody>
      </p:sp>
    </p:spTree>
    <p:extLst>
      <p:ext uri="{BB962C8B-B14F-4D97-AF65-F5344CB8AC3E}">
        <p14:creationId xmlns:p14="http://schemas.microsoft.com/office/powerpoint/2010/main" val="2967162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89C55-9E0C-4E20-8CF6-6B0A019042FF}" type="slidenum">
              <a:rPr lang="en-US" smtClean="0"/>
              <a:t>6</a:t>
            </a:fld>
            <a:endParaRPr lang="en-US" dirty="0"/>
          </a:p>
        </p:txBody>
      </p:sp>
    </p:spTree>
    <p:extLst>
      <p:ext uri="{BB962C8B-B14F-4D97-AF65-F5344CB8AC3E}">
        <p14:creationId xmlns:p14="http://schemas.microsoft.com/office/powerpoint/2010/main" val="3856340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89C55-9E0C-4E20-8CF6-6B0A019042FF}" type="slidenum">
              <a:rPr lang="en-US" smtClean="0"/>
              <a:t>18</a:t>
            </a:fld>
            <a:endParaRPr lang="en-US" dirty="0"/>
          </a:p>
        </p:txBody>
      </p:sp>
    </p:spTree>
    <p:extLst>
      <p:ext uri="{BB962C8B-B14F-4D97-AF65-F5344CB8AC3E}">
        <p14:creationId xmlns:p14="http://schemas.microsoft.com/office/powerpoint/2010/main" val="489141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9EB1F-53DC-BFF4-7EAA-1BF4CBECC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1E03B-8B2B-2D26-AD7C-D4522DFD2D0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208900B-1A59-0ED9-F069-3B746FC62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1B7E3F-5B87-E8D3-57DC-1B21CAC12CBF}"/>
              </a:ext>
            </a:extLst>
          </p:cNvPr>
          <p:cNvSpPr>
            <a:spLocks noGrp="1"/>
          </p:cNvSpPr>
          <p:nvPr>
            <p:ph type="sldNum" sz="quarter" idx="5"/>
          </p:nvPr>
        </p:nvSpPr>
        <p:spPr/>
        <p:txBody>
          <a:bodyPr/>
          <a:lstStyle/>
          <a:p>
            <a:fld id="{A0E89C55-9E0C-4E20-8CF6-6B0A019042FF}" type="slidenum">
              <a:rPr lang="en-US" smtClean="0"/>
              <a:t>19</a:t>
            </a:fld>
            <a:endParaRPr lang="en-US" dirty="0"/>
          </a:p>
        </p:txBody>
      </p:sp>
    </p:spTree>
    <p:extLst>
      <p:ext uri="{BB962C8B-B14F-4D97-AF65-F5344CB8AC3E}">
        <p14:creationId xmlns:p14="http://schemas.microsoft.com/office/powerpoint/2010/main" val="1863683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Possible hand over to Karen</a:t>
            </a:r>
          </a:p>
          <a:p>
            <a:r>
              <a:rPr lang="en-US" dirty="0"/>
              <a:t>Harness builds 3 sets. One set delivered to ECM. One set split to vault (int/ext),</a:t>
            </a:r>
            <a:r>
              <a:rPr lang="en-US" baseline="0" dirty="0"/>
              <a:t> prop mod, and boom.</a:t>
            </a:r>
          </a:p>
          <a:p>
            <a:r>
              <a:rPr lang="en-US" baseline="0" dirty="0"/>
              <a:t>ECM test and cal on spare.</a:t>
            </a:r>
          </a:p>
          <a:p>
            <a:r>
              <a:rPr lang="en-US" baseline="0" dirty="0"/>
              <a:t>E2E electrical on actual flight cable.</a:t>
            </a:r>
            <a:endParaRPr lang="en-US" dirty="0"/>
          </a:p>
        </p:txBody>
      </p:sp>
      <p:sp>
        <p:nvSpPr>
          <p:cNvPr id="4" name="Slide Number Placeholder 3"/>
          <p:cNvSpPr>
            <a:spLocks noGrp="1"/>
          </p:cNvSpPr>
          <p:nvPr>
            <p:ph type="sldNum" sz="quarter" idx="10"/>
          </p:nvPr>
        </p:nvSpPr>
        <p:spPr/>
        <p:txBody>
          <a:bodyPr/>
          <a:lstStyle/>
          <a:p>
            <a:fld id="{F22C4F67-FA16-1545-BD98-8C345D46D294}" type="slidenum">
              <a:rPr lang="en-US" smtClean="0"/>
              <a:t>35</a:t>
            </a:fld>
            <a:endParaRPr lang="en-US" dirty="0"/>
          </a:p>
        </p:txBody>
      </p:sp>
    </p:spTree>
    <p:extLst>
      <p:ext uri="{BB962C8B-B14F-4D97-AF65-F5344CB8AC3E}">
        <p14:creationId xmlns:p14="http://schemas.microsoft.com/office/powerpoint/2010/main" val="3900566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89C55-9E0C-4E20-8CF6-6B0A019042FF}" type="slidenum">
              <a:rPr lang="en-US" smtClean="0"/>
              <a:t>38</a:t>
            </a:fld>
            <a:endParaRPr lang="en-US" dirty="0"/>
          </a:p>
        </p:txBody>
      </p:sp>
    </p:spTree>
    <p:extLst>
      <p:ext uri="{BB962C8B-B14F-4D97-AF65-F5344CB8AC3E}">
        <p14:creationId xmlns:p14="http://schemas.microsoft.com/office/powerpoint/2010/main" val="4972651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9" name="Rectangle 8"/>
          <p:cNvSpPr/>
          <p:nvPr/>
        </p:nvSpPr>
        <p:spPr>
          <a:xfrm>
            <a:off x="0" y="4368800"/>
            <a:ext cx="12180850" cy="24892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eaLnBrk="0" fontAlgn="base" hangingPunct="0">
              <a:spcBef>
                <a:spcPct val="0"/>
              </a:spcBef>
              <a:spcAft>
                <a:spcPct val="0"/>
              </a:spcAft>
            </a:pPr>
            <a:endParaRPr lang="en-US" sz="1799" dirty="0">
              <a:solidFill>
                <a:prstClr val="white"/>
              </a:solidFill>
              <a:latin typeface="Helvetica Neue Thin" charset="0"/>
              <a:ea typeface="Helvetica Neue Thin" charset="0"/>
              <a:cs typeface="Helvetica Neue Thin" charset="0"/>
            </a:endParaRPr>
          </a:p>
        </p:txBody>
      </p:sp>
      <p:sp>
        <p:nvSpPr>
          <p:cNvPr id="2" name="Title 1"/>
          <p:cNvSpPr>
            <a:spLocks noGrp="1"/>
          </p:cNvSpPr>
          <p:nvPr>
            <p:ph type="ctrTitle"/>
          </p:nvPr>
        </p:nvSpPr>
        <p:spPr>
          <a:xfrm>
            <a:off x="156115" y="4443847"/>
            <a:ext cx="11916228" cy="893665"/>
          </a:xfrm>
          <a:noFill/>
        </p:spPr>
        <p:txBody>
          <a:bodyPr anchor="b">
            <a:normAutofit/>
          </a:bodyPr>
          <a:lstStyle>
            <a:lvl1pPr algn="l">
              <a:defRPr sz="4049" b="0" i="0">
                <a:solidFill>
                  <a:schemeClr val="bg1"/>
                </a:solidFill>
                <a:latin typeface="Helvetica Neue Light" charset="0"/>
                <a:ea typeface="Helvetica Neue Light" charset="0"/>
                <a:cs typeface="Helvetica Neue Light" charset="0"/>
              </a:defRPr>
            </a:lvl1pPr>
          </a:lstStyle>
          <a:p>
            <a:r>
              <a:rPr lang="en-US" dirty="0"/>
              <a:t>Click to edit Master title style</a:t>
            </a:r>
          </a:p>
        </p:txBody>
      </p:sp>
      <p:sp>
        <p:nvSpPr>
          <p:cNvPr id="3" name="Subtitle 2"/>
          <p:cNvSpPr>
            <a:spLocks noGrp="1"/>
          </p:cNvSpPr>
          <p:nvPr>
            <p:ph type="subTitle" idx="1"/>
          </p:nvPr>
        </p:nvSpPr>
        <p:spPr>
          <a:xfrm>
            <a:off x="156115" y="5337513"/>
            <a:ext cx="8608564" cy="729180"/>
          </a:xfrm>
        </p:spPr>
        <p:txBody>
          <a:bodyPr/>
          <a:lstStyle>
            <a:lvl1pPr marL="0" indent="0" algn="l">
              <a:buNone/>
              <a:defRPr sz="1799" b="0" i="0">
                <a:solidFill>
                  <a:schemeClr val="bg1"/>
                </a:solidFill>
                <a:latin typeface="Helvetica Neue Thin" charset="0"/>
                <a:ea typeface="Helvetica Neue Thin" charset="0"/>
                <a:cs typeface="Helvetica Neue Thin" charset="0"/>
              </a:defRPr>
            </a:lvl1pPr>
            <a:lvl2pPr marL="342797" indent="0" algn="ctr">
              <a:buNone/>
              <a:defRPr sz="1500"/>
            </a:lvl2pPr>
            <a:lvl3pPr marL="685594" indent="0" algn="ctr">
              <a:buNone/>
              <a:defRPr sz="1350"/>
            </a:lvl3pPr>
            <a:lvl4pPr marL="1028391" indent="0" algn="ctr">
              <a:buNone/>
              <a:defRPr sz="1200"/>
            </a:lvl4pPr>
            <a:lvl5pPr marL="1371189" indent="0" algn="ctr">
              <a:buNone/>
              <a:defRPr sz="1200"/>
            </a:lvl5pPr>
            <a:lvl6pPr marL="1713986" indent="0" algn="ctr">
              <a:buNone/>
              <a:defRPr sz="1200"/>
            </a:lvl6pPr>
            <a:lvl7pPr marL="2056783" indent="0" algn="ctr">
              <a:buNone/>
              <a:defRPr sz="1200"/>
            </a:lvl7pPr>
            <a:lvl8pPr marL="2399580" indent="0" algn="ctr">
              <a:buNone/>
              <a:defRPr sz="1200"/>
            </a:lvl8pPr>
            <a:lvl9pPr marL="2742377"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766090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94263" y="163108"/>
            <a:ext cx="10583333" cy="862804"/>
          </a:xfrm>
        </p:spPr>
        <p:txBody>
          <a:bodyPr/>
          <a:lstStyle/>
          <a:p>
            <a:r>
              <a:rPr lang="en-US"/>
              <a:t>Click to edit Master title style</a:t>
            </a:r>
            <a:endParaRPr lang="en-US" dirty="0"/>
          </a:p>
        </p:txBody>
      </p:sp>
      <p:sp>
        <p:nvSpPr>
          <p:cNvPr id="3" name="Content Placeholder 2"/>
          <p:cNvSpPr>
            <a:spLocks noGrp="1"/>
          </p:cNvSpPr>
          <p:nvPr>
            <p:ph idx="1"/>
          </p:nvPr>
        </p:nvSpPr>
        <p:spPr>
          <a:xfrm>
            <a:off x="211874" y="1270725"/>
            <a:ext cx="11865722" cy="50155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p:cNvCxnSpPr/>
          <p:nvPr/>
        </p:nvCxnSpPr>
        <p:spPr>
          <a:xfrm>
            <a:off x="318979" y="1148318"/>
            <a:ext cx="11651511" cy="0"/>
          </a:xfrm>
          <a:prstGeom prst="line">
            <a:avLst/>
          </a:prstGeom>
          <a:ln>
            <a:gradFill flip="none" rotWithShape="1">
              <a:gsLst>
                <a:gs pos="0">
                  <a:schemeClr val="bg2">
                    <a:lumMod val="10000"/>
                  </a:schemeClr>
                </a:gs>
                <a:gs pos="100000">
                  <a:srgbClr val="FF6600"/>
                </a:gs>
                <a:gs pos="50000">
                  <a:srgbClr val="0000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9" name="Date Placeholder 3">
            <a:extLst>
              <a:ext uri="{FF2B5EF4-FFF2-40B4-BE49-F238E27FC236}">
                <a16:creationId xmlns:a16="http://schemas.microsoft.com/office/drawing/2014/main" id="{FE88AB0A-ABCC-484E-9243-7D0D26AA3AEA}"/>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B27E4B00-4D35-4D10-A502-1C880B7B0794}" type="datetime1">
              <a:rPr lang="en-US" smtClean="0"/>
              <a:t>2/23/2026</a:t>
            </a:fld>
            <a:endParaRPr lang="en-US" dirty="0"/>
          </a:p>
        </p:txBody>
      </p:sp>
      <p:sp>
        <p:nvSpPr>
          <p:cNvPr id="11" name="Slide Number Placeholder 5">
            <a:extLst>
              <a:ext uri="{FF2B5EF4-FFF2-40B4-BE49-F238E27FC236}">
                <a16:creationId xmlns:a16="http://schemas.microsoft.com/office/drawing/2014/main" id="{0943014B-D33C-F142-AC62-3253A018A534}"/>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2" name="Footer Placeholder 5">
            <a:extLst>
              <a:ext uri="{FF2B5EF4-FFF2-40B4-BE49-F238E27FC236}">
                <a16:creationId xmlns:a16="http://schemas.microsoft.com/office/drawing/2014/main" id="{C57A88A0-A809-D84F-8DC4-6818CFAC17DB}"/>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454687574"/>
      </p:ext>
    </p:extLst>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4499"/>
            </a:lvl1pPr>
          </a:lstStyle>
          <a:p>
            <a:r>
              <a:rPr lang="en-US"/>
              <a:t>Click to edit Master title style</a:t>
            </a:r>
          </a:p>
        </p:txBody>
      </p:sp>
      <p:sp>
        <p:nvSpPr>
          <p:cNvPr id="3" name="Text Placeholder 2"/>
          <p:cNvSpPr>
            <a:spLocks noGrp="1"/>
          </p:cNvSpPr>
          <p:nvPr>
            <p:ph type="body" idx="1"/>
          </p:nvPr>
        </p:nvSpPr>
        <p:spPr>
          <a:xfrm>
            <a:off x="831851" y="4645222"/>
            <a:ext cx="10515600" cy="1500187"/>
          </a:xfrm>
        </p:spPr>
        <p:txBody>
          <a:bodyPr/>
          <a:lstStyle>
            <a:lvl1pPr marL="0" indent="0">
              <a:buNone/>
              <a:defRPr sz="1799">
                <a:solidFill>
                  <a:schemeClr val="tx1">
                    <a:tint val="75000"/>
                  </a:schemeClr>
                </a:solidFill>
              </a:defRPr>
            </a:lvl1pPr>
            <a:lvl2pPr marL="342797" indent="0">
              <a:buNone/>
              <a:defRPr sz="1500">
                <a:solidFill>
                  <a:schemeClr val="tx1">
                    <a:tint val="75000"/>
                  </a:schemeClr>
                </a:solidFill>
              </a:defRPr>
            </a:lvl2pPr>
            <a:lvl3pPr marL="685594" indent="0">
              <a:buNone/>
              <a:defRPr sz="1350">
                <a:solidFill>
                  <a:schemeClr val="tx1">
                    <a:tint val="75000"/>
                  </a:schemeClr>
                </a:solidFill>
              </a:defRPr>
            </a:lvl3pPr>
            <a:lvl4pPr marL="1028391" indent="0">
              <a:buNone/>
              <a:defRPr sz="1200">
                <a:solidFill>
                  <a:schemeClr val="tx1">
                    <a:tint val="75000"/>
                  </a:schemeClr>
                </a:solidFill>
              </a:defRPr>
            </a:lvl4pPr>
            <a:lvl5pPr marL="1371189" indent="0">
              <a:buNone/>
              <a:defRPr sz="1200">
                <a:solidFill>
                  <a:schemeClr val="tx1">
                    <a:tint val="75000"/>
                  </a:schemeClr>
                </a:solidFill>
              </a:defRPr>
            </a:lvl5pPr>
            <a:lvl6pPr marL="1713986" indent="0">
              <a:buNone/>
              <a:defRPr sz="1200">
                <a:solidFill>
                  <a:schemeClr val="tx1">
                    <a:tint val="75000"/>
                  </a:schemeClr>
                </a:solidFill>
              </a:defRPr>
            </a:lvl6pPr>
            <a:lvl7pPr marL="2056783" indent="0">
              <a:buNone/>
              <a:defRPr sz="1200">
                <a:solidFill>
                  <a:schemeClr val="tx1">
                    <a:tint val="75000"/>
                  </a:schemeClr>
                </a:solidFill>
              </a:defRPr>
            </a:lvl7pPr>
            <a:lvl8pPr marL="2399580" indent="0">
              <a:buNone/>
              <a:defRPr sz="1200">
                <a:solidFill>
                  <a:schemeClr val="tx1">
                    <a:tint val="75000"/>
                  </a:schemeClr>
                </a:solidFill>
              </a:defRPr>
            </a:lvl8pPr>
            <a:lvl9pPr marL="2742377" indent="0">
              <a:buNone/>
              <a:defRPr sz="120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BD14E995-D382-3D44-8035-BF7D9A6F331C}"/>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BE24279C-7B09-4D76-BF2A-CC01682F5999}" type="datetime1">
              <a:rPr lang="en-US" smtClean="0"/>
              <a:t>2/23/2026</a:t>
            </a:fld>
            <a:endParaRPr lang="en-US" dirty="0"/>
          </a:p>
        </p:txBody>
      </p:sp>
      <p:sp>
        <p:nvSpPr>
          <p:cNvPr id="8" name="Slide Number Placeholder 5">
            <a:extLst>
              <a:ext uri="{FF2B5EF4-FFF2-40B4-BE49-F238E27FC236}">
                <a16:creationId xmlns:a16="http://schemas.microsoft.com/office/drawing/2014/main" id="{1C349741-9C3A-AD44-9D02-81706C858B48}"/>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9" name="Footer Placeholder 5">
            <a:extLst>
              <a:ext uri="{FF2B5EF4-FFF2-40B4-BE49-F238E27FC236}">
                <a16:creationId xmlns:a16="http://schemas.microsoft.com/office/drawing/2014/main" id="{97778D04-2321-914F-91A3-107A85D5DF1B}"/>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3913389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8978" y="1389599"/>
            <a:ext cx="5700822" cy="47873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389599"/>
            <a:ext cx="5700822" cy="47873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Box 7"/>
          <p:cNvSpPr txBox="1"/>
          <p:nvPr/>
        </p:nvSpPr>
        <p:spPr>
          <a:xfrm>
            <a:off x="5251363" y="377763"/>
            <a:ext cx="184731" cy="369332"/>
          </a:xfrm>
          <a:prstGeom prst="rect">
            <a:avLst/>
          </a:prstGeom>
          <a:noFill/>
        </p:spPr>
        <p:txBody>
          <a:bodyPr wrap="none" rtlCol="0">
            <a:spAutoFit/>
          </a:bodyPr>
          <a:lstStyle/>
          <a:p>
            <a:pPr defTabSz="914126" eaLnBrk="0" fontAlgn="base" hangingPunct="0">
              <a:spcBef>
                <a:spcPct val="0"/>
              </a:spcBef>
              <a:spcAft>
                <a:spcPct val="0"/>
              </a:spcAft>
            </a:pPr>
            <a:endParaRPr lang="en-US" sz="1799" dirty="0">
              <a:solidFill>
                <a:prstClr val="black"/>
              </a:solidFill>
              <a:latin typeface="Arial" charset="0"/>
            </a:endParaRPr>
          </a:p>
        </p:txBody>
      </p:sp>
      <p:cxnSp>
        <p:nvCxnSpPr>
          <p:cNvPr id="9" name="Straight Connector 8"/>
          <p:cNvCxnSpPr/>
          <p:nvPr/>
        </p:nvCxnSpPr>
        <p:spPr>
          <a:xfrm>
            <a:off x="318979" y="1148318"/>
            <a:ext cx="11651511" cy="0"/>
          </a:xfrm>
          <a:prstGeom prst="line">
            <a:avLst/>
          </a:prstGeom>
          <a:ln>
            <a:gradFill flip="none" rotWithShape="1">
              <a:gsLst>
                <a:gs pos="0">
                  <a:schemeClr val="bg2">
                    <a:lumMod val="10000"/>
                  </a:schemeClr>
                </a:gs>
                <a:gs pos="100000">
                  <a:srgbClr val="FF6600"/>
                </a:gs>
                <a:gs pos="50000">
                  <a:srgbClr val="0000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0" name="Date Placeholder 3">
            <a:extLst>
              <a:ext uri="{FF2B5EF4-FFF2-40B4-BE49-F238E27FC236}">
                <a16:creationId xmlns:a16="http://schemas.microsoft.com/office/drawing/2014/main" id="{CAEDDEE5-9364-8049-B6A8-7D9FCD592BDD}"/>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F34EC50A-5BB4-4439-B0B3-B81A1029E3E7}" type="datetime1">
              <a:rPr lang="en-US" smtClean="0"/>
              <a:t>2/23/2026</a:t>
            </a:fld>
            <a:endParaRPr lang="en-US" dirty="0"/>
          </a:p>
        </p:txBody>
      </p:sp>
      <p:sp>
        <p:nvSpPr>
          <p:cNvPr id="11" name="Slide Number Placeholder 5">
            <a:extLst>
              <a:ext uri="{FF2B5EF4-FFF2-40B4-BE49-F238E27FC236}">
                <a16:creationId xmlns:a16="http://schemas.microsoft.com/office/drawing/2014/main" id="{73321299-10E6-5C4B-9870-6CE9E373263D}"/>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2" name="Footer Placeholder 5">
            <a:extLst>
              <a:ext uri="{FF2B5EF4-FFF2-40B4-BE49-F238E27FC236}">
                <a16:creationId xmlns:a16="http://schemas.microsoft.com/office/drawing/2014/main" id="{8696083E-BE6A-8A41-806A-06AA34D3673C}"/>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6" name="Title 1">
            <a:extLst>
              <a:ext uri="{FF2B5EF4-FFF2-40B4-BE49-F238E27FC236}">
                <a16:creationId xmlns:a16="http://schemas.microsoft.com/office/drawing/2014/main" id="{777975F7-C238-6F4F-92B3-EDADBA5A813B}"/>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4144401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8977" y="1280160"/>
            <a:ext cx="5678600" cy="651348"/>
          </a:xfrm>
        </p:spPr>
        <p:txBody>
          <a:bodyPr anchor="b"/>
          <a:lstStyle>
            <a:lvl1pPr marL="0" indent="0">
              <a:buNone/>
              <a:defRPr sz="1799" b="1"/>
            </a:lvl1pPr>
            <a:lvl2pPr marL="342797" indent="0">
              <a:buNone/>
              <a:defRPr sz="1500" b="1"/>
            </a:lvl2pPr>
            <a:lvl3pPr marL="685594" indent="0">
              <a:buNone/>
              <a:defRPr sz="1350" b="1"/>
            </a:lvl3pPr>
            <a:lvl4pPr marL="1028391" indent="0">
              <a:buNone/>
              <a:defRPr sz="1200" b="1"/>
            </a:lvl4pPr>
            <a:lvl5pPr marL="1371189" indent="0">
              <a:buNone/>
              <a:defRPr sz="1200" b="1"/>
            </a:lvl5pPr>
            <a:lvl6pPr marL="1713986" indent="0">
              <a:buNone/>
              <a:defRPr sz="1200" b="1"/>
            </a:lvl6pPr>
            <a:lvl7pPr marL="2056783" indent="0">
              <a:buNone/>
              <a:defRPr sz="1200" b="1"/>
            </a:lvl7pPr>
            <a:lvl8pPr marL="2399580" indent="0">
              <a:buNone/>
              <a:defRPr sz="1200" b="1"/>
            </a:lvl8pPr>
            <a:lvl9pPr marL="2742377" indent="0">
              <a:buNone/>
              <a:defRPr sz="1200" b="1"/>
            </a:lvl9pPr>
          </a:lstStyle>
          <a:p>
            <a:pPr lvl="0"/>
            <a:r>
              <a:rPr lang="en-US"/>
              <a:t>Edit Master text styles</a:t>
            </a:r>
          </a:p>
        </p:txBody>
      </p:sp>
      <p:sp>
        <p:nvSpPr>
          <p:cNvPr id="4" name="Content Placeholder 3"/>
          <p:cNvSpPr>
            <a:spLocks noGrp="1"/>
          </p:cNvSpPr>
          <p:nvPr>
            <p:ph sz="half" idx="2"/>
          </p:nvPr>
        </p:nvSpPr>
        <p:spPr>
          <a:xfrm>
            <a:off x="318978" y="1931509"/>
            <a:ext cx="5678599" cy="425815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46801" y="1280161"/>
            <a:ext cx="5823687" cy="651347"/>
          </a:xfrm>
        </p:spPr>
        <p:txBody>
          <a:bodyPr anchor="b"/>
          <a:lstStyle>
            <a:lvl1pPr marL="0" indent="0">
              <a:buNone/>
              <a:defRPr sz="1799" b="1"/>
            </a:lvl1pPr>
            <a:lvl2pPr marL="342797" indent="0">
              <a:buNone/>
              <a:defRPr sz="1500" b="1"/>
            </a:lvl2pPr>
            <a:lvl3pPr marL="685594" indent="0">
              <a:buNone/>
              <a:defRPr sz="1350" b="1"/>
            </a:lvl3pPr>
            <a:lvl4pPr marL="1028391" indent="0">
              <a:buNone/>
              <a:defRPr sz="1200" b="1"/>
            </a:lvl4pPr>
            <a:lvl5pPr marL="1371189" indent="0">
              <a:buNone/>
              <a:defRPr sz="1200" b="1"/>
            </a:lvl5pPr>
            <a:lvl6pPr marL="1713986" indent="0">
              <a:buNone/>
              <a:defRPr sz="1200" b="1"/>
            </a:lvl6pPr>
            <a:lvl7pPr marL="2056783" indent="0">
              <a:buNone/>
              <a:defRPr sz="1200" b="1"/>
            </a:lvl7pPr>
            <a:lvl8pPr marL="2399580" indent="0">
              <a:buNone/>
              <a:defRPr sz="1200" b="1"/>
            </a:lvl8pPr>
            <a:lvl9pPr marL="2742377" indent="0">
              <a:buNone/>
              <a:defRPr sz="1200" b="1"/>
            </a:lvl9pPr>
          </a:lstStyle>
          <a:p>
            <a:pPr lvl="0"/>
            <a:r>
              <a:rPr lang="en-US"/>
              <a:t>Edit Master text styles</a:t>
            </a:r>
          </a:p>
        </p:txBody>
      </p:sp>
      <p:sp>
        <p:nvSpPr>
          <p:cNvPr id="6" name="Content Placeholder 5"/>
          <p:cNvSpPr>
            <a:spLocks noGrp="1"/>
          </p:cNvSpPr>
          <p:nvPr>
            <p:ph sz="quarter" idx="4"/>
          </p:nvPr>
        </p:nvSpPr>
        <p:spPr>
          <a:xfrm>
            <a:off x="6146800" y="1931508"/>
            <a:ext cx="5823688" cy="42581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318979" y="1148318"/>
            <a:ext cx="11651511" cy="0"/>
          </a:xfrm>
          <a:prstGeom prst="line">
            <a:avLst/>
          </a:prstGeom>
          <a:ln>
            <a:gradFill flip="none" rotWithShape="1">
              <a:gsLst>
                <a:gs pos="0">
                  <a:schemeClr val="bg2">
                    <a:lumMod val="10000"/>
                  </a:schemeClr>
                </a:gs>
                <a:gs pos="100000">
                  <a:srgbClr val="FF6600"/>
                </a:gs>
                <a:gs pos="50000">
                  <a:srgbClr val="0000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1" name="Date Placeholder 3">
            <a:extLst>
              <a:ext uri="{FF2B5EF4-FFF2-40B4-BE49-F238E27FC236}">
                <a16:creationId xmlns:a16="http://schemas.microsoft.com/office/drawing/2014/main" id="{63A38D35-269D-A747-BCA7-128122FBCCED}"/>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28735820-DE91-4684-B12C-8B4028409122}" type="datetime1">
              <a:rPr lang="en-US" smtClean="0"/>
              <a:t>2/23/2026</a:t>
            </a:fld>
            <a:endParaRPr lang="en-US" dirty="0"/>
          </a:p>
        </p:txBody>
      </p:sp>
      <p:sp>
        <p:nvSpPr>
          <p:cNvPr id="12" name="Slide Number Placeholder 5">
            <a:extLst>
              <a:ext uri="{FF2B5EF4-FFF2-40B4-BE49-F238E27FC236}">
                <a16:creationId xmlns:a16="http://schemas.microsoft.com/office/drawing/2014/main" id="{6DBE8FF4-45AA-FC42-A4BA-0696C9E8E73D}"/>
              </a:ext>
            </a:extLst>
          </p:cNvPr>
          <p:cNvSpPr>
            <a:spLocks noGrp="1"/>
          </p:cNvSpPr>
          <p:nvPr>
            <p:ph type="sldNum" sz="quarter" idx="11"/>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3" name="Footer Placeholder 5">
            <a:extLst>
              <a:ext uri="{FF2B5EF4-FFF2-40B4-BE49-F238E27FC236}">
                <a16:creationId xmlns:a16="http://schemas.microsoft.com/office/drawing/2014/main" id="{E4652B60-C019-E549-B64E-48252BA62885}"/>
              </a:ext>
            </a:extLst>
          </p:cNvPr>
          <p:cNvSpPr>
            <a:spLocks noGrp="1"/>
          </p:cNvSpPr>
          <p:nvPr>
            <p:ph type="ftr" sz="quarter" idx="12"/>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4" name="Title 1">
            <a:extLst>
              <a:ext uri="{FF2B5EF4-FFF2-40B4-BE49-F238E27FC236}">
                <a16:creationId xmlns:a16="http://schemas.microsoft.com/office/drawing/2014/main" id="{BB165740-119F-EC46-A937-CE9AF6D0841B}"/>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1590128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1E0D8712-6C53-9146-A245-191DF5C86D47}"/>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92330F14-05BA-4662-ADE5-F1ED3740E061}" type="datetime1">
              <a:rPr lang="en-US" smtClean="0"/>
              <a:t>2/23/2026</a:t>
            </a:fld>
            <a:endParaRPr lang="en-US" dirty="0"/>
          </a:p>
        </p:txBody>
      </p:sp>
      <p:sp>
        <p:nvSpPr>
          <p:cNvPr id="7" name="Slide Number Placeholder 5">
            <a:extLst>
              <a:ext uri="{FF2B5EF4-FFF2-40B4-BE49-F238E27FC236}">
                <a16:creationId xmlns:a16="http://schemas.microsoft.com/office/drawing/2014/main" id="{09BD9297-B93D-2A48-A323-0ACC7297DA9F}"/>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8" name="Footer Placeholder 5">
            <a:extLst>
              <a:ext uri="{FF2B5EF4-FFF2-40B4-BE49-F238E27FC236}">
                <a16:creationId xmlns:a16="http://schemas.microsoft.com/office/drawing/2014/main" id="{D80B9AB0-D961-6C49-8F9B-7B421F93FDE3}"/>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9" name="Title 1">
            <a:extLst>
              <a:ext uri="{FF2B5EF4-FFF2-40B4-BE49-F238E27FC236}">
                <a16:creationId xmlns:a16="http://schemas.microsoft.com/office/drawing/2014/main" id="{75A545FC-C2DD-724D-998F-DA4C54349F01}"/>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235648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5394615B-81AA-494B-9EAA-5B274A1E0E9C}"/>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35C392AF-0BAC-44F9-AEF8-5B20E3CBA3EA}" type="datetime1">
              <a:rPr lang="en-US" smtClean="0"/>
              <a:t>2/23/2026</a:t>
            </a:fld>
            <a:endParaRPr lang="en-US" dirty="0"/>
          </a:p>
        </p:txBody>
      </p:sp>
      <p:sp>
        <p:nvSpPr>
          <p:cNvPr id="6" name="Slide Number Placeholder 5">
            <a:extLst>
              <a:ext uri="{FF2B5EF4-FFF2-40B4-BE49-F238E27FC236}">
                <a16:creationId xmlns:a16="http://schemas.microsoft.com/office/drawing/2014/main" id="{4C55A663-A13B-5946-BC7F-57364E0D8507}"/>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7" name="Footer Placeholder 5">
            <a:extLst>
              <a:ext uri="{FF2B5EF4-FFF2-40B4-BE49-F238E27FC236}">
                <a16:creationId xmlns:a16="http://schemas.microsoft.com/office/drawing/2014/main" id="{009A45C6-6392-7344-861F-6C5451FAFA4D}"/>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3711842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987428"/>
            <a:ext cx="3932237" cy="1069971"/>
          </a:xfrm>
        </p:spPr>
        <p:txBody>
          <a:bodyPr anchor="b"/>
          <a:lstStyle>
            <a:lvl1pPr>
              <a:defRPr sz="2399"/>
            </a:lvl1pPr>
          </a:lstStyle>
          <a:p>
            <a:r>
              <a:rPr lang="en-US"/>
              <a:t>Click to edit Master title style</a:t>
            </a:r>
          </a:p>
        </p:txBody>
      </p:sp>
      <p:sp>
        <p:nvSpPr>
          <p:cNvPr id="3" name="Content Placeholder 2"/>
          <p:cNvSpPr>
            <a:spLocks noGrp="1"/>
          </p:cNvSpPr>
          <p:nvPr>
            <p:ph idx="1"/>
          </p:nvPr>
        </p:nvSpPr>
        <p:spPr>
          <a:xfrm>
            <a:off x="5183188" y="987429"/>
            <a:ext cx="6172200" cy="4873625"/>
          </a:xfrm>
        </p:spPr>
        <p:txBody>
          <a:bodyPr/>
          <a:lstStyle>
            <a:lvl1pPr>
              <a:defRPr sz="2399"/>
            </a:lvl1pPr>
            <a:lvl2pPr>
              <a:defRPr sz="2099"/>
            </a:lvl2pPr>
            <a:lvl3pPr>
              <a:defRPr sz="1799"/>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200"/>
            </a:lvl1pPr>
            <a:lvl2pPr marL="342797" indent="0">
              <a:buNone/>
              <a:defRPr sz="1050"/>
            </a:lvl2pPr>
            <a:lvl3pPr marL="685594" indent="0">
              <a:buNone/>
              <a:defRPr sz="900"/>
            </a:lvl3pPr>
            <a:lvl4pPr marL="1028391" indent="0">
              <a:buNone/>
              <a:defRPr sz="750"/>
            </a:lvl4pPr>
            <a:lvl5pPr marL="1371189"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8" name="Date Placeholder 3">
            <a:extLst>
              <a:ext uri="{FF2B5EF4-FFF2-40B4-BE49-F238E27FC236}">
                <a16:creationId xmlns:a16="http://schemas.microsoft.com/office/drawing/2014/main" id="{881F045F-C337-8A44-A791-97CF4056EE5F}"/>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17060521-4760-484E-BD98-D0FC8F0B3299}" type="datetime1">
              <a:rPr lang="en-US" smtClean="0"/>
              <a:t>2/23/2026</a:t>
            </a:fld>
            <a:endParaRPr lang="en-US" dirty="0"/>
          </a:p>
        </p:txBody>
      </p:sp>
      <p:sp>
        <p:nvSpPr>
          <p:cNvPr id="9" name="Slide Number Placeholder 5">
            <a:extLst>
              <a:ext uri="{FF2B5EF4-FFF2-40B4-BE49-F238E27FC236}">
                <a16:creationId xmlns:a16="http://schemas.microsoft.com/office/drawing/2014/main" id="{91019BF4-AC34-774B-97C2-098D6ACF61C0}"/>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0" name="Footer Placeholder 5">
            <a:extLst>
              <a:ext uri="{FF2B5EF4-FFF2-40B4-BE49-F238E27FC236}">
                <a16:creationId xmlns:a16="http://schemas.microsoft.com/office/drawing/2014/main" id="{FFE36EB0-F66C-4B4B-9F32-2ECAD801B8A3}"/>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1" name="Title 1">
            <a:extLst>
              <a:ext uri="{FF2B5EF4-FFF2-40B4-BE49-F238E27FC236}">
                <a16:creationId xmlns:a16="http://schemas.microsoft.com/office/drawing/2014/main" id="{F77CF139-1651-DF48-8012-817E63B35E58}"/>
              </a:ext>
            </a:extLst>
          </p:cNvPr>
          <p:cNvSpPr txBox="1">
            <a:spLocks/>
          </p:cNvSpPr>
          <p:nvPr/>
        </p:nvSpPr>
        <p:spPr>
          <a:xfrm>
            <a:off x="1494263" y="163108"/>
            <a:ext cx="10583333" cy="862804"/>
          </a:xfrm>
          <a:prstGeom prst="rect">
            <a:avLst/>
          </a:prstGeom>
        </p:spPr>
        <p:txBody>
          <a:bodyPr vert="horz" lIns="91440" tIns="45720" rIns="91440" bIns="45720" rtlCol="0" anchor="ctr">
            <a:normAutofit/>
          </a:bodyPr>
          <a:lst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a:lstStyle>
          <a:p>
            <a:r>
              <a:rPr lang="en-US" dirty="0"/>
              <a:t>Click to edit Master title style</a:t>
            </a:r>
          </a:p>
        </p:txBody>
      </p:sp>
    </p:spTree>
    <p:extLst>
      <p:ext uri="{BB962C8B-B14F-4D97-AF65-F5344CB8AC3E}">
        <p14:creationId xmlns:p14="http://schemas.microsoft.com/office/powerpoint/2010/main" val="426786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987428"/>
            <a:ext cx="3932237" cy="1069971"/>
          </a:xfrm>
        </p:spPr>
        <p:txBody>
          <a:bodyPr anchor="b"/>
          <a:lstStyle>
            <a:lvl1pPr>
              <a:defRPr sz="2399"/>
            </a:lvl1pPr>
          </a:lstStyle>
          <a:p>
            <a:r>
              <a:rPr lang="en-US"/>
              <a:t>Click to edit Master title style</a:t>
            </a:r>
          </a:p>
        </p:txBody>
      </p:sp>
      <p:sp>
        <p:nvSpPr>
          <p:cNvPr id="3" name="Picture Placeholder 2"/>
          <p:cNvSpPr>
            <a:spLocks noGrp="1"/>
          </p:cNvSpPr>
          <p:nvPr>
            <p:ph type="pic" idx="1"/>
          </p:nvPr>
        </p:nvSpPr>
        <p:spPr>
          <a:xfrm>
            <a:off x="5183188" y="987429"/>
            <a:ext cx="6172200" cy="4873625"/>
          </a:xfrm>
        </p:spPr>
        <p:txBody>
          <a:bodyPr/>
          <a:lstStyle>
            <a:lvl1pPr marL="0" indent="0">
              <a:buNone/>
              <a:defRPr sz="2399"/>
            </a:lvl1pPr>
            <a:lvl2pPr marL="342797" indent="0">
              <a:buNone/>
              <a:defRPr sz="2099"/>
            </a:lvl2pPr>
            <a:lvl3pPr marL="685594" indent="0">
              <a:buNone/>
              <a:defRPr sz="1799"/>
            </a:lvl3pPr>
            <a:lvl4pPr marL="1028391" indent="0">
              <a:buNone/>
              <a:defRPr sz="1500"/>
            </a:lvl4pPr>
            <a:lvl5pPr marL="1371189" indent="0">
              <a:buNone/>
              <a:defRPr sz="1500"/>
            </a:lvl5pPr>
            <a:lvl6pPr marL="1713986" indent="0">
              <a:buNone/>
              <a:defRPr sz="1500"/>
            </a:lvl6pPr>
            <a:lvl7pPr marL="2056783" indent="0">
              <a:buNone/>
              <a:defRPr sz="1500"/>
            </a:lvl7pPr>
            <a:lvl8pPr marL="2399580" indent="0">
              <a:buNone/>
              <a:defRPr sz="1500"/>
            </a:lvl8pPr>
            <a:lvl9pPr marL="2742377" indent="0">
              <a:buNone/>
              <a:defRPr sz="1500"/>
            </a:lvl9pPr>
          </a:lstStyle>
          <a:p>
            <a:r>
              <a:rPr lang="en-US" dirty="0"/>
              <a:t>Click icon to add picture</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200"/>
            </a:lvl1pPr>
            <a:lvl2pPr marL="342797" indent="0">
              <a:buNone/>
              <a:defRPr sz="1050"/>
            </a:lvl2pPr>
            <a:lvl3pPr marL="685594" indent="0">
              <a:buNone/>
              <a:defRPr sz="900"/>
            </a:lvl3pPr>
            <a:lvl4pPr marL="1028391" indent="0">
              <a:buNone/>
              <a:defRPr sz="750"/>
            </a:lvl4pPr>
            <a:lvl5pPr marL="1371189"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8" name="Date Placeholder 3">
            <a:extLst>
              <a:ext uri="{FF2B5EF4-FFF2-40B4-BE49-F238E27FC236}">
                <a16:creationId xmlns:a16="http://schemas.microsoft.com/office/drawing/2014/main" id="{D6412918-444C-524B-BB21-95C493B52977}"/>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F817289B-98CD-4020-B7B0-EC9D67CF7473}" type="datetime1">
              <a:rPr lang="en-US" smtClean="0"/>
              <a:t>2/23/2026</a:t>
            </a:fld>
            <a:endParaRPr lang="en-US" dirty="0"/>
          </a:p>
        </p:txBody>
      </p:sp>
      <p:sp>
        <p:nvSpPr>
          <p:cNvPr id="9" name="Slide Number Placeholder 5">
            <a:extLst>
              <a:ext uri="{FF2B5EF4-FFF2-40B4-BE49-F238E27FC236}">
                <a16:creationId xmlns:a16="http://schemas.microsoft.com/office/drawing/2014/main" id="{5AA67EE4-6DEE-0544-8EB2-4002F07AD0CD}"/>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0" name="Footer Placeholder 5">
            <a:extLst>
              <a:ext uri="{FF2B5EF4-FFF2-40B4-BE49-F238E27FC236}">
                <a16:creationId xmlns:a16="http://schemas.microsoft.com/office/drawing/2014/main" id="{9AA91FC2-4EFC-4048-B48F-406C9D6B917D}"/>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1" name="Title 1">
            <a:extLst>
              <a:ext uri="{FF2B5EF4-FFF2-40B4-BE49-F238E27FC236}">
                <a16:creationId xmlns:a16="http://schemas.microsoft.com/office/drawing/2014/main" id="{721B70D6-34CC-7F4B-9C8A-23F9304F773B}"/>
              </a:ext>
            </a:extLst>
          </p:cNvPr>
          <p:cNvSpPr txBox="1">
            <a:spLocks/>
          </p:cNvSpPr>
          <p:nvPr/>
        </p:nvSpPr>
        <p:spPr>
          <a:xfrm>
            <a:off x="1494263" y="163108"/>
            <a:ext cx="10583333" cy="862804"/>
          </a:xfrm>
          <a:prstGeom prst="rect">
            <a:avLst/>
          </a:prstGeom>
        </p:spPr>
        <p:txBody>
          <a:bodyPr vert="horz" lIns="91440" tIns="45720" rIns="91440" bIns="45720" rtlCol="0" anchor="ctr">
            <a:normAutofit/>
          </a:bodyPr>
          <a:lst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a:lstStyle>
          <a:p>
            <a:r>
              <a:rPr lang="en-US" dirty="0"/>
              <a:t>Click to edit Master title style</a:t>
            </a:r>
          </a:p>
        </p:txBody>
      </p:sp>
    </p:spTree>
    <p:extLst>
      <p:ext uri="{BB962C8B-B14F-4D97-AF65-F5344CB8AC3E}">
        <p14:creationId xmlns:p14="http://schemas.microsoft.com/office/powerpoint/2010/main" val="4124748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258336" y="1260087"/>
            <a:ext cx="11796593" cy="48053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6A176CC-EB01-D044-8577-B613A7C6403A}"/>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7E098B2B-4326-42B8-AF76-2FE836FEAD6D}" type="datetime1">
              <a:rPr lang="en-US" smtClean="0"/>
              <a:t>2/23/2026</a:t>
            </a:fld>
            <a:endParaRPr lang="en-US" dirty="0"/>
          </a:p>
        </p:txBody>
      </p:sp>
      <p:sp>
        <p:nvSpPr>
          <p:cNvPr id="8" name="Slide Number Placeholder 5">
            <a:extLst>
              <a:ext uri="{FF2B5EF4-FFF2-40B4-BE49-F238E27FC236}">
                <a16:creationId xmlns:a16="http://schemas.microsoft.com/office/drawing/2014/main" id="{EDFB0D1D-776E-B142-B863-C0897099E0D3}"/>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9" name="Footer Placeholder 5">
            <a:extLst>
              <a:ext uri="{FF2B5EF4-FFF2-40B4-BE49-F238E27FC236}">
                <a16:creationId xmlns:a16="http://schemas.microsoft.com/office/drawing/2014/main" id="{0009F91B-7207-F34A-9FFA-67CFFB6F6160}"/>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0" name="Title 1">
            <a:extLst>
              <a:ext uri="{FF2B5EF4-FFF2-40B4-BE49-F238E27FC236}">
                <a16:creationId xmlns:a16="http://schemas.microsoft.com/office/drawing/2014/main" id="{4091C0E5-A441-9141-9FD5-4B6575462B7E}"/>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1034713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B8CD416-1FDA-C949-B174-B625915DAFBF}"/>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6BB8E0B4-AF29-4896-8077-628147B78BCC}" type="datetime1">
              <a:rPr lang="en-US" smtClean="0"/>
              <a:t>2/23/2026</a:t>
            </a:fld>
            <a:endParaRPr lang="en-US" dirty="0"/>
          </a:p>
        </p:txBody>
      </p:sp>
      <p:sp>
        <p:nvSpPr>
          <p:cNvPr id="8" name="Slide Number Placeholder 5">
            <a:extLst>
              <a:ext uri="{FF2B5EF4-FFF2-40B4-BE49-F238E27FC236}">
                <a16:creationId xmlns:a16="http://schemas.microsoft.com/office/drawing/2014/main" id="{0709E176-71FE-C145-8CDB-852193A0E454}"/>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9" name="Footer Placeholder 5">
            <a:extLst>
              <a:ext uri="{FF2B5EF4-FFF2-40B4-BE49-F238E27FC236}">
                <a16:creationId xmlns:a16="http://schemas.microsoft.com/office/drawing/2014/main" id="{804DB0F7-153B-C048-B612-8C928F926D51}"/>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3904312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 Go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Box 3">
            <a:extLst>
              <a:ext uri="{FF2B5EF4-FFF2-40B4-BE49-F238E27FC236}">
                <a16:creationId xmlns:a16="http://schemas.microsoft.com/office/drawing/2014/main" id="{55F92128-65CB-C890-D5EC-8F8FC02B748B}"/>
              </a:ext>
            </a:extLst>
          </p:cNvPr>
          <p:cNvSpPr txBox="1"/>
          <p:nvPr userDrawn="1"/>
        </p:nvSpPr>
        <p:spPr>
          <a:xfrm>
            <a:off x="888023" y="6472535"/>
            <a:ext cx="10415954" cy="276999"/>
          </a:xfrm>
          <a:prstGeom prst="rect">
            <a:avLst/>
          </a:prstGeom>
          <a:noFill/>
        </p:spPr>
        <p:txBody>
          <a:bodyPr wrap="square">
            <a:spAutoFit/>
          </a:bodyPr>
          <a:lstStyle/>
          <a:p>
            <a:r>
              <a:rPr lang="en-US" sz="1200" b="1" i="0" dirty="0">
                <a:solidFill>
                  <a:srgbClr val="BA0C2F"/>
                </a:solidFill>
                <a:effectLst/>
                <a:latin typeface="Roboto-Light"/>
              </a:rPr>
              <a:t>The technical data in this document is controlled under the U.S. Export Regulations; release to foreign persons may require an export authorization.</a:t>
            </a:r>
            <a:endParaRPr lang="en-US" sz="1200" dirty="0"/>
          </a:p>
        </p:txBody>
      </p:sp>
    </p:spTree>
    <p:extLst>
      <p:ext uri="{BB962C8B-B14F-4D97-AF65-F5344CB8AC3E}">
        <p14:creationId xmlns:p14="http://schemas.microsoft.com/office/powerpoint/2010/main" val="616467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0176-000F-4239-45E1-168C28101E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56A9BB-21C5-55B1-5766-00876D1E0C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DBC67-1550-1114-3C09-D66E342EA39C}"/>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5" name="Footer Placeholder 4">
            <a:extLst>
              <a:ext uri="{FF2B5EF4-FFF2-40B4-BE49-F238E27FC236}">
                <a16:creationId xmlns:a16="http://schemas.microsoft.com/office/drawing/2014/main" id="{3C94F585-0BAE-5986-DB82-20F50E0633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A38CEE-7DE4-3BF8-AB60-3ED555697040}"/>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521664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17CA-7B55-CEBC-3299-33C239B6A4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6A5132-A653-769A-5DEE-A91E96F32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806482-62B2-AEBE-DAC9-E14E79B3D137}"/>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5" name="Footer Placeholder 4">
            <a:extLst>
              <a:ext uri="{FF2B5EF4-FFF2-40B4-BE49-F238E27FC236}">
                <a16:creationId xmlns:a16="http://schemas.microsoft.com/office/drawing/2014/main" id="{4640D245-490A-DC95-67BB-4A6375A17253}"/>
              </a:ext>
            </a:extLst>
          </p:cNvPr>
          <p:cNvSpPr>
            <a:spLocks noGrp="1"/>
          </p:cNvSpPr>
          <p:nvPr>
            <p:ph type="ftr" sz="quarter" idx="11"/>
          </p:nvPr>
        </p:nvSpPr>
        <p:spPr/>
        <p:txBody>
          <a:body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6" name="Slide Number Placeholder 5">
            <a:extLst>
              <a:ext uri="{FF2B5EF4-FFF2-40B4-BE49-F238E27FC236}">
                <a16:creationId xmlns:a16="http://schemas.microsoft.com/office/drawing/2014/main" id="{F4B294EB-6C58-80F6-D52A-CA05DD6A636D}"/>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3250444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3FD03-668D-94B9-A757-552015E3E7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9CDC88-4589-943F-DD22-015410106A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A49571-3C4E-F963-3D39-ED424FEA40EB}"/>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5" name="Footer Placeholder 4">
            <a:extLst>
              <a:ext uri="{FF2B5EF4-FFF2-40B4-BE49-F238E27FC236}">
                <a16:creationId xmlns:a16="http://schemas.microsoft.com/office/drawing/2014/main" id="{54129C8C-2A27-93DF-8C58-F9FB2D0C867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3421FB-930F-597B-EF03-E342750B9392}"/>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065339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82834-19EA-FA0C-A4FA-9DBB87AF4A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4DA27-D66D-7422-9235-11438BA02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2D0B53-74E5-3374-0F0C-2DBB9BB72F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27C9C3-2CFA-3270-EE2A-EC27DE984257}"/>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6" name="Footer Placeholder 5">
            <a:extLst>
              <a:ext uri="{FF2B5EF4-FFF2-40B4-BE49-F238E27FC236}">
                <a16:creationId xmlns:a16="http://schemas.microsoft.com/office/drawing/2014/main" id="{2C92ACD9-0CDE-6182-CC79-6358785B0A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0791F64-C6DC-8F70-EBA0-7EBD7C8D703B}"/>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227429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FDC26-B3BF-ADAD-DB72-F45E9A696B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84197A-017D-6DB4-5878-25DA87F600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19C660-522E-3502-274E-85FF40F6DA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EECFD-C825-7142-1382-869B5BFC25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375ACD-71BB-E20C-2B6A-3D0A5A0361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C69664-CF2B-B31D-29B1-2EB0F2160C90}"/>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8" name="Footer Placeholder 7">
            <a:extLst>
              <a:ext uri="{FF2B5EF4-FFF2-40B4-BE49-F238E27FC236}">
                <a16:creationId xmlns:a16="http://schemas.microsoft.com/office/drawing/2014/main" id="{CA79593A-C821-F6A4-F4BB-44C1A58E27A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486F5CC-76BB-5561-94A2-294A282DB4D9}"/>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1914448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B92EF-F26C-C629-5A79-DC0B15BCB4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1E9818-E13E-6224-6AA5-B4466B49BEF5}"/>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4" name="Footer Placeholder 3">
            <a:extLst>
              <a:ext uri="{FF2B5EF4-FFF2-40B4-BE49-F238E27FC236}">
                <a16:creationId xmlns:a16="http://schemas.microsoft.com/office/drawing/2014/main" id="{2FFB72AF-4276-83C8-527E-4934A63870F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08F94CE-DB6F-36C5-18EC-174BE67EF3A4}"/>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66043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D590A-6578-A879-823A-8DFCBB201046}"/>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3" name="Footer Placeholder 2">
            <a:extLst>
              <a:ext uri="{FF2B5EF4-FFF2-40B4-BE49-F238E27FC236}">
                <a16:creationId xmlns:a16="http://schemas.microsoft.com/office/drawing/2014/main" id="{49F95D9C-4F9D-C803-EDEF-3957F248DF6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FC69942-C476-79AB-7213-13721DC16AD2}"/>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40027358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F29C-19CC-F698-1084-1C6E07BE62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8BACB6-4924-C66E-8D48-1DA24C32F7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90A510-9828-0174-D781-9F55ADEB8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CDF143-1685-B0E9-94DE-281B2F369625}"/>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6" name="Footer Placeholder 5">
            <a:extLst>
              <a:ext uri="{FF2B5EF4-FFF2-40B4-BE49-F238E27FC236}">
                <a16:creationId xmlns:a16="http://schemas.microsoft.com/office/drawing/2014/main" id="{8A4F7928-206A-5E4B-03FE-8B45941CE0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D507C1D-18F1-3B86-DB5E-61EF1AC3763C}"/>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7820907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34E5-2A2C-6EAB-0AAC-F238B333B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72E371-FC67-F896-DB58-1512ECAF3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BC916B2-EE05-5ADC-CA0D-2609EBEF4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803E0E-F739-2D77-6B5B-90090242511A}"/>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6" name="Footer Placeholder 5">
            <a:extLst>
              <a:ext uri="{FF2B5EF4-FFF2-40B4-BE49-F238E27FC236}">
                <a16:creationId xmlns:a16="http://schemas.microsoft.com/office/drawing/2014/main" id="{0C447574-8752-F52E-4419-13A9A506CB0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EADE55-44DC-36A9-9E0E-CEA713C49BF3}"/>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752663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F335D-A6F0-4DB1-1E6A-D14C245B87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BEF44B-339E-05C6-33DC-1B5381D4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16C8E-BC58-232B-9AF6-C6235CE491BF}"/>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5" name="Footer Placeholder 4">
            <a:extLst>
              <a:ext uri="{FF2B5EF4-FFF2-40B4-BE49-F238E27FC236}">
                <a16:creationId xmlns:a16="http://schemas.microsoft.com/office/drawing/2014/main" id="{91B5ECBC-EFF6-79CA-57C1-77F5AD10B16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A05374-58D4-F707-B363-1E0ADE764436}"/>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42388969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95493B-60AC-35F0-138A-3149550DAF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3F7FF8-E0A3-ACD1-7B31-84A8E428F3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B2A86-A142-82BC-B274-9098F740EDC1}"/>
              </a:ext>
            </a:extLst>
          </p:cNvPr>
          <p:cNvSpPr>
            <a:spLocks noGrp="1"/>
          </p:cNvSpPr>
          <p:nvPr>
            <p:ph type="dt" sz="half" idx="10"/>
          </p:nvPr>
        </p:nvSpPr>
        <p:spPr/>
        <p:txBody>
          <a:bodyPr/>
          <a:lstStyle/>
          <a:p>
            <a:fld id="{DA8561C0-690C-4F0A-88DB-4DFB5B2086A4}" type="datetimeFigureOut">
              <a:rPr lang="en-US" smtClean="0"/>
              <a:t>2/23/2026</a:t>
            </a:fld>
            <a:endParaRPr lang="en-US" dirty="0"/>
          </a:p>
        </p:txBody>
      </p:sp>
      <p:sp>
        <p:nvSpPr>
          <p:cNvPr id="5" name="Footer Placeholder 4">
            <a:extLst>
              <a:ext uri="{FF2B5EF4-FFF2-40B4-BE49-F238E27FC236}">
                <a16:creationId xmlns:a16="http://schemas.microsoft.com/office/drawing/2014/main" id="{DF8F5DD7-CBD6-E65C-D0EE-D3431FB8C92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954E15-1F3A-8DDD-57FE-E5F8D0D998A5}"/>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99912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356351"/>
            <a:ext cx="12192000" cy="50164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eaLnBrk="0" fontAlgn="base" hangingPunct="0">
              <a:spcBef>
                <a:spcPct val="0"/>
              </a:spcBef>
              <a:spcAft>
                <a:spcPct val="0"/>
              </a:spcAft>
            </a:pPr>
            <a:endParaRPr lang="en-US" sz="1799" dirty="0">
              <a:solidFill>
                <a:prstClr val="white"/>
              </a:solidFill>
              <a:latin typeface="Helvetica Neue Thin" charset="0"/>
              <a:ea typeface="Helvetica Neue Thin" charset="0"/>
              <a:cs typeface="Helvetica Neue Thin" charset="0"/>
            </a:endParaRPr>
          </a:p>
        </p:txBody>
      </p:sp>
      <p:sp>
        <p:nvSpPr>
          <p:cNvPr id="2" name="Title Placeholder 1"/>
          <p:cNvSpPr>
            <a:spLocks noGrp="1"/>
          </p:cNvSpPr>
          <p:nvPr>
            <p:ph type="title"/>
          </p:nvPr>
        </p:nvSpPr>
        <p:spPr>
          <a:xfrm>
            <a:off x="1539330" y="163018"/>
            <a:ext cx="10515600" cy="98521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1216729"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EF03FDCF-C493-41AB-B288-55CA09516802}" type="datetime1">
              <a:rPr lang="en-US" smtClean="0"/>
              <a:t>2/23/2026</a:t>
            </a:fld>
            <a:endParaRPr lang="en-US" dirty="0"/>
          </a:p>
        </p:txBody>
      </p:sp>
      <p:sp>
        <p:nvSpPr>
          <p:cNvPr id="6" name="Slide Number Placeholder 5"/>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0" name="Footer Placeholder 5"/>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endParaRPr lang="en-US" dirty="0"/>
          </a:p>
        </p:txBody>
      </p:sp>
      <p:pic>
        <p:nvPicPr>
          <p:cNvPr id="9" name="Picture 8">
            <a:extLst>
              <a:ext uri="{FF2B5EF4-FFF2-40B4-BE49-F238E27FC236}">
                <a16:creationId xmlns:a16="http://schemas.microsoft.com/office/drawing/2014/main" id="{9AEC9877-B72D-3A41-870C-442164114F84}"/>
              </a:ext>
            </a:extLst>
          </p:cNvPr>
          <p:cNvPicPr>
            <a:picLocks noChangeAspect="1"/>
          </p:cNvPicPr>
          <p:nvPr/>
        </p:nvPicPr>
        <p:blipFill>
          <a:blip r:embed="rId14"/>
          <a:stretch>
            <a:fillRect/>
          </a:stretch>
        </p:blipFill>
        <p:spPr>
          <a:xfrm>
            <a:off x="303505" y="216948"/>
            <a:ext cx="1027754" cy="877351"/>
          </a:xfrm>
          <a:prstGeom prst="rect">
            <a:avLst/>
          </a:prstGeom>
        </p:spPr>
      </p:pic>
    </p:spTree>
    <p:extLst>
      <p:ext uri="{BB962C8B-B14F-4D97-AF65-F5344CB8AC3E}">
        <p14:creationId xmlns:p14="http://schemas.microsoft.com/office/powerpoint/2010/main" val="4235294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p:titleStyle>
    <p:bodyStyle>
      <a:lvl1pPr marL="171399" indent="-171399" algn="l" defTabSz="685594" rtl="0" eaLnBrk="1" latinLnBrk="0" hangingPunct="1">
        <a:lnSpc>
          <a:spcPct val="90000"/>
        </a:lnSpc>
        <a:spcBef>
          <a:spcPts val="750"/>
        </a:spcBef>
        <a:buFont typeface="Arial"/>
        <a:buChar char="•"/>
        <a:defRPr sz="2099" b="0" i="0" kern="1200">
          <a:solidFill>
            <a:schemeClr val="tx1"/>
          </a:solidFill>
          <a:latin typeface="Helvetica Neue Thin" charset="0"/>
          <a:ea typeface="Helvetica Neue Thin" charset="0"/>
          <a:cs typeface="Helvetica Neue Thin" charset="0"/>
        </a:defRPr>
      </a:lvl1pPr>
      <a:lvl2pPr marL="514196" indent="-171399" algn="l" defTabSz="685594" rtl="0" eaLnBrk="1" latinLnBrk="0" hangingPunct="1">
        <a:lnSpc>
          <a:spcPct val="90000"/>
        </a:lnSpc>
        <a:spcBef>
          <a:spcPts val="375"/>
        </a:spcBef>
        <a:buFont typeface="Arial"/>
        <a:buChar char="•"/>
        <a:defRPr sz="1799" b="0" i="0" kern="1200">
          <a:solidFill>
            <a:schemeClr val="tx1"/>
          </a:solidFill>
          <a:latin typeface="Helvetica Neue Thin" charset="0"/>
          <a:ea typeface="Helvetica Neue Thin" charset="0"/>
          <a:cs typeface="Helvetica Neue Thin" charset="0"/>
        </a:defRPr>
      </a:lvl2pPr>
      <a:lvl3pPr marL="856993" indent="-171399" algn="l" defTabSz="685594" rtl="0" eaLnBrk="1" latinLnBrk="0" hangingPunct="1">
        <a:lnSpc>
          <a:spcPct val="90000"/>
        </a:lnSpc>
        <a:spcBef>
          <a:spcPts val="375"/>
        </a:spcBef>
        <a:buFont typeface="Arial"/>
        <a:buChar char="•"/>
        <a:defRPr sz="1500" b="0" i="1" kern="1200">
          <a:solidFill>
            <a:schemeClr val="tx1"/>
          </a:solidFill>
          <a:latin typeface="Helvetica Neue Thin" charset="0"/>
          <a:ea typeface="Helvetica Neue Thin" charset="0"/>
          <a:cs typeface="Helvetica Neue Thin" charset="0"/>
        </a:defRPr>
      </a:lvl3pPr>
      <a:lvl4pPr marL="1199790"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4pPr>
      <a:lvl5pPr marL="1542587"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5pPr>
      <a:lvl6pPr marL="1885384"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181"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0978"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3776"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594" rtl="0" eaLnBrk="1" latinLnBrk="0" hangingPunct="1">
        <a:defRPr sz="1350" kern="1200">
          <a:solidFill>
            <a:schemeClr val="tx1"/>
          </a:solidFill>
          <a:latin typeface="+mn-lt"/>
          <a:ea typeface="+mn-ea"/>
          <a:cs typeface="+mn-cs"/>
        </a:defRPr>
      </a:lvl1pPr>
      <a:lvl2pPr marL="342797" algn="l" defTabSz="685594" rtl="0" eaLnBrk="1" latinLnBrk="0" hangingPunct="1">
        <a:defRPr sz="1350" kern="1200">
          <a:solidFill>
            <a:schemeClr val="tx1"/>
          </a:solidFill>
          <a:latin typeface="+mn-lt"/>
          <a:ea typeface="+mn-ea"/>
          <a:cs typeface="+mn-cs"/>
        </a:defRPr>
      </a:lvl2pPr>
      <a:lvl3pPr marL="685594" algn="l" defTabSz="685594" rtl="0" eaLnBrk="1" latinLnBrk="0" hangingPunct="1">
        <a:defRPr sz="1350" kern="1200">
          <a:solidFill>
            <a:schemeClr val="tx1"/>
          </a:solidFill>
          <a:latin typeface="+mn-lt"/>
          <a:ea typeface="+mn-ea"/>
          <a:cs typeface="+mn-cs"/>
        </a:defRPr>
      </a:lvl3pPr>
      <a:lvl4pPr marL="1028391" algn="l" defTabSz="685594" rtl="0" eaLnBrk="1" latinLnBrk="0" hangingPunct="1">
        <a:defRPr sz="1350" kern="1200">
          <a:solidFill>
            <a:schemeClr val="tx1"/>
          </a:solidFill>
          <a:latin typeface="+mn-lt"/>
          <a:ea typeface="+mn-ea"/>
          <a:cs typeface="+mn-cs"/>
        </a:defRPr>
      </a:lvl4pPr>
      <a:lvl5pPr marL="1371189" algn="l" defTabSz="685594" rtl="0" eaLnBrk="1" latinLnBrk="0" hangingPunct="1">
        <a:defRPr sz="1350" kern="1200">
          <a:solidFill>
            <a:schemeClr val="tx1"/>
          </a:solidFill>
          <a:latin typeface="+mn-lt"/>
          <a:ea typeface="+mn-ea"/>
          <a:cs typeface="+mn-cs"/>
        </a:defRPr>
      </a:lvl5pPr>
      <a:lvl6pPr marL="1713986" algn="l" defTabSz="685594" rtl="0" eaLnBrk="1" latinLnBrk="0" hangingPunct="1">
        <a:defRPr sz="1350" kern="1200">
          <a:solidFill>
            <a:schemeClr val="tx1"/>
          </a:solidFill>
          <a:latin typeface="+mn-lt"/>
          <a:ea typeface="+mn-ea"/>
          <a:cs typeface="+mn-cs"/>
        </a:defRPr>
      </a:lvl6pPr>
      <a:lvl7pPr marL="2056783" algn="l" defTabSz="685594" rtl="0" eaLnBrk="1" latinLnBrk="0" hangingPunct="1">
        <a:defRPr sz="1350" kern="1200">
          <a:solidFill>
            <a:schemeClr val="tx1"/>
          </a:solidFill>
          <a:latin typeface="+mn-lt"/>
          <a:ea typeface="+mn-ea"/>
          <a:cs typeface="+mn-cs"/>
        </a:defRPr>
      </a:lvl7pPr>
      <a:lvl8pPr marL="2399580" algn="l" defTabSz="685594" rtl="0" eaLnBrk="1" latinLnBrk="0" hangingPunct="1">
        <a:defRPr sz="1350" kern="1200">
          <a:solidFill>
            <a:schemeClr val="tx1"/>
          </a:solidFill>
          <a:latin typeface="+mn-lt"/>
          <a:ea typeface="+mn-ea"/>
          <a:cs typeface="+mn-cs"/>
        </a:defRPr>
      </a:lvl8pPr>
      <a:lvl9pPr marL="2742377" algn="l" defTabSz="685594"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532380-5368-E8B6-50C4-6BFDA669B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5CB1D7-4B33-BEDA-8A53-71BC056B8D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93464-1665-F2B2-97CC-79531D93E3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8561C0-690C-4F0A-88DB-4DFB5B2086A4}" type="datetimeFigureOut">
              <a:rPr lang="en-US" smtClean="0"/>
              <a:t>2/23/2026</a:t>
            </a:fld>
            <a:endParaRPr lang="en-US" dirty="0"/>
          </a:p>
        </p:txBody>
      </p:sp>
      <p:sp>
        <p:nvSpPr>
          <p:cNvPr id="5" name="Footer Placeholder 4">
            <a:extLst>
              <a:ext uri="{FF2B5EF4-FFF2-40B4-BE49-F238E27FC236}">
                <a16:creationId xmlns:a16="http://schemas.microsoft.com/office/drawing/2014/main" id="{EEEC6EF0-2914-1790-F441-BCBA98F350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C29DB31-99B1-D363-F960-522ADF2554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8E70F-10A9-49CB-BCA8-5D2C08814763}" type="slidenum">
              <a:rPr lang="en-US" smtClean="0"/>
              <a:t>‹#›</a:t>
            </a:fld>
            <a:endParaRPr lang="en-US" dirty="0"/>
          </a:p>
        </p:txBody>
      </p:sp>
    </p:spTree>
    <p:extLst>
      <p:ext uri="{BB962C8B-B14F-4D97-AF65-F5344CB8AC3E}">
        <p14:creationId xmlns:p14="http://schemas.microsoft.com/office/powerpoint/2010/main" val="8895451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3.JPG"/></Relationships>
</file>

<file path=ppt/slides/_rels/slide3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17.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2394F-7311-4D52-A93A-ACA2BB2BE947}"/>
              </a:ext>
            </a:extLst>
          </p:cNvPr>
          <p:cNvSpPr>
            <a:spLocks noGrp="1"/>
          </p:cNvSpPr>
          <p:nvPr>
            <p:ph type="ctrTitle"/>
          </p:nvPr>
        </p:nvSpPr>
        <p:spPr/>
        <p:txBody>
          <a:bodyPr>
            <a:normAutofit/>
          </a:bodyPr>
          <a:lstStyle/>
          <a:p>
            <a:r>
              <a:rPr lang="en-US" dirty="0"/>
              <a:t>Gradiometers for Planetary Science</a:t>
            </a:r>
          </a:p>
        </p:txBody>
      </p:sp>
      <p:sp>
        <p:nvSpPr>
          <p:cNvPr id="3" name="Subtitle 2">
            <a:extLst>
              <a:ext uri="{FF2B5EF4-FFF2-40B4-BE49-F238E27FC236}">
                <a16:creationId xmlns:a16="http://schemas.microsoft.com/office/drawing/2014/main" id="{10265F02-CD8B-4B53-96E8-87EC2D7ACC91}"/>
              </a:ext>
            </a:extLst>
          </p:cNvPr>
          <p:cNvSpPr>
            <a:spLocks noGrp="1"/>
          </p:cNvSpPr>
          <p:nvPr>
            <p:ph type="subTitle" idx="1"/>
          </p:nvPr>
        </p:nvSpPr>
        <p:spPr/>
        <p:txBody>
          <a:bodyPr/>
          <a:lstStyle/>
          <a:p>
            <a:r>
              <a:rPr lang="en-US" dirty="0"/>
              <a:t>Mark Lindeman 2-20-2026</a:t>
            </a:r>
          </a:p>
        </p:txBody>
      </p:sp>
    </p:spTree>
    <p:extLst>
      <p:ext uri="{BB962C8B-B14F-4D97-AF65-F5344CB8AC3E}">
        <p14:creationId xmlns:p14="http://schemas.microsoft.com/office/powerpoint/2010/main" val="48493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ube 11">
            <a:extLst>
              <a:ext uri="{FF2B5EF4-FFF2-40B4-BE49-F238E27FC236}">
                <a16:creationId xmlns:a16="http://schemas.microsoft.com/office/drawing/2014/main" id="{E4749BEA-C57D-E745-06FA-B536A3E4BB66}"/>
              </a:ext>
            </a:extLst>
          </p:cNvPr>
          <p:cNvSpPr/>
          <p:nvPr/>
        </p:nvSpPr>
        <p:spPr>
          <a:xfrm>
            <a:off x="10591800" y="375818"/>
            <a:ext cx="596900" cy="52070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ube 9">
            <a:extLst>
              <a:ext uri="{FF2B5EF4-FFF2-40B4-BE49-F238E27FC236}">
                <a16:creationId xmlns:a16="http://schemas.microsoft.com/office/drawing/2014/main" id="{F4E4279B-865A-A962-7191-1DD170E68E29}"/>
              </a:ext>
            </a:extLst>
          </p:cNvPr>
          <p:cNvSpPr/>
          <p:nvPr/>
        </p:nvSpPr>
        <p:spPr>
          <a:xfrm>
            <a:off x="8115300" y="2474106"/>
            <a:ext cx="596900" cy="52070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ontent Placeholder 1">
            <a:extLst>
              <a:ext uri="{FF2B5EF4-FFF2-40B4-BE49-F238E27FC236}">
                <a16:creationId xmlns:a16="http://schemas.microsoft.com/office/drawing/2014/main" id="{68C645A5-C552-67EB-1770-47A15BB4062D}"/>
              </a:ext>
            </a:extLst>
          </p:cNvPr>
          <p:cNvSpPr>
            <a:spLocks noGrp="1"/>
          </p:cNvSpPr>
          <p:nvPr>
            <p:ph sz="half" idx="1"/>
          </p:nvPr>
        </p:nvSpPr>
        <p:spPr>
          <a:xfrm>
            <a:off x="318978" y="1389599"/>
            <a:ext cx="7156450" cy="4787364"/>
          </a:xfrm>
        </p:spPr>
        <p:txBody>
          <a:bodyPr>
            <a:normAutofit fontScale="92500" lnSpcReduction="10000"/>
          </a:bodyPr>
          <a:lstStyle/>
          <a:p>
            <a:r>
              <a:rPr lang="en-US" dirty="0"/>
              <a:t>A magnetic gradiometer measure the difference of magnetic field over a moderate distance </a:t>
            </a:r>
          </a:p>
          <a:p>
            <a:r>
              <a:rPr lang="en-US" dirty="0"/>
              <a:t>A first order gradiometer </a:t>
            </a:r>
          </a:p>
          <a:p>
            <a:pPr lvl="1"/>
            <a:r>
              <a:rPr lang="en-US" dirty="0"/>
              <a:t>measures the first derivative</a:t>
            </a:r>
          </a:p>
          <a:p>
            <a:pPr lvl="1"/>
            <a:r>
              <a:rPr lang="en-US" dirty="0"/>
              <a:t>Selects for local sources because signals fall off as R</a:t>
            </a:r>
            <a:r>
              <a:rPr lang="en-US" baseline="30000" dirty="0"/>
              <a:t>-4</a:t>
            </a:r>
            <a:endParaRPr lang="en-US" dirty="0"/>
          </a:p>
          <a:p>
            <a:r>
              <a:rPr lang="en-US" dirty="0"/>
              <a:t>This measurement results produces the magnetic field gradient tensor  </a:t>
            </a:r>
          </a:p>
          <a:p>
            <a:pPr lvl="1"/>
            <a:r>
              <a:rPr lang="en-US" dirty="0"/>
              <a:t>Traceless 3x3 symmetric tensor </a:t>
            </a:r>
          </a:p>
          <a:p>
            <a:pPr lvl="1"/>
            <a:r>
              <a:rPr lang="en-US" dirty="0"/>
              <a:t>In source free region, there are only 5 independent components  </a:t>
            </a:r>
          </a:p>
          <a:p>
            <a:r>
              <a:rPr lang="en-US" dirty="0"/>
              <a:t>Can measure this with 3 vector magnetometers, with (4 redundant measurements)</a:t>
            </a:r>
          </a:p>
          <a:p>
            <a:r>
              <a:rPr lang="en-US" dirty="0"/>
              <a:t>OK to only use a pair of magnetometers</a:t>
            </a:r>
          </a:p>
          <a:p>
            <a:pPr lvl="1"/>
            <a:r>
              <a:rPr lang="en-US" dirty="0"/>
              <a:t>Gives one component of the tensor, but that is still useful</a:t>
            </a:r>
          </a:p>
          <a:p>
            <a:pPr lvl="1"/>
            <a:r>
              <a:rPr lang="en-US" dirty="0"/>
              <a:t>Can rotate the gradiometer to get the full tensor, if needed</a:t>
            </a:r>
          </a:p>
          <a:p>
            <a:r>
              <a:rPr lang="en-US" dirty="0"/>
              <a:t>Second order gradiometers measure the second derivative,</a:t>
            </a:r>
          </a:p>
          <a:p>
            <a:pPr lvl="1"/>
            <a:r>
              <a:rPr lang="en-US" dirty="0"/>
              <a:t>Requires more sensors, with higher sensitivity</a:t>
            </a:r>
          </a:p>
          <a:p>
            <a:pPr lvl="1"/>
            <a:r>
              <a:rPr lang="en-US" dirty="0"/>
              <a:t>More strongly selects for local source because signal falls as R</a:t>
            </a:r>
            <a:r>
              <a:rPr lang="en-US" baseline="30000" dirty="0"/>
              <a:t>-5</a:t>
            </a:r>
            <a:endParaRPr lang="en-US" dirty="0"/>
          </a:p>
          <a:p>
            <a:endParaRPr lang="en-US" dirty="0"/>
          </a:p>
        </p:txBody>
      </p:sp>
      <p:sp>
        <p:nvSpPr>
          <p:cNvPr id="4" name="Slide Number Placeholder 3">
            <a:extLst>
              <a:ext uri="{FF2B5EF4-FFF2-40B4-BE49-F238E27FC236}">
                <a16:creationId xmlns:a16="http://schemas.microsoft.com/office/drawing/2014/main" id="{D946202A-EC87-37E8-8A10-875369270DA3}"/>
              </a:ext>
            </a:extLst>
          </p:cNvPr>
          <p:cNvSpPr>
            <a:spLocks noGrp="1"/>
          </p:cNvSpPr>
          <p:nvPr>
            <p:ph type="sldNum" sz="quarter" idx="4"/>
          </p:nvPr>
        </p:nvSpPr>
        <p:spPr/>
        <p:txBody>
          <a:bodyPr/>
          <a:lstStyle/>
          <a:p>
            <a:fld id="{4A6E37D3-C5B8-47CF-A969-131D6B6A5E01}" type="slidenum">
              <a:rPr lang="en-US" smtClean="0"/>
              <a:t>2</a:t>
            </a:fld>
            <a:endParaRPr lang="en-US" dirty="0"/>
          </a:p>
        </p:txBody>
      </p:sp>
      <p:sp>
        <p:nvSpPr>
          <p:cNvPr id="5" name="Title 4">
            <a:extLst>
              <a:ext uri="{FF2B5EF4-FFF2-40B4-BE49-F238E27FC236}">
                <a16:creationId xmlns:a16="http://schemas.microsoft.com/office/drawing/2014/main" id="{BD23105E-8419-AB29-9D0E-8C348DA5FBE1}"/>
              </a:ext>
            </a:extLst>
          </p:cNvPr>
          <p:cNvSpPr>
            <a:spLocks noGrp="1"/>
          </p:cNvSpPr>
          <p:nvPr>
            <p:ph type="title"/>
          </p:nvPr>
        </p:nvSpPr>
        <p:spPr/>
        <p:txBody>
          <a:bodyPr/>
          <a:lstStyle/>
          <a:p>
            <a:r>
              <a:rPr lang="en-US" dirty="0"/>
              <a:t>About Magnetic Gradiometers</a:t>
            </a:r>
          </a:p>
        </p:txBody>
      </p:sp>
      <p:sp>
        <p:nvSpPr>
          <p:cNvPr id="7" name="Rectangle 6">
            <a:extLst>
              <a:ext uri="{FF2B5EF4-FFF2-40B4-BE49-F238E27FC236}">
                <a16:creationId xmlns:a16="http://schemas.microsoft.com/office/drawing/2014/main" id="{66CD972B-A8C5-3C4E-5503-448575020027}"/>
              </a:ext>
            </a:extLst>
          </p:cNvPr>
          <p:cNvSpPr/>
          <p:nvPr/>
        </p:nvSpPr>
        <p:spPr>
          <a:xfrm>
            <a:off x="10763250" y="727856"/>
            <a:ext cx="127000" cy="209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D43DC41-F9D4-B3F0-5FAE-FEF0943ED273}"/>
              </a:ext>
            </a:extLst>
          </p:cNvPr>
          <p:cNvSpPr/>
          <p:nvPr/>
        </p:nvSpPr>
        <p:spPr>
          <a:xfrm rot="16200000">
            <a:off x="9652000" y="1712106"/>
            <a:ext cx="127000" cy="209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ube 10">
            <a:extLst>
              <a:ext uri="{FF2B5EF4-FFF2-40B4-BE49-F238E27FC236}">
                <a16:creationId xmlns:a16="http://schemas.microsoft.com/office/drawing/2014/main" id="{AE3C11DA-F97A-F4F2-CE62-673C9244B1FA}"/>
              </a:ext>
            </a:extLst>
          </p:cNvPr>
          <p:cNvSpPr/>
          <p:nvPr/>
        </p:nvSpPr>
        <p:spPr>
          <a:xfrm>
            <a:off x="10528300" y="2584613"/>
            <a:ext cx="596900" cy="52070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AE6D84B7-B508-9B60-A0B4-9B25C02C8E97}"/>
              </a:ext>
            </a:extLst>
          </p:cNvPr>
          <p:cNvCxnSpPr>
            <a:cxnSpLocks/>
          </p:cNvCxnSpPr>
          <p:nvPr/>
        </p:nvCxnSpPr>
        <p:spPr>
          <a:xfrm flipV="1">
            <a:off x="10826750" y="-26719"/>
            <a:ext cx="4762" cy="467112"/>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4FEBF9C-CA9B-7F7F-6439-6D93EFB020A0}"/>
              </a:ext>
            </a:extLst>
          </p:cNvPr>
          <p:cNvCxnSpPr>
            <a:cxnSpLocks/>
          </p:cNvCxnSpPr>
          <p:nvPr/>
        </p:nvCxnSpPr>
        <p:spPr>
          <a:xfrm flipV="1">
            <a:off x="11125200" y="648568"/>
            <a:ext cx="352534" cy="22999"/>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9A6F5FB-F6C8-FADC-8E03-99A98842732A}"/>
              </a:ext>
            </a:extLst>
          </p:cNvPr>
          <p:cNvCxnSpPr>
            <a:cxnSpLocks/>
          </p:cNvCxnSpPr>
          <p:nvPr/>
        </p:nvCxnSpPr>
        <p:spPr>
          <a:xfrm flipH="1">
            <a:off x="10356850" y="751756"/>
            <a:ext cx="309508" cy="256505"/>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618E1E4-9758-C45D-6173-8C37DEE67BF4}"/>
              </a:ext>
            </a:extLst>
          </p:cNvPr>
          <p:cNvCxnSpPr>
            <a:cxnSpLocks/>
          </p:cNvCxnSpPr>
          <p:nvPr/>
        </p:nvCxnSpPr>
        <p:spPr>
          <a:xfrm flipV="1">
            <a:off x="10809342" y="2198585"/>
            <a:ext cx="4762" cy="467112"/>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373B173-FC77-E4A8-434D-0B6802D49129}"/>
              </a:ext>
            </a:extLst>
          </p:cNvPr>
          <p:cNvCxnSpPr>
            <a:cxnSpLocks/>
          </p:cNvCxnSpPr>
          <p:nvPr/>
        </p:nvCxnSpPr>
        <p:spPr>
          <a:xfrm flipV="1">
            <a:off x="11107792" y="2873872"/>
            <a:ext cx="352534" cy="22999"/>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4AD11B4-8D6F-C2B2-9A95-50346D7CBD35}"/>
              </a:ext>
            </a:extLst>
          </p:cNvPr>
          <p:cNvCxnSpPr>
            <a:cxnSpLocks/>
          </p:cNvCxnSpPr>
          <p:nvPr/>
        </p:nvCxnSpPr>
        <p:spPr>
          <a:xfrm flipH="1">
            <a:off x="10339442" y="2977060"/>
            <a:ext cx="309508" cy="256505"/>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25C9B3A-E9C7-091B-2CD5-DE305359DAAA}"/>
              </a:ext>
            </a:extLst>
          </p:cNvPr>
          <p:cNvCxnSpPr>
            <a:cxnSpLocks/>
          </p:cNvCxnSpPr>
          <p:nvPr/>
        </p:nvCxnSpPr>
        <p:spPr>
          <a:xfrm flipV="1">
            <a:off x="8314395" y="2070332"/>
            <a:ext cx="4762" cy="467112"/>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B52C91C-6D4B-CC7C-4671-443460700832}"/>
              </a:ext>
            </a:extLst>
          </p:cNvPr>
          <p:cNvCxnSpPr>
            <a:cxnSpLocks/>
          </p:cNvCxnSpPr>
          <p:nvPr/>
        </p:nvCxnSpPr>
        <p:spPr>
          <a:xfrm flipV="1">
            <a:off x="8612845" y="2745619"/>
            <a:ext cx="352534" cy="22999"/>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833116D-B989-C8FB-7E93-5AE1CE622372}"/>
              </a:ext>
            </a:extLst>
          </p:cNvPr>
          <p:cNvCxnSpPr>
            <a:cxnSpLocks/>
          </p:cNvCxnSpPr>
          <p:nvPr/>
        </p:nvCxnSpPr>
        <p:spPr>
          <a:xfrm flipH="1">
            <a:off x="7844495" y="2848807"/>
            <a:ext cx="309508" cy="256505"/>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BAB86BE-41D4-2751-367B-6D3D37DAE9FB}"/>
              </a:ext>
            </a:extLst>
          </p:cNvPr>
          <p:cNvSpPr txBox="1"/>
          <p:nvPr/>
        </p:nvSpPr>
        <p:spPr>
          <a:xfrm>
            <a:off x="7615074" y="2040067"/>
            <a:ext cx="768350" cy="369332"/>
          </a:xfrm>
          <a:prstGeom prst="rect">
            <a:avLst/>
          </a:prstGeom>
          <a:noFill/>
        </p:spPr>
        <p:txBody>
          <a:bodyPr wrap="square" rtlCol="0">
            <a:spAutoFit/>
          </a:bodyPr>
          <a:lstStyle/>
          <a:p>
            <a:r>
              <a:rPr lang="en-US" dirty="0"/>
              <a:t>B</a:t>
            </a:r>
            <a:r>
              <a:rPr lang="en-US" baseline="-25000" dirty="0"/>
              <a:t>1</a:t>
            </a:r>
          </a:p>
        </p:txBody>
      </p:sp>
      <p:sp>
        <p:nvSpPr>
          <p:cNvPr id="27" name="TextBox 26">
            <a:extLst>
              <a:ext uri="{FF2B5EF4-FFF2-40B4-BE49-F238E27FC236}">
                <a16:creationId xmlns:a16="http://schemas.microsoft.com/office/drawing/2014/main" id="{5FC10C91-593B-6BAB-31E0-1215E9265282}"/>
              </a:ext>
            </a:extLst>
          </p:cNvPr>
          <p:cNvSpPr txBox="1"/>
          <p:nvPr/>
        </p:nvSpPr>
        <p:spPr>
          <a:xfrm>
            <a:off x="11251654" y="2438654"/>
            <a:ext cx="768350" cy="369332"/>
          </a:xfrm>
          <a:prstGeom prst="rect">
            <a:avLst/>
          </a:prstGeom>
          <a:noFill/>
        </p:spPr>
        <p:txBody>
          <a:bodyPr wrap="square" rtlCol="0">
            <a:spAutoFit/>
          </a:bodyPr>
          <a:lstStyle/>
          <a:p>
            <a:r>
              <a:rPr lang="en-US" dirty="0"/>
              <a:t>B</a:t>
            </a:r>
            <a:r>
              <a:rPr lang="en-US" baseline="-25000" dirty="0"/>
              <a:t>2</a:t>
            </a:r>
          </a:p>
        </p:txBody>
      </p:sp>
      <p:sp>
        <p:nvSpPr>
          <p:cNvPr id="28" name="TextBox 27">
            <a:extLst>
              <a:ext uri="{FF2B5EF4-FFF2-40B4-BE49-F238E27FC236}">
                <a16:creationId xmlns:a16="http://schemas.microsoft.com/office/drawing/2014/main" id="{3748C91B-4840-3D1E-0EF5-8A1CB8EFE73D}"/>
              </a:ext>
            </a:extLst>
          </p:cNvPr>
          <p:cNvSpPr txBox="1"/>
          <p:nvPr/>
        </p:nvSpPr>
        <p:spPr>
          <a:xfrm>
            <a:off x="10121900" y="254172"/>
            <a:ext cx="768350" cy="369332"/>
          </a:xfrm>
          <a:prstGeom prst="rect">
            <a:avLst/>
          </a:prstGeom>
          <a:noFill/>
        </p:spPr>
        <p:txBody>
          <a:bodyPr wrap="square" rtlCol="0">
            <a:spAutoFit/>
          </a:bodyPr>
          <a:lstStyle/>
          <a:p>
            <a:r>
              <a:rPr lang="en-US" dirty="0"/>
              <a:t>B</a:t>
            </a:r>
            <a:r>
              <a:rPr lang="en-US" baseline="-25000" dirty="0"/>
              <a:t>3</a:t>
            </a:r>
          </a:p>
        </p:txBody>
      </p:sp>
      <p:sp>
        <p:nvSpPr>
          <p:cNvPr id="29" name="Cube 28">
            <a:extLst>
              <a:ext uri="{FF2B5EF4-FFF2-40B4-BE49-F238E27FC236}">
                <a16:creationId xmlns:a16="http://schemas.microsoft.com/office/drawing/2014/main" id="{4A6E636B-F922-D050-6D6A-D298631452C3}"/>
              </a:ext>
            </a:extLst>
          </p:cNvPr>
          <p:cNvSpPr/>
          <p:nvPr/>
        </p:nvSpPr>
        <p:spPr>
          <a:xfrm>
            <a:off x="8242300" y="4666090"/>
            <a:ext cx="596900" cy="52070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B16B6A33-3B39-47BA-5B29-D8679F58BC44}"/>
              </a:ext>
            </a:extLst>
          </p:cNvPr>
          <p:cNvSpPr/>
          <p:nvPr/>
        </p:nvSpPr>
        <p:spPr>
          <a:xfrm rot="16200000">
            <a:off x="9779000" y="3904090"/>
            <a:ext cx="127000" cy="209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ube 30">
            <a:extLst>
              <a:ext uri="{FF2B5EF4-FFF2-40B4-BE49-F238E27FC236}">
                <a16:creationId xmlns:a16="http://schemas.microsoft.com/office/drawing/2014/main" id="{8F6CC8C3-652C-053A-40EC-EA04D2B94328}"/>
              </a:ext>
            </a:extLst>
          </p:cNvPr>
          <p:cNvSpPr/>
          <p:nvPr/>
        </p:nvSpPr>
        <p:spPr>
          <a:xfrm>
            <a:off x="10655300" y="4776597"/>
            <a:ext cx="596900" cy="52070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Arrow Connector 32">
            <a:extLst>
              <a:ext uri="{FF2B5EF4-FFF2-40B4-BE49-F238E27FC236}">
                <a16:creationId xmlns:a16="http://schemas.microsoft.com/office/drawing/2014/main" id="{E0C9C271-D33A-B597-C0E6-2FCE718281A2}"/>
              </a:ext>
            </a:extLst>
          </p:cNvPr>
          <p:cNvCxnSpPr>
            <a:cxnSpLocks/>
          </p:cNvCxnSpPr>
          <p:nvPr/>
        </p:nvCxnSpPr>
        <p:spPr>
          <a:xfrm flipV="1">
            <a:off x="11125309" y="4995002"/>
            <a:ext cx="352534" cy="22999"/>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7FB31FB-4710-03E9-5C9A-76FCA27C8F61}"/>
              </a:ext>
            </a:extLst>
          </p:cNvPr>
          <p:cNvCxnSpPr>
            <a:cxnSpLocks/>
          </p:cNvCxnSpPr>
          <p:nvPr/>
        </p:nvCxnSpPr>
        <p:spPr>
          <a:xfrm flipV="1">
            <a:off x="8739845" y="4937603"/>
            <a:ext cx="352534" cy="22999"/>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611C9C1-55A6-D34E-9763-B825A30324C2}"/>
              </a:ext>
            </a:extLst>
          </p:cNvPr>
          <p:cNvSpPr txBox="1"/>
          <p:nvPr/>
        </p:nvSpPr>
        <p:spPr>
          <a:xfrm>
            <a:off x="7953375" y="4380178"/>
            <a:ext cx="768350" cy="369332"/>
          </a:xfrm>
          <a:prstGeom prst="rect">
            <a:avLst/>
          </a:prstGeom>
          <a:noFill/>
        </p:spPr>
        <p:txBody>
          <a:bodyPr wrap="square" rtlCol="0">
            <a:spAutoFit/>
          </a:bodyPr>
          <a:lstStyle/>
          <a:p>
            <a:r>
              <a:rPr lang="en-US" dirty="0"/>
              <a:t>B</a:t>
            </a:r>
            <a:r>
              <a:rPr lang="en-US" baseline="-25000" dirty="0"/>
              <a:t>1</a:t>
            </a:r>
          </a:p>
        </p:txBody>
      </p:sp>
      <p:sp>
        <p:nvSpPr>
          <p:cNvPr id="39" name="TextBox 38">
            <a:extLst>
              <a:ext uri="{FF2B5EF4-FFF2-40B4-BE49-F238E27FC236}">
                <a16:creationId xmlns:a16="http://schemas.microsoft.com/office/drawing/2014/main" id="{010B62DB-F4CF-8CB2-60CF-F9359CFC1D76}"/>
              </a:ext>
            </a:extLst>
          </p:cNvPr>
          <p:cNvSpPr txBox="1"/>
          <p:nvPr/>
        </p:nvSpPr>
        <p:spPr>
          <a:xfrm>
            <a:off x="11123722" y="4465607"/>
            <a:ext cx="768350" cy="369332"/>
          </a:xfrm>
          <a:prstGeom prst="rect">
            <a:avLst/>
          </a:prstGeom>
          <a:noFill/>
        </p:spPr>
        <p:txBody>
          <a:bodyPr wrap="square" rtlCol="0">
            <a:spAutoFit/>
          </a:bodyPr>
          <a:lstStyle/>
          <a:p>
            <a:r>
              <a:rPr lang="en-US" dirty="0"/>
              <a:t>B</a:t>
            </a:r>
            <a:r>
              <a:rPr lang="en-US" baseline="-25000" dirty="0"/>
              <a:t>2</a:t>
            </a:r>
          </a:p>
        </p:txBody>
      </p:sp>
    </p:spTree>
    <p:extLst>
      <p:ext uri="{BB962C8B-B14F-4D97-AF65-F5344CB8AC3E}">
        <p14:creationId xmlns:p14="http://schemas.microsoft.com/office/powerpoint/2010/main" val="799676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B7E3-B3E3-4712-6101-58B28F777416}"/>
              </a:ext>
            </a:extLst>
          </p:cNvPr>
          <p:cNvSpPr>
            <a:spLocks noGrp="1"/>
          </p:cNvSpPr>
          <p:nvPr>
            <p:ph type="title"/>
          </p:nvPr>
        </p:nvSpPr>
        <p:spPr/>
        <p:txBody>
          <a:bodyPr>
            <a:normAutofit/>
          </a:bodyPr>
          <a:lstStyle/>
          <a:p>
            <a:r>
              <a:rPr lang="en-US" dirty="0"/>
              <a:t>Jupiter Is a Huge Rotating Magnet</a:t>
            </a:r>
          </a:p>
        </p:txBody>
      </p:sp>
      <p:sp>
        <p:nvSpPr>
          <p:cNvPr id="3" name="Content Placeholder 2">
            <a:extLst>
              <a:ext uri="{FF2B5EF4-FFF2-40B4-BE49-F238E27FC236}">
                <a16:creationId xmlns:a16="http://schemas.microsoft.com/office/drawing/2014/main" id="{2FFDE98A-F2D9-DFCA-0CFD-ADF49E85786F}"/>
              </a:ext>
            </a:extLst>
          </p:cNvPr>
          <p:cNvSpPr>
            <a:spLocks noGrp="1"/>
          </p:cNvSpPr>
          <p:nvPr>
            <p:ph idx="1"/>
          </p:nvPr>
        </p:nvSpPr>
        <p:spPr>
          <a:xfrm>
            <a:off x="211874" y="1270725"/>
            <a:ext cx="5665143" cy="5015570"/>
          </a:xfrm>
        </p:spPr>
        <p:txBody>
          <a:bodyPr/>
          <a:lstStyle/>
          <a:p>
            <a:r>
              <a:rPr dirty="0"/>
              <a:t>Jupiter's magnetic field is hundreds of nanotesla (nT) at Europa's orbit</a:t>
            </a:r>
          </a:p>
          <a:p>
            <a:r>
              <a:rPr lang="en-US" dirty="0"/>
              <a:t>Induces electrical currents in conducting materials</a:t>
            </a:r>
          </a:p>
          <a:p>
            <a:pPr marL="285750" indent="-285750">
              <a:buFont typeface="Arial" panose="020B0604020202020204" pitchFamily="34" charset="0"/>
              <a:buChar char="•"/>
            </a:pPr>
            <a:r>
              <a:rPr lang="en-US" sz="2400" dirty="0"/>
              <a:t>The Galileo Spacecraft observed a magnetic response from Europa</a:t>
            </a:r>
          </a:p>
          <a:p>
            <a:pPr marL="285750" indent="-285750">
              <a:buFont typeface="Arial" panose="020B0604020202020204" pitchFamily="34" charset="0"/>
              <a:buChar char="•"/>
            </a:pPr>
            <a:r>
              <a:rPr dirty="0"/>
              <a:t>Margaret Kivelson Group at UCLA identified a magnetic dipole signal from Europa</a:t>
            </a:r>
          </a:p>
          <a:p>
            <a:pPr marL="285750" indent="-285750">
              <a:buFont typeface="Arial" panose="020B0604020202020204" pitchFamily="34" charset="0"/>
              <a:buChar char="•"/>
            </a:pPr>
            <a:r>
              <a:rPr dirty="0"/>
              <a:t>Attributed to salty oceans under several km ice</a:t>
            </a:r>
          </a:p>
          <a:p>
            <a:endParaRPr lang="en-US" dirty="0"/>
          </a:p>
          <a:p>
            <a:endParaRPr lang="en-US" dirty="0"/>
          </a:p>
        </p:txBody>
      </p:sp>
      <p:sp>
        <p:nvSpPr>
          <p:cNvPr id="4" name="Slide Number Placeholder 3">
            <a:extLst>
              <a:ext uri="{FF2B5EF4-FFF2-40B4-BE49-F238E27FC236}">
                <a16:creationId xmlns:a16="http://schemas.microsoft.com/office/drawing/2014/main" id="{1ACD4D76-3ED7-7EC0-FD07-6191F5F67667}"/>
              </a:ext>
            </a:extLst>
          </p:cNvPr>
          <p:cNvSpPr>
            <a:spLocks noGrp="1"/>
          </p:cNvSpPr>
          <p:nvPr>
            <p:ph type="sldNum" sz="quarter" idx="4"/>
          </p:nvPr>
        </p:nvSpPr>
        <p:spPr/>
        <p:txBody>
          <a:bodyPr/>
          <a:lstStyle/>
          <a:p>
            <a:fld id="{4A6E37D3-C5B8-47CF-A969-131D6B6A5E01}" type="slidenum">
              <a:rPr lang="en-US" smtClean="0"/>
              <a:t>3</a:t>
            </a:fld>
            <a:endParaRPr lang="en-US" dirty="0"/>
          </a:p>
        </p:txBody>
      </p:sp>
      <p:pic>
        <p:nvPicPr>
          <p:cNvPr id="7" name="Content Placeholder 5">
            <a:extLst>
              <a:ext uri="{FF2B5EF4-FFF2-40B4-BE49-F238E27FC236}">
                <a16:creationId xmlns:a16="http://schemas.microsoft.com/office/drawing/2014/main" id="{19C544F5-72F1-6877-51FF-17C8F2F1C675}"/>
              </a:ext>
            </a:extLst>
          </p:cNvPr>
          <p:cNvPicPr>
            <a:picLocks noChangeAspect="1"/>
          </p:cNvPicPr>
          <p:nvPr/>
        </p:nvPicPr>
        <p:blipFill>
          <a:blip r:embed="rId2"/>
          <a:stretch>
            <a:fillRect/>
          </a:stretch>
        </p:blipFill>
        <p:spPr>
          <a:xfrm>
            <a:off x="6850482" y="878095"/>
            <a:ext cx="2142597" cy="2051537"/>
          </a:xfrm>
          <a:prstGeom prst="rect">
            <a:avLst/>
          </a:prstGeom>
          <a:noFill/>
        </p:spPr>
      </p:pic>
      <p:pic>
        <p:nvPicPr>
          <p:cNvPr id="5" name="Content Placeholder 7">
            <a:extLst>
              <a:ext uri="{FF2B5EF4-FFF2-40B4-BE49-F238E27FC236}">
                <a16:creationId xmlns:a16="http://schemas.microsoft.com/office/drawing/2014/main" id="{D9154D51-799E-B146-DBA2-3A71DFEF6854}"/>
              </a:ext>
            </a:extLst>
          </p:cNvPr>
          <p:cNvPicPr>
            <a:picLocks noChangeAspect="1"/>
          </p:cNvPicPr>
          <p:nvPr/>
        </p:nvPicPr>
        <p:blipFill>
          <a:blip r:embed="rId3"/>
          <a:stretch>
            <a:fillRect/>
          </a:stretch>
        </p:blipFill>
        <p:spPr>
          <a:xfrm>
            <a:off x="6523920" y="3429000"/>
            <a:ext cx="2247218" cy="2416364"/>
          </a:xfrm>
          <a:prstGeom prst="rect">
            <a:avLst/>
          </a:prstGeom>
        </p:spPr>
      </p:pic>
      <p:pic>
        <p:nvPicPr>
          <p:cNvPr id="6" name="Picture 5">
            <a:extLst>
              <a:ext uri="{FF2B5EF4-FFF2-40B4-BE49-F238E27FC236}">
                <a16:creationId xmlns:a16="http://schemas.microsoft.com/office/drawing/2014/main" id="{2CEA0098-CEA6-6474-0B9E-E7E9A3BE4063}"/>
              </a:ext>
            </a:extLst>
          </p:cNvPr>
          <p:cNvPicPr>
            <a:picLocks noChangeAspect="1"/>
          </p:cNvPicPr>
          <p:nvPr/>
        </p:nvPicPr>
        <p:blipFill>
          <a:blip r:embed="rId4"/>
          <a:stretch>
            <a:fillRect/>
          </a:stretch>
        </p:blipFill>
        <p:spPr>
          <a:xfrm>
            <a:off x="9322858" y="2136470"/>
            <a:ext cx="2657268" cy="2585060"/>
          </a:xfrm>
          <a:prstGeom prst="rect">
            <a:avLst/>
          </a:prstGeom>
        </p:spPr>
      </p:pic>
      <p:sp>
        <p:nvSpPr>
          <p:cNvPr id="8" name="TextBox 7">
            <a:extLst>
              <a:ext uri="{FF2B5EF4-FFF2-40B4-BE49-F238E27FC236}">
                <a16:creationId xmlns:a16="http://schemas.microsoft.com/office/drawing/2014/main" id="{E7650A7F-5104-8BEF-84BE-074781D127C3}"/>
              </a:ext>
            </a:extLst>
          </p:cNvPr>
          <p:cNvSpPr txBox="1"/>
          <p:nvPr/>
        </p:nvSpPr>
        <p:spPr>
          <a:xfrm>
            <a:off x="9951868" y="4721530"/>
            <a:ext cx="1180730" cy="923330"/>
          </a:xfrm>
          <a:prstGeom prst="rect">
            <a:avLst/>
          </a:prstGeom>
          <a:noFill/>
        </p:spPr>
        <p:txBody>
          <a:bodyPr wrap="square" rtlCol="0">
            <a:spAutoFit/>
          </a:bodyPr>
          <a:lstStyle/>
          <a:p>
            <a:r>
              <a:rPr dirty="0"/>
              <a:t>Europa's</a:t>
            </a:r>
          </a:p>
          <a:p>
            <a:r>
              <a:rPr lang="en-US" dirty="0"/>
              <a:t>Magnetic Response</a:t>
            </a:r>
          </a:p>
        </p:txBody>
      </p:sp>
      <p:sp>
        <p:nvSpPr>
          <p:cNvPr id="10" name="TextBox 9">
            <a:extLst>
              <a:ext uri="{FF2B5EF4-FFF2-40B4-BE49-F238E27FC236}">
                <a16:creationId xmlns:a16="http://schemas.microsoft.com/office/drawing/2014/main" id="{804A9BE5-6DC0-089E-31E9-C9106825D170}"/>
              </a:ext>
            </a:extLst>
          </p:cNvPr>
          <p:cNvSpPr txBox="1"/>
          <p:nvPr/>
        </p:nvSpPr>
        <p:spPr>
          <a:xfrm>
            <a:off x="6960002" y="5610573"/>
            <a:ext cx="1923556" cy="369332"/>
          </a:xfrm>
          <a:prstGeom prst="rect">
            <a:avLst/>
          </a:prstGeom>
          <a:solidFill>
            <a:schemeClr val="bg1"/>
          </a:solidFill>
        </p:spPr>
        <p:txBody>
          <a:bodyPr wrap="square" rtlCol="0">
            <a:spAutoFit/>
          </a:bodyPr>
          <a:lstStyle/>
          <a:p>
            <a:r>
              <a:rPr lang="en-US" dirty="0"/>
              <a:t>Ocean Model</a:t>
            </a:r>
          </a:p>
        </p:txBody>
      </p:sp>
      <p:sp>
        <p:nvSpPr>
          <p:cNvPr id="11" name="TextBox 10">
            <a:extLst>
              <a:ext uri="{FF2B5EF4-FFF2-40B4-BE49-F238E27FC236}">
                <a16:creationId xmlns:a16="http://schemas.microsoft.com/office/drawing/2014/main" id="{3720E1FD-7A93-EB44-87FE-E7B4974F9094}"/>
              </a:ext>
            </a:extLst>
          </p:cNvPr>
          <p:cNvSpPr txBox="1"/>
          <p:nvPr/>
        </p:nvSpPr>
        <p:spPr>
          <a:xfrm>
            <a:off x="6785929" y="2971293"/>
            <a:ext cx="2314988" cy="369332"/>
          </a:xfrm>
          <a:prstGeom prst="rect">
            <a:avLst/>
          </a:prstGeom>
          <a:noFill/>
        </p:spPr>
        <p:txBody>
          <a:bodyPr wrap="square" rtlCol="0">
            <a:spAutoFit/>
          </a:bodyPr>
          <a:lstStyle/>
          <a:p>
            <a:r>
              <a:rPr lang="en-US" dirty="0"/>
              <a:t>Jupiter Magnetic Field</a:t>
            </a:r>
          </a:p>
        </p:txBody>
      </p:sp>
    </p:spTree>
    <p:extLst>
      <p:ext uri="{BB962C8B-B14F-4D97-AF65-F5344CB8AC3E}">
        <p14:creationId xmlns:p14="http://schemas.microsoft.com/office/powerpoint/2010/main" val="3963136787"/>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7FCA8-64C3-6653-DB02-78AB7D355915}"/>
              </a:ext>
            </a:extLst>
          </p:cNvPr>
          <p:cNvSpPr>
            <a:spLocks noGrp="1"/>
          </p:cNvSpPr>
          <p:nvPr>
            <p:ph type="title"/>
          </p:nvPr>
        </p:nvSpPr>
        <p:spPr/>
        <p:txBody>
          <a:bodyPr>
            <a:normAutofit fontScale="90000"/>
          </a:bodyPr>
          <a:lstStyle/>
          <a:p>
            <a:r>
              <a:rPr dirty="0"/>
              <a:t>Idea: </a:t>
            </a:r>
            <a:r>
              <a:rPr lang="en-US" dirty="0"/>
              <a:t>Features May I</a:t>
            </a:r>
            <a:r>
              <a:rPr dirty="0"/>
              <a:t>nduce </a:t>
            </a:r>
            <a:r>
              <a:rPr lang="en-US" dirty="0"/>
              <a:t>Significant Magnetic Gradients</a:t>
            </a:r>
            <a:endParaRPr dirty="0"/>
          </a:p>
        </p:txBody>
      </p:sp>
      <p:sp>
        <p:nvSpPr>
          <p:cNvPr id="3" name="Content Placeholder 2">
            <a:extLst>
              <a:ext uri="{FF2B5EF4-FFF2-40B4-BE49-F238E27FC236}">
                <a16:creationId xmlns:a16="http://schemas.microsoft.com/office/drawing/2014/main" id="{1700248D-95A1-AA04-1F99-2746F69E7E87}"/>
              </a:ext>
            </a:extLst>
          </p:cNvPr>
          <p:cNvSpPr>
            <a:spLocks noGrp="1"/>
          </p:cNvSpPr>
          <p:nvPr>
            <p:ph idx="1"/>
          </p:nvPr>
        </p:nvSpPr>
        <p:spPr>
          <a:xfrm>
            <a:off x="211874" y="1270725"/>
            <a:ext cx="5247893" cy="5015570"/>
          </a:xfrm>
        </p:spPr>
        <p:txBody>
          <a:bodyPr>
            <a:normAutofit lnSpcReduction="10000"/>
          </a:bodyPr>
          <a:lstStyle/>
          <a:p>
            <a:r>
              <a:rPr lang="en-US" dirty="0"/>
              <a:t>Jupiter applies a varying magnetic field to Europa</a:t>
            </a:r>
          </a:p>
          <a:p>
            <a:r>
              <a:rPr lang="en-US" dirty="0"/>
              <a:t>This induces electrical current in conductive regions (of ocean)</a:t>
            </a:r>
          </a:p>
          <a:p>
            <a:r>
              <a:rPr lang="en-US" dirty="0"/>
              <a:t>Spatial variation in conductivity results in local variations in the magnetic field gradient</a:t>
            </a:r>
          </a:p>
          <a:p>
            <a:r>
              <a:rPr lang="en-US" dirty="0"/>
              <a:t>These local features can have a steeper gradient than nonlocal large-scale fields from distant sources</a:t>
            </a:r>
          </a:p>
          <a:p>
            <a:r>
              <a:rPr lang="en-US" b="1" dirty="0"/>
              <a:t>Provides a sensitive probe of local variations in conductivity or magnetism under the surface</a:t>
            </a:r>
          </a:p>
          <a:p>
            <a:r>
              <a:rPr dirty="0"/>
              <a:t>A </a:t>
            </a:r>
            <a:r>
              <a:rPr lang="en-US" dirty="0"/>
              <a:t>first order </a:t>
            </a:r>
            <a:r>
              <a:rPr dirty="0"/>
              <a:t>gradiometer measures the first derivative of the magnetic field, which is large near sources but falls off as </a:t>
            </a:r>
            <a:r>
              <a:rPr lang="en-US" dirty="0"/>
              <a:t>R</a:t>
            </a:r>
            <a:r>
              <a:rPr lang="en-US" baseline="30000" dirty="0"/>
              <a:t>4</a:t>
            </a:r>
            <a:endParaRPr baseline="30000" dirty="0"/>
          </a:p>
          <a:p>
            <a:endParaRPr lang="en-US" dirty="0"/>
          </a:p>
        </p:txBody>
      </p:sp>
      <p:sp>
        <p:nvSpPr>
          <p:cNvPr id="4" name="Slide Number Placeholder 3">
            <a:extLst>
              <a:ext uri="{FF2B5EF4-FFF2-40B4-BE49-F238E27FC236}">
                <a16:creationId xmlns:a16="http://schemas.microsoft.com/office/drawing/2014/main" id="{C15FEF34-3036-7044-BACE-E363E8369153}"/>
              </a:ext>
            </a:extLst>
          </p:cNvPr>
          <p:cNvSpPr>
            <a:spLocks noGrp="1"/>
          </p:cNvSpPr>
          <p:nvPr>
            <p:ph type="sldNum" sz="quarter" idx="4"/>
          </p:nvPr>
        </p:nvSpPr>
        <p:spPr/>
        <p:txBody>
          <a:bodyPr/>
          <a:lstStyle/>
          <a:p>
            <a:fld id="{4A6E37D3-C5B8-47CF-A969-131D6B6A5E01}" type="slidenum">
              <a:rPr lang="en-US" smtClean="0"/>
              <a:t>4</a:t>
            </a:fld>
            <a:endParaRPr lang="en-US" dirty="0"/>
          </a:p>
        </p:txBody>
      </p:sp>
      <p:pic>
        <p:nvPicPr>
          <p:cNvPr id="21" name="Picture 20">
            <a:extLst>
              <a:ext uri="{FF2B5EF4-FFF2-40B4-BE49-F238E27FC236}">
                <a16:creationId xmlns:a16="http://schemas.microsoft.com/office/drawing/2014/main" id="{E18C407A-49D9-2B69-79D7-C4D0E6B9748C}"/>
              </a:ext>
            </a:extLst>
          </p:cNvPr>
          <p:cNvPicPr>
            <a:picLocks noChangeAspect="1"/>
          </p:cNvPicPr>
          <p:nvPr/>
        </p:nvPicPr>
        <p:blipFill>
          <a:blip r:embed="rId2"/>
          <a:stretch>
            <a:fillRect/>
          </a:stretch>
        </p:blipFill>
        <p:spPr>
          <a:xfrm>
            <a:off x="6277032" y="1304634"/>
            <a:ext cx="4404469" cy="3259307"/>
          </a:xfrm>
          <a:prstGeom prst="rect">
            <a:avLst/>
          </a:prstGeom>
        </p:spPr>
      </p:pic>
      <p:sp>
        <p:nvSpPr>
          <p:cNvPr id="22" name="TextBox 21">
            <a:extLst>
              <a:ext uri="{FF2B5EF4-FFF2-40B4-BE49-F238E27FC236}">
                <a16:creationId xmlns:a16="http://schemas.microsoft.com/office/drawing/2014/main" id="{BA3FB38F-E35B-6FCD-7F86-2F17DE28F7EE}"/>
              </a:ext>
            </a:extLst>
          </p:cNvPr>
          <p:cNvSpPr txBox="1"/>
          <p:nvPr/>
        </p:nvSpPr>
        <p:spPr>
          <a:xfrm>
            <a:off x="5752305" y="4149034"/>
            <a:ext cx="1671961" cy="1200329"/>
          </a:xfrm>
          <a:prstGeom prst="rect">
            <a:avLst/>
          </a:prstGeom>
          <a:noFill/>
        </p:spPr>
        <p:txBody>
          <a:bodyPr wrap="square" rtlCol="0">
            <a:spAutoFit/>
          </a:bodyPr>
          <a:lstStyle/>
          <a:p>
            <a:r>
              <a:rPr dirty="0"/>
              <a:t>External field from Jupiter or Solar Wind</a:t>
            </a:r>
          </a:p>
          <a:p>
            <a:r>
              <a:rPr lang="en-US" dirty="0">
                <a:solidFill>
                  <a:srgbClr val="0000FF"/>
                </a:solidFill>
              </a:rPr>
              <a:t>(blue)</a:t>
            </a:r>
          </a:p>
        </p:txBody>
      </p:sp>
      <p:cxnSp>
        <p:nvCxnSpPr>
          <p:cNvPr id="24" name="Straight Arrow Connector 23">
            <a:extLst>
              <a:ext uri="{FF2B5EF4-FFF2-40B4-BE49-F238E27FC236}">
                <a16:creationId xmlns:a16="http://schemas.microsoft.com/office/drawing/2014/main" id="{6904141D-9346-ACEC-CE02-308A118050CE}"/>
              </a:ext>
            </a:extLst>
          </p:cNvPr>
          <p:cNvCxnSpPr>
            <a:cxnSpLocks/>
          </p:cNvCxnSpPr>
          <p:nvPr/>
        </p:nvCxnSpPr>
        <p:spPr>
          <a:xfrm>
            <a:off x="6658253" y="1936813"/>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DF6A690-526F-B9C8-3443-E8C6931DF6F9}"/>
              </a:ext>
            </a:extLst>
          </p:cNvPr>
          <p:cNvCxnSpPr>
            <a:cxnSpLocks/>
          </p:cNvCxnSpPr>
          <p:nvPr/>
        </p:nvCxnSpPr>
        <p:spPr>
          <a:xfrm>
            <a:off x="6658253" y="4157710"/>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711F2D3-AD27-7817-A2FF-5C266480E578}"/>
              </a:ext>
            </a:extLst>
          </p:cNvPr>
          <p:cNvCxnSpPr>
            <a:cxnSpLocks/>
          </p:cNvCxnSpPr>
          <p:nvPr/>
        </p:nvCxnSpPr>
        <p:spPr>
          <a:xfrm flipV="1">
            <a:off x="9572700" y="2343705"/>
            <a:ext cx="183859" cy="140834"/>
          </a:xfrm>
          <a:prstGeom prst="straightConnector1">
            <a:avLst/>
          </a:prstGeom>
          <a:ln>
            <a:solidFill>
              <a:srgbClr val="259225"/>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0EA49DE-90D1-A15C-82F3-2F1D931F249B}"/>
              </a:ext>
            </a:extLst>
          </p:cNvPr>
          <p:cNvCxnSpPr>
            <a:cxnSpLocks/>
          </p:cNvCxnSpPr>
          <p:nvPr/>
        </p:nvCxnSpPr>
        <p:spPr>
          <a:xfrm>
            <a:off x="10361720" y="4070413"/>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9094C41-03E8-84D3-26EC-CB38E631E4EA}"/>
              </a:ext>
            </a:extLst>
          </p:cNvPr>
          <p:cNvCxnSpPr>
            <a:cxnSpLocks/>
          </p:cNvCxnSpPr>
          <p:nvPr/>
        </p:nvCxnSpPr>
        <p:spPr>
          <a:xfrm>
            <a:off x="10386873" y="1924977"/>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33F63EF-8858-B731-27D5-540AE1D453E8}"/>
              </a:ext>
            </a:extLst>
          </p:cNvPr>
          <p:cNvSpPr txBox="1"/>
          <p:nvPr/>
        </p:nvSpPr>
        <p:spPr>
          <a:xfrm>
            <a:off x="7578311" y="4157710"/>
            <a:ext cx="1519469" cy="1477328"/>
          </a:xfrm>
          <a:prstGeom prst="rect">
            <a:avLst/>
          </a:prstGeom>
          <a:noFill/>
        </p:spPr>
        <p:txBody>
          <a:bodyPr wrap="square" rtlCol="0">
            <a:spAutoFit/>
          </a:bodyPr>
          <a:lstStyle/>
          <a:p>
            <a:r>
              <a:rPr lang="en-US" dirty="0">
                <a:solidFill>
                  <a:srgbClr val="259225"/>
                </a:solidFill>
              </a:rPr>
              <a:t>Induced field gradient from conductive regions</a:t>
            </a:r>
          </a:p>
          <a:p>
            <a:r>
              <a:rPr lang="en-US" dirty="0">
                <a:solidFill>
                  <a:srgbClr val="259225"/>
                </a:solidFill>
              </a:rPr>
              <a:t>(green)</a:t>
            </a:r>
          </a:p>
        </p:txBody>
      </p:sp>
      <p:cxnSp>
        <p:nvCxnSpPr>
          <p:cNvPr id="39" name="Straight Arrow Connector 38">
            <a:extLst>
              <a:ext uri="{FF2B5EF4-FFF2-40B4-BE49-F238E27FC236}">
                <a16:creationId xmlns:a16="http://schemas.microsoft.com/office/drawing/2014/main" id="{9B7CFC50-B058-0FA4-E60D-BE0EAEA1DA04}"/>
              </a:ext>
            </a:extLst>
          </p:cNvPr>
          <p:cNvCxnSpPr>
            <a:cxnSpLocks/>
          </p:cNvCxnSpPr>
          <p:nvPr/>
        </p:nvCxnSpPr>
        <p:spPr>
          <a:xfrm>
            <a:off x="10514120" y="4222813"/>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AC93A2F-CA4E-7939-BAF7-AADF78B743FD}"/>
              </a:ext>
            </a:extLst>
          </p:cNvPr>
          <p:cNvSpPr txBox="1"/>
          <p:nvPr/>
        </p:nvSpPr>
        <p:spPr>
          <a:xfrm>
            <a:off x="9528311" y="4210706"/>
            <a:ext cx="1519469" cy="1754326"/>
          </a:xfrm>
          <a:prstGeom prst="rect">
            <a:avLst/>
          </a:prstGeom>
          <a:noFill/>
        </p:spPr>
        <p:txBody>
          <a:bodyPr wrap="square" rtlCol="0">
            <a:spAutoFit/>
          </a:bodyPr>
          <a:lstStyle/>
          <a:p>
            <a:r>
              <a:rPr lang="en-US" dirty="0"/>
              <a:t>The induced magnetic field has a larger gradient than the solar wind field</a:t>
            </a:r>
          </a:p>
        </p:txBody>
      </p:sp>
      <p:sp>
        <p:nvSpPr>
          <p:cNvPr id="15" name="TextBox 14">
            <a:extLst>
              <a:ext uri="{FF2B5EF4-FFF2-40B4-BE49-F238E27FC236}">
                <a16:creationId xmlns:a16="http://schemas.microsoft.com/office/drawing/2014/main" id="{6B7EA08F-4FA8-42D3-0DF1-74FDC1770BCD}"/>
              </a:ext>
            </a:extLst>
          </p:cNvPr>
          <p:cNvSpPr txBox="1"/>
          <p:nvPr/>
        </p:nvSpPr>
        <p:spPr>
          <a:xfrm>
            <a:off x="10771572" y="2205253"/>
            <a:ext cx="1406805" cy="646331"/>
          </a:xfrm>
          <a:prstGeom prst="rect">
            <a:avLst/>
          </a:prstGeom>
          <a:noFill/>
        </p:spPr>
        <p:txBody>
          <a:bodyPr wrap="square" rtlCol="0">
            <a:spAutoFit/>
          </a:bodyPr>
          <a:lstStyle/>
          <a:p>
            <a:r>
              <a:rPr lang="en-US" dirty="0"/>
              <a:t>Conductive Region</a:t>
            </a:r>
          </a:p>
        </p:txBody>
      </p:sp>
      <p:cxnSp>
        <p:nvCxnSpPr>
          <p:cNvPr id="19" name="Straight Connector 18">
            <a:extLst>
              <a:ext uri="{FF2B5EF4-FFF2-40B4-BE49-F238E27FC236}">
                <a16:creationId xmlns:a16="http://schemas.microsoft.com/office/drawing/2014/main" id="{C47CAB72-7BE6-E612-6E9D-AAEE5EBE0E38}"/>
              </a:ext>
            </a:extLst>
          </p:cNvPr>
          <p:cNvCxnSpPr>
            <a:cxnSpLocks/>
          </p:cNvCxnSpPr>
          <p:nvPr/>
        </p:nvCxnSpPr>
        <p:spPr>
          <a:xfrm>
            <a:off x="8789263" y="3117123"/>
            <a:ext cx="792442" cy="1178143"/>
          </a:xfrm>
          <a:prstGeom prst="line">
            <a:avLst/>
          </a:prstGeom>
          <a:ln w="57150">
            <a:solidFill>
              <a:schemeClr val="accent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F84510B-044F-31D2-9F18-D8E5F6CA2391}"/>
              </a:ext>
            </a:extLst>
          </p:cNvPr>
          <p:cNvCxnSpPr>
            <a:cxnSpLocks/>
          </p:cNvCxnSpPr>
          <p:nvPr/>
        </p:nvCxnSpPr>
        <p:spPr>
          <a:xfrm flipV="1">
            <a:off x="9097780" y="2420781"/>
            <a:ext cx="1673792" cy="400941"/>
          </a:xfrm>
          <a:prstGeom prst="line">
            <a:avLst/>
          </a:prstGeom>
          <a:ln w="57150">
            <a:solidFill>
              <a:schemeClr val="accent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767352"/>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785EB-DDEE-A905-4EDA-7900F1E55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37CAE-3F73-1777-976D-1A14F90E8E4F}"/>
              </a:ext>
            </a:extLst>
          </p:cNvPr>
          <p:cNvSpPr>
            <a:spLocks noGrp="1"/>
          </p:cNvSpPr>
          <p:nvPr>
            <p:ph type="title"/>
          </p:nvPr>
        </p:nvSpPr>
        <p:spPr/>
        <p:txBody>
          <a:bodyPr/>
          <a:lstStyle/>
          <a:p>
            <a:r>
              <a:rPr lang="en-US" dirty="0"/>
              <a:t>Some Applications</a:t>
            </a:r>
          </a:p>
        </p:txBody>
      </p:sp>
      <p:sp>
        <p:nvSpPr>
          <p:cNvPr id="4" name="Slide Number Placeholder 3">
            <a:extLst>
              <a:ext uri="{FF2B5EF4-FFF2-40B4-BE49-F238E27FC236}">
                <a16:creationId xmlns:a16="http://schemas.microsoft.com/office/drawing/2014/main" id="{E152D8CA-E22D-A74E-45BA-F523FB9901C5}"/>
              </a:ext>
            </a:extLst>
          </p:cNvPr>
          <p:cNvSpPr>
            <a:spLocks noGrp="1"/>
          </p:cNvSpPr>
          <p:nvPr>
            <p:ph type="sldNum" sz="quarter" idx="4"/>
          </p:nvPr>
        </p:nvSpPr>
        <p:spPr/>
        <p:txBody>
          <a:bodyPr/>
          <a:lstStyle/>
          <a:p>
            <a:fld id="{4A6E37D3-C5B8-47CF-A969-131D6B6A5E01}" type="slidenum">
              <a:rPr lang="en-US" smtClean="0"/>
              <a:t>5</a:t>
            </a:fld>
            <a:endParaRPr lang="en-US" dirty="0"/>
          </a:p>
        </p:txBody>
      </p:sp>
    </p:spTree>
    <p:extLst>
      <p:ext uri="{BB962C8B-B14F-4D97-AF65-F5344CB8AC3E}">
        <p14:creationId xmlns:p14="http://schemas.microsoft.com/office/powerpoint/2010/main" val="2050954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42A6-62EE-3F29-F408-D1D5097292E4}"/>
              </a:ext>
            </a:extLst>
          </p:cNvPr>
          <p:cNvSpPr>
            <a:spLocks noGrp="1"/>
          </p:cNvSpPr>
          <p:nvPr>
            <p:ph type="title"/>
          </p:nvPr>
        </p:nvSpPr>
        <p:spPr/>
        <p:txBody>
          <a:bodyPr/>
          <a:lstStyle/>
          <a:p>
            <a:r>
              <a:rPr lang="en-US" dirty="0"/>
              <a:t>Water World Magnetic Gradients from Orbit</a:t>
            </a:r>
          </a:p>
        </p:txBody>
      </p:sp>
      <p:sp>
        <p:nvSpPr>
          <p:cNvPr id="4" name="Slide Number Placeholder 3">
            <a:extLst>
              <a:ext uri="{FF2B5EF4-FFF2-40B4-BE49-F238E27FC236}">
                <a16:creationId xmlns:a16="http://schemas.microsoft.com/office/drawing/2014/main" id="{58E464F2-382A-82AF-2857-9DBE7739BDD5}"/>
              </a:ext>
            </a:extLst>
          </p:cNvPr>
          <p:cNvSpPr>
            <a:spLocks noGrp="1"/>
          </p:cNvSpPr>
          <p:nvPr>
            <p:ph type="sldNum" sz="quarter" idx="4"/>
          </p:nvPr>
        </p:nvSpPr>
        <p:spPr>
          <a:xfrm>
            <a:off x="11239396" y="6408702"/>
            <a:ext cx="838200" cy="365125"/>
          </a:xfrm>
        </p:spPr>
        <p:txBody>
          <a:bodyPr/>
          <a:lstStyle/>
          <a:p>
            <a:fld id="{4A6E37D3-C5B8-47CF-A969-131D6B6A5E01}" type="slidenum">
              <a:rPr lang="en-US" smtClean="0"/>
              <a:t>6</a:t>
            </a:fld>
            <a:endParaRPr lang="en-US" dirty="0"/>
          </a:p>
        </p:txBody>
      </p:sp>
      <p:grpSp>
        <p:nvGrpSpPr>
          <p:cNvPr id="9" name="Group 8">
            <a:extLst>
              <a:ext uri="{FF2B5EF4-FFF2-40B4-BE49-F238E27FC236}">
                <a16:creationId xmlns:a16="http://schemas.microsoft.com/office/drawing/2014/main" id="{B8AAB978-9676-9C6D-36ED-445C35F4AEC1}"/>
              </a:ext>
            </a:extLst>
          </p:cNvPr>
          <p:cNvGrpSpPr/>
          <p:nvPr/>
        </p:nvGrpSpPr>
        <p:grpSpPr>
          <a:xfrm>
            <a:off x="821359" y="2433658"/>
            <a:ext cx="2597150" cy="2547707"/>
            <a:chOff x="4825856" y="1805799"/>
            <a:chExt cx="3314987" cy="3246401"/>
          </a:xfrm>
        </p:grpSpPr>
        <p:pic>
          <p:nvPicPr>
            <p:cNvPr id="6" name="Picture 5">
              <a:extLst>
                <a:ext uri="{FF2B5EF4-FFF2-40B4-BE49-F238E27FC236}">
                  <a16:creationId xmlns:a16="http://schemas.microsoft.com/office/drawing/2014/main" id="{9FC1D151-C40C-5A71-D7B4-B077BBAFF43F}"/>
                </a:ext>
              </a:extLst>
            </p:cNvPr>
            <p:cNvPicPr>
              <a:picLocks noChangeAspect="1"/>
            </p:cNvPicPr>
            <p:nvPr/>
          </p:nvPicPr>
          <p:blipFill>
            <a:blip r:embed="rId3"/>
            <a:stretch>
              <a:fillRect/>
            </a:stretch>
          </p:blipFill>
          <p:spPr>
            <a:xfrm>
              <a:off x="4825856" y="1805799"/>
              <a:ext cx="3314987" cy="3246401"/>
            </a:xfrm>
            <a:prstGeom prst="rect">
              <a:avLst/>
            </a:prstGeom>
          </p:spPr>
        </p:pic>
        <p:sp>
          <p:nvSpPr>
            <p:cNvPr id="7" name="Isosceles Triangle 6">
              <a:extLst>
                <a:ext uri="{FF2B5EF4-FFF2-40B4-BE49-F238E27FC236}">
                  <a16:creationId xmlns:a16="http://schemas.microsoft.com/office/drawing/2014/main" id="{0001E8FA-C63A-11B8-24AE-56A8023F7D71}"/>
                </a:ext>
              </a:extLst>
            </p:cNvPr>
            <p:cNvSpPr/>
            <p:nvPr/>
          </p:nvSpPr>
          <p:spPr>
            <a:xfrm rot="10222317">
              <a:off x="6811346" y="3882640"/>
              <a:ext cx="176694" cy="16077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Chart, surface chart&#10;&#10;AI-generated content may be incorrect.">
            <a:extLst>
              <a:ext uri="{FF2B5EF4-FFF2-40B4-BE49-F238E27FC236}">
                <a16:creationId xmlns:a16="http://schemas.microsoft.com/office/drawing/2014/main" id="{C269FFDC-58DB-025A-7FDE-27AAB484C98B}"/>
              </a:ext>
            </a:extLst>
          </p:cNvPr>
          <p:cNvPicPr>
            <a:picLocks noChangeAspect="1"/>
          </p:cNvPicPr>
          <p:nvPr/>
        </p:nvPicPr>
        <p:blipFill>
          <a:blip r:embed="rId4"/>
          <a:srcRect l="291" r="36246" b="180"/>
          <a:stretch>
            <a:fillRect/>
          </a:stretch>
        </p:blipFill>
        <p:spPr>
          <a:xfrm>
            <a:off x="7594456" y="1590472"/>
            <a:ext cx="4184794" cy="4367694"/>
          </a:xfrm>
          <a:prstGeom prst="rect">
            <a:avLst/>
          </a:prstGeom>
        </p:spPr>
      </p:pic>
      <p:sp>
        <p:nvSpPr>
          <p:cNvPr id="8" name="TextBox 7">
            <a:extLst>
              <a:ext uri="{FF2B5EF4-FFF2-40B4-BE49-F238E27FC236}">
                <a16:creationId xmlns:a16="http://schemas.microsoft.com/office/drawing/2014/main" id="{F39AE333-9071-02D7-E490-2D6F7A5595F5}"/>
              </a:ext>
            </a:extLst>
          </p:cNvPr>
          <p:cNvSpPr txBox="1"/>
          <p:nvPr/>
        </p:nvSpPr>
        <p:spPr>
          <a:xfrm>
            <a:off x="7094391" y="1296358"/>
            <a:ext cx="1422401" cy="923330"/>
          </a:xfrm>
          <a:prstGeom prst="rect">
            <a:avLst/>
          </a:prstGeom>
          <a:noFill/>
        </p:spPr>
        <p:txBody>
          <a:bodyPr wrap="square" rtlCol="0">
            <a:spAutoFit/>
          </a:bodyPr>
          <a:lstStyle/>
          <a:p>
            <a:r>
              <a:rPr lang="en-US" dirty="0"/>
              <a:t>Conductivity Features of Ocean (grey)</a:t>
            </a:r>
          </a:p>
        </p:txBody>
      </p:sp>
      <p:cxnSp>
        <p:nvCxnSpPr>
          <p:cNvPr id="10" name="Straight Connector 9">
            <a:extLst>
              <a:ext uri="{FF2B5EF4-FFF2-40B4-BE49-F238E27FC236}">
                <a16:creationId xmlns:a16="http://schemas.microsoft.com/office/drawing/2014/main" id="{BBD9F2A6-84AF-F2EA-1601-4EFE0C29FC88}"/>
              </a:ext>
            </a:extLst>
          </p:cNvPr>
          <p:cNvCxnSpPr>
            <a:cxnSpLocks/>
          </p:cNvCxnSpPr>
          <p:nvPr/>
        </p:nvCxnSpPr>
        <p:spPr>
          <a:xfrm>
            <a:off x="7845011" y="2219688"/>
            <a:ext cx="1055204" cy="10204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43708DD-7F8D-2A01-51A6-731152163847}"/>
              </a:ext>
            </a:extLst>
          </p:cNvPr>
          <p:cNvCxnSpPr>
            <a:cxnSpLocks/>
          </p:cNvCxnSpPr>
          <p:nvPr/>
        </p:nvCxnSpPr>
        <p:spPr>
          <a:xfrm flipH="1">
            <a:off x="9942167" y="2179069"/>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CA341E-7148-92D7-E375-06BB998A7854}"/>
              </a:ext>
            </a:extLst>
          </p:cNvPr>
          <p:cNvSpPr txBox="1"/>
          <p:nvPr/>
        </p:nvSpPr>
        <p:spPr>
          <a:xfrm>
            <a:off x="10214693" y="1120170"/>
            <a:ext cx="2635250" cy="923330"/>
          </a:xfrm>
          <a:prstGeom prst="rect">
            <a:avLst/>
          </a:prstGeom>
          <a:noFill/>
        </p:spPr>
        <p:txBody>
          <a:bodyPr wrap="square" rtlCol="0">
            <a:spAutoFit/>
          </a:bodyPr>
          <a:lstStyle/>
          <a:p>
            <a:r>
              <a:rPr lang="en-US" dirty="0"/>
              <a:t>Induced Magnetic Gradient Features</a:t>
            </a:r>
          </a:p>
          <a:p>
            <a:r>
              <a:rPr dirty="0"/>
              <a:t>(rainbow)</a:t>
            </a:r>
          </a:p>
        </p:txBody>
      </p:sp>
      <p:sp>
        <p:nvSpPr>
          <p:cNvPr id="13" name="TextBox 12">
            <a:extLst>
              <a:ext uri="{FF2B5EF4-FFF2-40B4-BE49-F238E27FC236}">
                <a16:creationId xmlns:a16="http://schemas.microsoft.com/office/drawing/2014/main" id="{B2DE7BB2-D6CE-1704-D422-787975A41377}"/>
              </a:ext>
            </a:extLst>
          </p:cNvPr>
          <p:cNvSpPr txBox="1"/>
          <p:nvPr/>
        </p:nvSpPr>
        <p:spPr>
          <a:xfrm>
            <a:off x="7322174" y="5627696"/>
            <a:ext cx="1555750" cy="646331"/>
          </a:xfrm>
          <a:prstGeom prst="rect">
            <a:avLst/>
          </a:prstGeom>
          <a:noFill/>
        </p:spPr>
        <p:txBody>
          <a:bodyPr wrap="square" rtlCol="0">
            <a:spAutoFit/>
          </a:bodyPr>
          <a:lstStyle/>
          <a:p>
            <a:r>
              <a:rPr dirty="0"/>
              <a:t>Magnetic field Vectors</a:t>
            </a:r>
          </a:p>
        </p:txBody>
      </p:sp>
      <p:cxnSp>
        <p:nvCxnSpPr>
          <p:cNvPr id="14" name="Straight Connector 13">
            <a:extLst>
              <a:ext uri="{FF2B5EF4-FFF2-40B4-BE49-F238E27FC236}">
                <a16:creationId xmlns:a16="http://schemas.microsoft.com/office/drawing/2014/main" id="{DC12116D-0E9F-070C-CED4-56A9E80EE2F8}"/>
              </a:ext>
            </a:extLst>
          </p:cNvPr>
          <p:cNvCxnSpPr>
            <a:cxnSpLocks/>
          </p:cNvCxnSpPr>
          <p:nvPr/>
        </p:nvCxnSpPr>
        <p:spPr>
          <a:xfrm flipV="1">
            <a:off x="7845011" y="4835891"/>
            <a:ext cx="581439" cy="7670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5494331-EB7E-F322-309A-1DFBD2BA28FC}"/>
              </a:ext>
            </a:extLst>
          </p:cNvPr>
          <p:cNvSpPr txBox="1"/>
          <p:nvPr/>
        </p:nvSpPr>
        <p:spPr>
          <a:xfrm>
            <a:off x="1314449" y="4981365"/>
            <a:ext cx="1555750" cy="646331"/>
          </a:xfrm>
          <a:prstGeom prst="rect">
            <a:avLst/>
          </a:prstGeom>
          <a:noFill/>
        </p:spPr>
        <p:txBody>
          <a:bodyPr wrap="square" rtlCol="0">
            <a:spAutoFit/>
          </a:bodyPr>
          <a:lstStyle/>
          <a:p>
            <a:r>
              <a:rPr lang="en-US" dirty="0"/>
              <a:t>Orbit 100 km above surface</a:t>
            </a:r>
          </a:p>
        </p:txBody>
      </p:sp>
      <p:sp>
        <p:nvSpPr>
          <p:cNvPr id="23" name="Arrow: Right 22">
            <a:extLst>
              <a:ext uri="{FF2B5EF4-FFF2-40B4-BE49-F238E27FC236}">
                <a16:creationId xmlns:a16="http://schemas.microsoft.com/office/drawing/2014/main" id="{A29F8C45-2CE9-B107-99C9-1087F2C7946A}"/>
              </a:ext>
            </a:extLst>
          </p:cNvPr>
          <p:cNvSpPr/>
          <p:nvPr/>
        </p:nvSpPr>
        <p:spPr>
          <a:xfrm>
            <a:off x="4035353" y="2609850"/>
            <a:ext cx="2767706" cy="2028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Measure Magnetic Gradients to Observe Magnetic Features</a:t>
            </a:r>
          </a:p>
        </p:txBody>
      </p:sp>
      <p:sp>
        <p:nvSpPr>
          <p:cNvPr id="3" name="TextBox 2">
            <a:extLst>
              <a:ext uri="{FF2B5EF4-FFF2-40B4-BE49-F238E27FC236}">
                <a16:creationId xmlns:a16="http://schemas.microsoft.com/office/drawing/2014/main" id="{4C9223E3-5F3E-4D92-A214-811A65B38FAB}"/>
              </a:ext>
            </a:extLst>
          </p:cNvPr>
          <p:cNvSpPr txBox="1"/>
          <p:nvPr/>
        </p:nvSpPr>
        <p:spPr>
          <a:xfrm>
            <a:off x="635000" y="1428750"/>
            <a:ext cx="4070350" cy="923330"/>
          </a:xfrm>
          <a:prstGeom prst="rect">
            <a:avLst/>
          </a:prstGeom>
          <a:noFill/>
        </p:spPr>
        <p:txBody>
          <a:bodyPr wrap="square" rtlCol="0">
            <a:spAutoFit/>
          </a:bodyPr>
          <a:lstStyle/>
          <a:p>
            <a:r>
              <a:rPr lang="en-US" dirty="0"/>
              <a:t>Gradient contains detailed information about planetary magnetism, induced currents, and conductivity </a:t>
            </a:r>
          </a:p>
        </p:txBody>
      </p:sp>
    </p:spTree>
    <p:extLst>
      <p:ext uri="{BB962C8B-B14F-4D97-AF65-F5344CB8AC3E}">
        <p14:creationId xmlns:p14="http://schemas.microsoft.com/office/powerpoint/2010/main" val="2596388255"/>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53D8-154C-2A44-6F05-715C7688C00A}"/>
              </a:ext>
            </a:extLst>
          </p:cNvPr>
          <p:cNvSpPr>
            <a:spLocks noGrp="1"/>
          </p:cNvSpPr>
          <p:nvPr>
            <p:ph type="title"/>
          </p:nvPr>
        </p:nvSpPr>
        <p:spPr/>
        <p:txBody>
          <a:bodyPr>
            <a:normAutofit fontScale="90000"/>
          </a:bodyPr>
          <a:lstStyle/>
          <a:p>
            <a:r>
              <a:rPr lang="en-US" dirty="0"/>
              <a:t>Propose to Search </a:t>
            </a:r>
            <a:r>
              <a:rPr dirty="0"/>
              <a:t>for </a:t>
            </a:r>
            <a:r>
              <a:rPr lang="en-US" dirty="0"/>
              <a:t>M</a:t>
            </a:r>
            <a:r>
              <a:rPr dirty="0"/>
              <a:t>agnetic </a:t>
            </a:r>
            <a:r>
              <a:rPr lang="en-US" dirty="0"/>
              <a:t>Features of Water Worlds</a:t>
            </a:r>
            <a:endParaRPr dirty="0"/>
          </a:p>
        </p:txBody>
      </p:sp>
      <p:sp>
        <p:nvSpPr>
          <p:cNvPr id="3" name="Content Placeholder 2">
            <a:extLst>
              <a:ext uri="{FF2B5EF4-FFF2-40B4-BE49-F238E27FC236}">
                <a16:creationId xmlns:a16="http://schemas.microsoft.com/office/drawing/2014/main" id="{D1D83410-2EB9-EB65-62B4-90F458D21B55}"/>
              </a:ext>
            </a:extLst>
          </p:cNvPr>
          <p:cNvSpPr>
            <a:spLocks noGrp="1"/>
          </p:cNvSpPr>
          <p:nvPr>
            <p:ph idx="1"/>
          </p:nvPr>
        </p:nvSpPr>
        <p:spPr>
          <a:xfrm>
            <a:off x="211873" y="1270724"/>
            <a:ext cx="5962423" cy="5137977"/>
          </a:xfrm>
        </p:spPr>
        <p:txBody>
          <a:bodyPr>
            <a:normAutofit/>
          </a:bodyPr>
          <a:lstStyle/>
          <a:p>
            <a:r>
              <a:rPr lang="en-US" sz="3200" dirty="0"/>
              <a:t>Magnetic environment induces currents in conducting features</a:t>
            </a:r>
          </a:p>
          <a:p>
            <a:r>
              <a:rPr lang="en-US" sz="3200" dirty="0"/>
              <a:t>Look for magnetic signals due to</a:t>
            </a:r>
          </a:p>
          <a:p>
            <a:pPr lvl="1"/>
            <a:r>
              <a:rPr lang="en-US" sz="2400" dirty="0"/>
              <a:t>Water in lakes and veins in the ice</a:t>
            </a:r>
          </a:p>
          <a:p>
            <a:pPr lvl="1"/>
            <a:r>
              <a:rPr lang="en-US" sz="2400" dirty="0"/>
              <a:t>Variations in ocean depth</a:t>
            </a:r>
          </a:p>
          <a:p>
            <a:pPr lvl="1"/>
            <a:r>
              <a:rPr sz="2400" dirty="0"/>
              <a:t>Geysers</a:t>
            </a:r>
          </a:p>
          <a:p>
            <a:pPr lvl="1"/>
            <a:r>
              <a:rPr lang="en-US" sz="2400" dirty="0"/>
              <a:t>Ocean floor vents</a:t>
            </a:r>
          </a:p>
          <a:p>
            <a:pPr lvl="1"/>
            <a:r>
              <a:rPr lang="en-US" sz="2400" dirty="0"/>
              <a:t>Magnetic signals due to water flowing (magnetohydrodynamics)</a:t>
            </a:r>
          </a:p>
          <a:p>
            <a:pPr lvl="1"/>
            <a:r>
              <a:rPr lang="en-US" sz="2400" dirty="0"/>
              <a:t>Subsurface electrical currents</a:t>
            </a:r>
            <a:endParaRPr lang="en-US" sz="3000" dirty="0"/>
          </a:p>
          <a:p>
            <a:pPr marL="342797" lvl="1" indent="0">
              <a:buNone/>
            </a:pPr>
            <a:endParaRPr lang="en-US" sz="2400" dirty="0"/>
          </a:p>
        </p:txBody>
      </p:sp>
      <p:sp>
        <p:nvSpPr>
          <p:cNvPr id="4" name="Slide Number Placeholder 3">
            <a:extLst>
              <a:ext uri="{FF2B5EF4-FFF2-40B4-BE49-F238E27FC236}">
                <a16:creationId xmlns:a16="http://schemas.microsoft.com/office/drawing/2014/main" id="{1BF81D57-74A4-F60C-9E2A-E5AA2EBA817E}"/>
              </a:ext>
            </a:extLst>
          </p:cNvPr>
          <p:cNvSpPr>
            <a:spLocks noGrp="1"/>
          </p:cNvSpPr>
          <p:nvPr>
            <p:ph type="sldNum" sz="quarter" idx="4"/>
          </p:nvPr>
        </p:nvSpPr>
        <p:spPr/>
        <p:txBody>
          <a:bodyPr/>
          <a:lstStyle/>
          <a:p>
            <a:fld id="{4A6E37D3-C5B8-47CF-A969-131D6B6A5E01}" type="slidenum">
              <a:rPr lang="en-US" smtClean="0"/>
              <a:t>7</a:t>
            </a:fld>
            <a:endParaRPr lang="en-US" dirty="0"/>
          </a:p>
        </p:txBody>
      </p:sp>
      <p:pic>
        <p:nvPicPr>
          <p:cNvPr id="2050" name="Picture 2" descr="Artistic representation (not to scale) of Europa in cross-section showing processes from the seafloor to the surface. Boxes indicate potentially habitable sites such as hydrothermal vents, as well as regions on and within the ice shell that could harbor biosignatures. This diagram shows an integrated perspective of how the seafloor, ocean, and ice shell could yield biosignatures detectable on the surface by a landed spacecraft.">
            <a:extLst>
              <a:ext uri="{FF2B5EF4-FFF2-40B4-BE49-F238E27FC236}">
                <a16:creationId xmlns:a16="http://schemas.microsoft.com/office/drawing/2014/main" id="{1496AE27-B774-33E6-56CC-10DB0B199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1959" y="910502"/>
            <a:ext cx="4427106" cy="5339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010915"/>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2B267A2-67FD-B0D0-B293-2CA5C6897B9D}"/>
              </a:ext>
            </a:extLst>
          </p:cNvPr>
          <p:cNvPicPr>
            <a:picLocks noChangeAspect="1"/>
          </p:cNvPicPr>
          <p:nvPr/>
        </p:nvPicPr>
        <p:blipFill>
          <a:blip r:embed="rId2"/>
          <a:stretch>
            <a:fillRect/>
          </a:stretch>
        </p:blipFill>
        <p:spPr>
          <a:xfrm rot="1515913">
            <a:off x="8940081" y="1785252"/>
            <a:ext cx="2647364" cy="3426251"/>
          </a:xfrm>
          <a:prstGeom prst="rect">
            <a:avLst/>
          </a:prstGeom>
          <a:ln>
            <a:solidFill>
              <a:schemeClr val="tx1"/>
            </a:solidFill>
          </a:ln>
        </p:spPr>
      </p:pic>
      <p:sp>
        <p:nvSpPr>
          <p:cNvPr id="2" name="Title 1">
            <a:extLst>
              <a:ext uri="{FF2B5EF4-FFF2-40B4-BE49-F238E27FC236}">
                <a16:creationId xmlns:a16="http://schemas.microsoft.com/office/drawing/2014/main" id="{CCB4DEAC-6A0A-C639-C07E-9A6900608371}"/>
              </a:ext>
            </a:extLst>
          </p:cNvPr>
          <p:cNvSpPr>
            <a:spLocks noGrp="1"/>
          </p:cNvSpPr>
          <p:nvPr>
            <p:ph type="title"/>
          </p:nvPr>
        </p:nvSpPr>
        <p:spPr>
          <a:xfrm>
            <a:off x="1390115" y="188499"/>
            <a:ext cx="10583333" cy="862804"/>
          </a:xfrm>
        </p:spPr>
        <p:txBody>
          <a:bodyPr/>
          <a:lstStyle/>
          <a:p>
            <a:r>
              <a:rPr lang="en-US" dirty="0"/>
              <a:t>Convection and Geology</a:t>
            </a:r>
          </a:p>
        </p:txBody>
      </p:sp>
      <p:sp>
        <p:nvSpPr>
          <p:cNvPr id="3" name="Content Placeholder 2">
            <a:extLst>
              <a:ext uri="{FF2B5EF4-FFF2-40B4-BE49-F238E27FC236}">
                <a16:creationId xmlns:a16="http://schemas.microsoft.com/office/drawing/2014/main" id="{0A39A0CA-23B3-B91B-277F-576C5E0564B0}"/>
              </a:ext>
            </a:extLst>
          </p:cNvPr>
          <p:cNvSpPr>
            <a:spLocks noGrp="1"/>
          </p:cNvSpPr>
          <p:nvPr>
            <p:ph idx="1"/>
          </p:nvPr>
        </p:nvSpPr>
        <p:spPr>
          <a:xfrm>
            <a:off x="211874" y="1270725"/>
            <a:ext cx="5652031" cy="5015570"/>
          </a:xfrm>
        </p:spPr>
        <p:txBody>
          <a:bodyPr>
            <a:normAutofit lnSpcReduction="10000"/>
          </a:bodyPr>
          <a:lstStyle/>
          <a:p>
            <a:r>
              <a:rPr lang="en-US" sz="2800" dirty="0"/>
              <a:t>Predicted underwater plumes of highly saline water</a:t>
            </a:r>
          </a:p>
          <a:p>
            <a:r>
              <a:rPr lang="en-US" sz="2800" dirty="0"/>
              <a:t>Predicted convection, layering, diffusion dynamics in Europan ocean</a:t>
            </a:r>
          </a:p>
          <a:p>
            <a:pPr lvl="1"/>
            <a:r>
              <a:rPr lang="en-US" dirty="0"/>
              <a:t>P</a:t>
            </a:r>
            <a:r>
              <a:rPr dirty="0"/>
              <a:t>rimarily composed of aqueous Na2SO4 and MgSO4,  both </a:t>
            </a:r>
            <a:r>
              <a:rPr b="1" dirty="0"/>
              <a:t>saturated</a:t>
            </a:r>
            <a:r>
              <a:rPr dirty="0"/>
              <a:t> and </a:t>
            </a:r>
            <a:r>
              <a:rPr b="1" dirty="0"/>
              <a:t>dilute</a:t>
            </a:r>
            <a:r>
              <a:rPr dirty="0"/>
              <a:t> concentrations</a:t>
            </a:r>
          </a:p>
          <a:p>
            <a:r>
              <a:rPr lang="en-US" sz="2800" dirty="0"/>
              <a:t>Expect greatly varying conductivity in plumes, layers, and currents</a:t>
            </a:r>
          </a:p>
          <a:p>
            <a:r>
              <a:rPr lang="en-US" sz="2800" dirty="0"/>
              <a:t>Should result in fine-scale magnetic signals</a:t>
            </a:r>
            <a:endParaRPr dirty="0"/>
          </a:p>
          <a:p>
            <a:endParaRPr lang="en-US" sz="2800" dirty="0"/>
          </a:p>
        </p:txBody>
      </p:sp>
      <p:sp>
        <p:nvSpPr>
          <p:cNvPr id="4" name="Slide Number Placeholder 3">
            <a:extLst>
              <a:ext uri="{FF2B5EF4-FFF2-40B4-BE49-F238E27FC236}">
                <a16:creationId xmlns:a16="http://schemas.microsoft.com/office/drawing/2014/main" id="{5A4D124B-876E-F875-FEE4-E8900766CEAD}"/>
              </a:ext>
            </a:extLst>
          </p:cNvPr>
          <p:cNvSpPr>
            <a:spLocks noGrp="1"/>
          </p:cNvSpPr>
          <p:nvPr>
            <p:ph type="sldNum" sz="quarter" idx="4"/>
          </p:nvPr>
        </p:nvSpPr>
        <p:spPr/>
        <p:txBody>
          <a:bodyPr/>
          <a:lstStyle/>
          <a:p>
            <a:fld id="{4A6E37D3-C5B8-47CF-A969-131D6B6A5E01}" type="slidenum">
              <a:rPr lang="en-US" smtClean="0"/>
              <a:t>8</a:t>
            </a:fld>
            <a:endParaRPr lang="en-US" dirty="0"/>
          </a:p>
        </p:txBody>
      </p:sp>
      <p:pic>
        <p:nvPicPr>
          <p:cNvPr id="6" name="Picture 5">
            <a:extLst>
              <a:ext uri="{FF2B5EF4-FFF2-40B4-BE49-F238E27FC236}">
                <a16:creationId xmlns:a16="http://schemas.microsoft.com/office/drawing/2014/main" id="{332719DF-EBD0-6097-37C6-3D1157E9F1AF}"/>
              </a:ext>
            </a:extLst>
          </p:cNvPr>
          <p:cNvPicPr>
            <a:picLocks noChangeAspect="1"/>
          </p:cNvPicPr>
          <p:nvPr/>
        </p:nvPicPr>
        <p:blipFill>
          <a:blip r:embed="rId3"/>
          <a:stretch>
            <a:fillRect/>
          </a:stretch>
        </p:blipFill>
        <p:spPr>
          <a:xfrm>
            <a:off x="6234187" y="2312177"/>
            <a:ext cx="4846740" cy="2537680"/>
          </a:xfrm>
          <a:prstGeom prst="rect">
            <a:avLst/>
          </a:prstGeom>
          <a:ln>
            <a:solidFill>
              <a:schemeClr val="tx1"/>
            </a:solidFill>
          </a:ln>
        </p:spPr>
      </p:pic>
    </p:spTree>
    <p:extLst>
      <p:ext uri="{BB962C8B-B14F-4D97-AF65-F5344CB8AC3E}">
        <p14:creationId xmlns:p14="http://schemas.microsoft.com/office/powerpoint/2010/main" val="3124377215"/>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14F11-C751-8C10-76A9-725A59999D52}"/>
              </a:ext>
            </a:extLst>
          </p:cNvPr>
          <p:cNvSpPr>
            <a:spLocks noGrp="1"/>
          </p:cNvSpPr>
          <p:nvPr>
            <p:ph type="title"/>
          </p:nvPr>
        </p:nvSpPr>
        <p:spPr/>
        <p:txBody>
          <a:bodyPr/>
          <a:lstStyle/>
          <a:p>
            <a:r>
              <a:rPr lang="en-US" dirty="0"/>
              <a:t>Uranus System</a:t>
            </a:r>
          </a:p>
        </p:txBody>
      </p:sp>
      <p:sp>
        <p:nvSpPr>
          <p:cNvPr id="3" name="Content Placeholder 2">
            <a:extLst>
              <a:ext uri="{FF2B5EF4-FFF2-40B4-BE49-F238E27FC236}">
                <a16:creationId xmlns:a16="http://schemas.microsoft.com/office/drawing/2014/main" id="{B16B7320-9B67-2168-350E-FB24DF6F13CE}"/>
              </a:ext>
            </a:extLst>
          </p:cNvPr>
          <p:cNvSpPr>
            <a:spLocks noGrp="1"/>
          </p:cNvSpPr>
          <p:nvPr>
            <p:ph idx="1"/>
          </p:nvPr>
        </p:nvSpPr>
        <p:spPr>
          <a:xfrm>
            <a:off x="211874" y="1270725"/>
            <a:ext cx="5333249" cy="5015570"/>
          </a:xfrm>
        </p:spPr>
        <p:txBody>
          <a:bodyPr>
            <a:normAutofit fontScale="92500" lnSpcReduction="10000"/>
          </a:bodyPr>
          <a:lstStyle/>
          <a:p>
            <a:r>
              <a:rPr lang="en-US" sz="2800" dirty="0"/>
              <a:t>The Uranus system is highlighted in the Decadal Survey</a:t>
            </a:r>
          </a:p>
          <a:p>
            <a:r>
              <a:rPr lang="en-US" sz="2800" dirty="0"/>
              <a:t>Moons are likely water worlds, and targets for detailed magnetic surveying:</a:t>
            </a:r>
          </a:p>
          <a:p>
            <a:pPr lvl="1"/>
            <a:r>
              <a:rPr lang="it-IT" sz="2600" b="0" i="0" dirty="0">
                <a:solidFill>
                  <a:srgbClr val="040C28"/>
                </a:solidFill>
                <a:effectLst/>
                <a:latin typeface="Google Sans"/>
              </a:rPr>
              <a:t>Ariel</a:t>
            </a:r>
          </a:p>
          <a:p>
            <a:pPr lvl="1"/>
            <a:r>
              <a:rPr lang="it-IT" sz="2600" b="0" i="0" dirty="0">
                <a:solidFill>
                  <a:srgbClr val="040C28"/>
                </a:solidFill>
                <a:effectLst/>
                <a:latin typeface="Google Sans"/>
              </a:rPr>
              <a:t>Umbriel</a:t>
            </a:r>
          </a:p>
          <a:p>
            <a:pPr lvl="1"/>
            <a:r>
              <a:rPr lang="it-IT" sz="2600" b="0" i="0" dirty="0">
                <a:solidFill>
                  <a:srgbClr val="040C28"/>
                </a:solidFill>
                <a:effectLst/>
                <a:latin typeface="Google Sans"/>
              </a:rPr>
              <a:t>Titania</a:t>
            </a:r>
          </a:p>
          <a:p>
            <a:pPr lvl="1"/>
            <a:r>
              <a:rPr lang="it-IT" sz="2600" b="0" i="0" dirty="0">
                <a:solidFill>
                  <a:srgbClr val="040C28"/>
                </a:solidFill>
                <a:effectLst/>
                <a:latin typeface="Google Sans"/>
              </a:rPr>
              <a:t>Oberon</a:t>
            </a:r>
            <a:endParaRPr lang="it-IT" sz="2600" b="0" i="0" dirty="0">
              <a:solidFill>
                <a:srgbClr val="202124"/>
              </a:solidFill>
              <a:effectLst/>
              <a:latin typeface="Google Sans"/>
            </a:endParaRPr>
          </a:p>
          <a:p>
            <a:r>
              <a:rPr sz="2800" dirty="0"/>
              <a:t>Also</a:t>
            </a:r>
            <a:r>
              <a:rPr lang="en-US" sz="2800" dirty="0"/>
              <a:t>,</a:t>
            </a:r>
            <a:r>
              <a:rPr sz="2800" dirty="0"/>
              <a:t> the Magnetosphere of Uranus offers interesting plasma physics to study between visits to moons </a:t>
            </a:r>
            <a:r>
              <a:rPr lang="en-US" sz="2800" dirty="0"/>
              <a:t> </a:t>
            </a:r>
            <a:endParaRPr sz="2800" dirty="0"/>
          </a:p>
        </p:txBody>
      </p:sp>
      <p:sp>
        <p:nvSpPr>
          <p:cNvPr id="4" name="Slide Number Placeholder 3">
            <a:extLst>
              <a:ext uri="{FF2B5EF4-FFF2-40B4-BE49-F238E27FC236}">
                <a16:creationId xmlns:a16="http://schemas.microsoft.com/office/drawing/2014/main" id="{D042C09B-E6B5-0CE0-8049-94FB16DEF508}"/>
              </a:ext>
            </a:extLst>
          </p:cNvPr>
          <p:cNvSpPr>
            <a:spLocks noGrp="1"/>
          </p:cNvSpPr>
          <p:nvPr>
            <p:ph type="sldNum" sz="quarter" idx="4"/>
          </p:nvPr>
        </p:nvSpPr>
        <p:spPr/>
        <p:txBody>
          <a:bodyPr/>
          <a:lstStyle/>
          <a:p>
            <a:fld id="{4A6E37D3-C5B8-47CF-A969-131D6B6A5E01}" type="slidenum">
              <a:rPr lang="en-US" smtClean="0"/>
              <a:t>9</a:t>
            </a:fld>
            <a:endParaRPr lang="en-US" dirty="0"/>
          </a:p>
        </p:txBody>
      </p:sp>
      <p:pic>
        <p:nvPicPr>
          <p:cNvPr id="5" name="Picture 4">
            <a:extLst>
              <a:ext uri="{FF2B5EF4-FFF2-40B4-BE49-F238E27FC236}">
                <a16:creationId xmlns:a16="http://schemas.microsoft.com/office/drawing/2014/main" id="{FCF290F2-EFD1-C957-75B4-586D11C85A66}"/>
              </a:ext>
            </a:extLst>
          </p:cNvPr>
          <p:cNvPicPr>
            <a:picLocks noChangeAspect="1"/>
          </p:cNvPicPr>
          <p:nvPr/>
        </p:nvPicPr>
        <p:blipFill>
          <a:blip r:embed="rId2"/>
          <a:stretch>
            <a:fillRect/>
          </a:stretch>
        </p:blipFill>
        <p:spPr>
          <a:xfrm>
            <a:off x="5762702" y="1432608"/>
            <a:ext cx="6003556" cy="3053918"/>
          </a:xfrm>
          <a:prstGeom prst="rect">
            <a:avLst/>
          </a:prstGeom>
        </p:spPr>
      </p:pic>
      <p:sp>
        <p:nvSpPr>
          <p:cNvPr id="6" name="TextBox 5">
            <a:extLst>
              <a:ext uri="{FF2B5EF4-FFF2-40B4-BE49-F238E27FC236}">
                <a16:creationId xmlns:a16="http://schemas.microsoft.com/office/drawing/2014/main" id="{929338C2-18ED-5E48-AEC0-0480E0A6F51E}"/>
              </a:ext>
            </a:extLst>
          </p:cNvPr>
          <p:cNvSpPr txBox="1"/>
          <p:nvPr/>
        </p:nvSpPr>
        <p:spPr>
          <a:xfrm>
            <a:off x="7447164" y="4523890"/>
            <a:ext cx="2752078" cy="369332"/>
          </a:xfrm>
          <a:prstGeom prst="rect">
            <a:avLst/>
          </a:prstGeom>
          <a:noFill/>
        </p:spPr>
        <p:txBody>
          <a:bodyPr wrap="square" rtlCol="0">
            <a:spAutoFit/>
          </a:bodyPr>
          <a:lstStyle/>
          <a:p>
            <a:r>
              <a:rPr lang="en-US" dirty="0"/>
              <a:t>Uranus and Moons</a:t>
            </a:r>
          </a:p>
        </p:txBody>
      </p:sp>
    </p:spTree>
    <p:extLst>
      <p:ext uri="{BB962C8B-B14F-4D97-AF65-F5344CB8AC3E}">
        <p14:creationId xmlns:p14="http://schemas.microsoft.com/office/powerpoint/2010/main" val="2803866445"/>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CDA4D-AA4D-48FD-947E-98FCE45D5BB4}"/>
              </a:ext>
            </a:extLst>
          </p:cNvPr>
          <p:cNvSpPr>
            <a:spLocks noGrp="1"/>
          </p:cNvSpPr>
          <p:nvPr>
            <p:ph type="title"/>
          </p:nvPr>
        </p:nvSpPr>
        <p:spPr/>
        <p:txBody>
          <a:bodyPr/>
          <a:lstStyle/>
          <a:p>
            <a:r>
              <a:rPr dirty="0"/>
              <a:t>New Asteroid Science:</a:t>
            </a:r>
          </a:p>
        </p:txBody>
      </p:sp>
      <p:sp>
        <p:nvSpPr>
          <p:cNvPr id="3" name="Content Placeholder 2">
            <a:extLst>
              <a:ext uri="{FF2B5EF4-FFF2-40B4-BE49-F238E27FC236}">
                <a16:creationId xmlns:a16="http://schemas.microsoft.com/office/drawing/2014/main" id="{5AE316F0-42B4-4D7B-B067-ADF037B6114C}"/>
              </a:ext>
            </a:extLst>
          </p:cNvPr>
          <p:cNvSpPr>
            <a:spLocks noGrp="1"/>
          </p:cNvSpPr>
          <p:nvPr>
            <p:ph idx="1"/>
          </p:nvPr>
        </p:nvSpPr>
        <p:spPr>
          <a:xfrm>
            <a:off x="211874" y="1270725"/>
            <a:ext cx="7050060" cy="5015570"/>
          </a:xfrm>
        </p:spPr>
        <p:txBody>
          <a:bodyPr>
            <a:normAutofit/>
          </a:bodyPr>
          <a:lstStyle/>
          <a:p>
            <a:r>
              <a:rPr lang="en-US" sz="2600" dirty="0"/>
              <a:t>Ceres is a possible water world</a:t>
            </a:r>
          </a:p>
          <a:p>
            <a:pPr lvl="1"/>
            <a:r>
              <a:rPr lang="en-US" sz="2000" dirty="0"/>
              <a:t>Geological features suggest brine under the ice</a:t>
            </a:r>
          </a:p>
          <a:p>
            <a:pPr lvl="1"/>
            <a:r>
              <a:rPr lang="en-US" sz="2200" dirty="0"/>
              <a:t>Solar wind may induce a weak magnetic response from the subsurface brine</a:t>
            </a:r>
          </a:p>
          <a:p>
            <a:r>
              <a:rPr lang="en-US" sz="2600" dirty="0"/>
              <a:t>Previously undetectable asteroids</a:t>
            </a:r>
          </a:p>
          <a:p>
            <a:pPr lvl="1"/>
            <a:r>
              <a:rPr lang="en-US" sz="2000" dirty="0"/>
              <a:t>Fluxgates did not detect magnetism from weakly magnetic asteroids</a:t>
            </a:r>
          </a:p>
          <a:p>
            <a:pPr lvl="1"/>
            <a:r>
              <a:rPr sz="2000" dirty="0"/>
              <a:t>These include on Eros, Lutetia, 67P, Braille, Steins, etc.</a:t>
            </a:r>
          </a:p>
          <a:p>
            <a:pPr lvl="1"/>
            <a:r>
              <a:rPr lang="en-US" sz="2000" dirty="0"/>
              <a:t>Map the weak magnetic fields of these objects</a:t>
            </a:r>
          </a:p>
          <a:p>
            <a:pPr lvl="1"/>
            <a:r>
              <a:rPr lang="en-US" sz="2000" dirty="0"/>
              <a:t>Provide evidence about composition and evolution</a:t>
            </a:r>
          </a:p>
          <a:p>
            <a:r>
              <a:rPr lang="en-US" sz="2500" dirty="0"/>
              <a:t>Solar wind induces signals from metallic parts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20F82F2-B7CB-421A-A3E1-707F4F73C28A}"/>
              </a:ext>
            </a:extLst>
          </p:cNvPr>
          <p:cNvSpPr>
            <a:spLocks noGrp="1"/>
          </p:cNvSpPr>
          <p:nvPr>
            <p:ph type="sldNum" sz="quarter" idx="4"/>
          </p:nvPr>
        </p:nvSpPr>
        <p:spPr/>
        <p:txBody>
          <a:bodyPr/>
          <a:lstStyle/>
          <a:p>
            <a:fld id="{4A6E37D3-C5B8-47CF-A969-131D6B6A5E01}" type="slidenum">
              <a:rPr lang="en-US" smtClean="0"/>
              <a:t>10</a:t>
            </a:fld>
            <a:endParaRPr lang="en-US" dirty="0"/>
          </a:p>
        </p:txBody>
      </p:sp>
      <p:sp>
        <p:nvSpPr>
          <p:cNvPr id="9" name="TextBox 8">
            <a:extLst>
              <a:ext uri="{FF2B5EF4-FFF2-40B4-BE49-F238E27FC236}">
                <a16:creationId xmlns:a16="http://schemas.microsoft.com/office/drawing/2014/main" id="{3A92D718-F76F-4926-B2AD-14BDABBC37F7}"/>
              </a:ext>
            </a:extLst>
          </p:cNvPr>
          <p:cNvSpPr txBox="1"/>
          <p:nvPr/>
        </p:nvSpPr>
        <p:spPr>
          <a:xfrm>
            <a:off x="9247236" y="5764489"/>
            <a:ext cx="989042" cy="369332"/>
          </a:xfrm>
          <a:prstGeom prst="rect">
            <a:avLst/>
          </a:prstGeom>
          <a:noFill/>
        </p:spPr>
        <p:txBody>
          <a:bodyPr wrap="square" rtlCol="0">
            <a:spAutoFit/>
          </a:bodyPr>
          <a:lstStyle/>
          <a:p>
            <a:pPr algn="ctr"/>
            <a:r>
              <a:rPr lang="en-US" dirty="0"/>
              <a:t>Eros</a:t>
            </a:r>
          </a:p>
        </p:txBody>
      </p:sp>
      <p:pic>
        <p:nvPicPr>
          <p:cNvPr id="11" name="Picture 2" descr="433 Eros - Wikipedia">
            <a:extLst>
              <a:ext uri="{FF2B5EF4-FFF2-40B4-BE49-F238E27FC236}">
                <a16:creationId xmlns:a16="http://schemas.microsoft.com/office/drawing/2014/main" id="{E08B8672-75CF-4E6A-B220-366F7674B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7235" y="3590169"/>
            <a:ext cx="1969493" cy="21743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584C8E9-88F7-F0EB-BDC3-BB95684D72E0}"/>
              </a:ext>
            </a:extLst>
          </p:cNvPr>
          <p:cNvPicPr>
            <a:picLocks noChangeAspect="1"/>
          </p:cNvPicPr>
          <p:nvPr/>
        </p:nvPicPr>
        <p:blipFill>
          <a:blip r:embed="rId3"/>
          <a:stretch>
            <a:fillRect/>
          </a:stretch>
        </p:blipFill>
        <p:spPr>
          <a:xfrm>
            <a:off x="9311233" y="1667631"/>
            <a:ext cx="1994669" cy="1600200"/>
          </a:xfrm>
          <a:prstGeom prst="rect">
            <a:avLst/>
          </a:prstGeom>
        </p:spPr>
      </p:pic>
    </p:spTree>
    <p:extLst>
      <p:ext uri="{BB962C8B-B14F-4D97-AF65-F5344CB8AC3E}">
        <p14:creationId xmlns:p14="http://schemas.microsoft.com/office/powerpoint/2010/main" val="155764943"/>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034F6-62BF-F6D6-6EDE-B271774851C1}"/>
              </a:ext>
            </a:extLst>
          </p:cNvPr>
          <p:cNvSpPr>
            <a:spLocks noGrp="1"/>
          </p:cNvSpPr>
          <p:nvPr>
            <p:ph type="title"/>
          </p:nvPr>
        </p:nvSpPr>
        <p:spPr/>
        <p:txBody>
          <a:bodyPr/>
          <a:lstStyle/>
          <a:p>
            <a:r>
              <a:rPr lang="en-US" dirty="0"/>
              <a:t>Detecting Terrestrial Magnetic Objects By Gradients</a:t>
            </a:r>
          </a:p>
        </p:txBody>
      </p:sp>
      <p:sp>
        <p:nvSpPr>
          <p:cNvPr id="3" name="Content Placeholder 2">
            <a:extLst>
              <a:ext uri="{FF2B5EF4-FFF2-40B4-BE49-F238E27FC236}">
                <a16:creationId xmlns:a16="http://schemas.microsoft.com/office/drawing/2014/main" id="{45D22FC0-B9F8-68C3-9EE1-0ED55C907E97}"/>
              </a:ext>
            </a:extLst>
          </p:cNvPr>
          <p:cNvSpPr>
            <a:spLocks noGrp="1"/>
          </p:cNvSpPr>
          <p:nvPr>
            <p:ph idx="1"/>
          </p:nvPr>
        </p:nvSpPr>
        <p:spPr>
          <a:xfrm>
            <a:off x="478130" y="1264076"/>
            <a:ext cx="5883341" cy="5015570"/>
          </a:xfrm>
        </p:spPr>
        <p:txBody>
          <a:bodyPr>
            <a:normAutofit/>
          </a:bodyPr>
          <a:lstStyle/>
          <a:p>
            <a:pPr fontAlgn="base"/>
            <a:r>
              <a:rPr lang="en-US" sz="2400" dirty="0"/>
              <a:t>Nuclear subs:</a:t>
            </a:r>
          </a:p>
          <a:p>
            <a:pPr lvl="1" fontAlgn="base"/>
            <a:r>
              <a:rPr lang="en-US" sz="2100" dirty="0"/>
              <a:t>Low magnetism Sub, 300 meters deep oceans can be detected</a:t>
            </a:r>
          </a:p>
          <a:p>
            <a:pPr lvl="2" fontAlgn="base"/>
            <a:r>
              <a:rPr lang="en-US" sz="1801" dirty="0"/>
              <a:t> (Assume 1 %  of magnetization of iron)</a:t>
            </a:r>
          </a:p>
          <a:p>
            <a:pPr lvl="1" fontAlgn="base"/>
            <a:r>
              <a:rPr lang="en-US" sz="2100" dirty="0"/>
              <a:t>1</a:t>
            </a:r>
            <a:r>
              <a:rPr lang="en-US" sz="2100" baseline="30000" dirty="0"/>
              <a:t>st</a:t>
            </a:r>
            <a:r>
              <a:rPr lang="en-US" sz="2100" dirty="0"/>
              <a:t> order </a:t>
            </a:r>
            <a:r>
              <a:rPr sz="2100" dirty="0"/>
              <a:t>Gradient from the sub is ~12% of Earth's dipole field</a:t>
            </a:r>
            <a:r>
              <a:rPr lang="en-US" sz="2100" dirty="0"/>
              <a:t> gradient</a:t>
            </a:r>
            <a:endParaRPr sz="2100" dirty="0"/>
          </a:p>
          <a:p>
            <a:pPr lvl="1" fontAlgn="base"/>
            <a:r>
              <a:rPr lang="en-US" sz="2100" dirty="0"/>
              <a:t> 2</a:t>
            </a:r>
            <a:r>
              <a:rPr lang="en-US" sz="2100" baseline="30000" dirty="0"/>
              <a:t>nd</a:t>
            </a:r>
            <a:r>
              <a:rPr lang="en-US" sz="2100" dirty="0"/>
              <a:t> order gradiometer: the sub is 2600X earth dipole field gradient </a:t>
            </a:r>
          </a:p>
          <a:p>
            <a:pPr lvl="1" fontAlgn="base"/>
            <a:r>
              <a:rPr lang="en-US" sz="2100" dirty="0"/>
              <a:t>Detectible by ~1 m SQUID gradiometers</a:t>
            </a:r>
          </a:p>
          <a:p>
            <a:pPr lvl="1" fontAlgn="base"/>
            <a:r>
              <a:rPr lang="en-US" sz="2100" dirty="0"/>
              <a:t>Place on boat, buoy, or drone</a:t>
            </a:r>
          </a:p>
          <a:p>
            <a:r>
              <a:rPr lang="en-US" sz="2400" dirty="0"/>
              <a:t>Meteors and geological features</a:t>
            </a:r>
          </a:p>
          <a:p>
            <a:pPr lvl="1"/>
            <a:r>
              <a:rPr lang="en-US" sz="2100" dirty="0"/>
              <a:t>1 kg iron meter 20 m underground  could be detected with similar technology </a:t>
            </a:r>
          </a:p>
        </p:txBody>
      </p:sp>
      <p:sp>
        <p:nvSpPr>
          <p:cNvPr id="4" name="Slide Number Placeholder 3">
            <a:extLst>
              <a:ext uri="{FF2B5EF4-FFF2-40B4-BE49-F238E27FC236}">
                <a16:creationId xmlns:a16="http://schemas.microsoft.com/office/drawing/2014/main" id="{6A95F2CA-1A86-D6D7-7C8E-8AD2568B5917}"/>
              </a:ext>
            </a:extLst>
          </p:cNvPr>
          <p:cNvSpPr>
            <a:spLocks noGrp="1"/>
          </p:cNvSpPr>
          <p:nvPr>
            <p:ph type="sldNum" sz="quarter" idx="4"/>
          </p:nvPr>
        </p:nvSpPr>
        <p:spPr/>
        <p:txBody>
          <a:bodyPr/>
          <a:lstStyle/>
          <a:p>
            <a:fld id="{4A6E37D3-C5B8-47CF-A969-131D6B6A5E01}" type="slidenum">
              <a:rPr lang="en-US" smtClean="0"/>
              <a:t>11</a:t>
            </a:fld>
            <a:endParaRPr lang="en-US" dirty="0"/>
          </a:p>
        </p:txBody>
      </p:sp>
      <p:sp>
        <p:nvSpPr>
          <p:cNvPr id="6" name="AutoShape 4" descr="Drone and submarine at sunset">
            <a:extLst>
              <a:ext uri="{FF2B5EF4-FFF2-40B4-BE49-F238E27FC236}">
                <a16:creationId xmlns:a16="http://schemas.microsoft.com/office/drawing/2014/main" id="{910D3C54-84C4-A0D9-BC8C-06821433BE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 name="Picture 9" descr="A picture containing sky, outdoor, water, plane&#10;&#10;AI-generated content may be incorrect.">
            <a:extLst>
              <a:ext uri="{FF2B5EF4-FFF2-40B4-BE49-F238E27FC236}">
                <a16:creationId xmlns:a16="http://schemas.microsoft.com/office/drawing/2014/main" id="{243C73B1-323B-6518-E15F-B80CA443F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5929" y="1393132"/>
            <a:ext cx="3171638" cy="4757458"/>
          </a:xfrm>
          <a:prstGeom prst="rect">
            <a:avLst/>
          </a:prstGeom>
        </p:spPr>
      </p:pic>
    </p:spTree>
    <p:extLst>
      <p:ext uri="{BB962C8B-B14F-4D97-AF65-F5344CB8AC3E}">
        <p14:creationId xmlns:p14="http://schemas.microsoft.com/office/powerpoint/2010/main" val="1878771491"/>
      </p:ext>
    </p:extLst>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Chart, surface chart&#10;&#10;AI-generated content may be incorrect.">
            <a:extLst>
              <a:ext uri="{FF2B5EF4-FFF2-40B4-BE49-F238E27FC236}">
                <a16:creationId xmlns:a16="http://schemas.microsoft.com/office/drawing/2014/main" id="{6F18C452-4ABA-85E7-15C8-7D356B1D1026}"/>
              </a:ext>
            </a:extLst>
          </p:cNvPr>
          <p:cNvPicPr>
            <a:picLocks noChangeAspect="1"/>
          </p:cNvPicPr>
          <p:nvPr/>
        </p:nvPicPr>
        <p:blipFill>
          <a:blip r:embed="rId2"/>
          <a:stretch>
            <a:fillRect/>
          </a:stretch>
        </p:blipFill>
        <p:spPr>
          <a:xfrm>
            <a:off x="4991555" y="1679267"/>
            <a:ext cx="6323694" cy="4196151"/>
          </a:xfrm>
          <a:prstGeom prst="rect">
            <a:avLst/>
          </a:prstGeom>
        </p:spPr>
      </p:pic>
      <p:sp>
        <p:nvSpPr>
          <p:cNvPr id="2" name="Title 1">
            <a:extLst>
              <a:ext uri="{FF2B5EF4-FFF2-40B4-BE49-F238E27FC236}">
                <a16:creationId xmlns:a16="http://schemas.microsoft.com/office/drawing/2014/main" id="{E848B8B6-DC8F-C84F-8932-65B2E458FCB9}"/>
              </a:ext>
            </a:extLst>
          </p:cNvPr>
          <p:cNvSpPr>
            <a:spLocks noGrp="1"/>
          </p:cNvSpPr>
          <p:nvPr>
            <p:ph type="title"/>
          </p:nvPr>
        </p:nvSpPr>
        <p:spPr/>
        <p:txBody>
          <a:bodyPr/>
          <a:lstStyle/>
          <a:p>
            <a:r>
              <a:rPr dirty="0"/>
              <a:t>Why Use Magnetic Gradiometer</a:t>
            </a:r>
            <a:r>
              <a:rPr lang="en-US" dirty="0"/>
              <a:t> for Water Worlds?</a:t>
            </a:r>
            <a:endParaRPr dirty="0"/>
          </a:p>
        </p:txBody>
      </p:sp>
      <p:sp>
        <p:nvSpPr>
          <p:cNvPr id="3" name="Content Placeholder 2">
            <a:extLst>
              <a:ext uri="{FF2B5EF4-FFF2-40B4-BE49-F238E27FC236}">
                <a16:creationId xmlns:a16="http://schemas.microsoft.com/office/drawing/2014/main" id="{C82962F8-2EAD-441B-0ECE-5AAF8BDC21FF}"/>
              </a:ext>
            </a:extLst>
          </p:cNvPr>
          <p:cNvSpPr>
            <a:spLocks noGrp="1"/>
          </p:cNvSpPr>
          <p:nvPr>
            <p:ph idx="1"/>
          </p:nvPr>
        </p:nvSpPr>
        <p:spPr>
          <a:xfrm>
            <a:off x="211874" y="1270725"/>
            <a:ext cx="3826726" cy="5015570"/>
          </a:xfrm>
        </p:spPr>
        <p:txBody>
          <a:bodyPr>
            <a:normAutofit lnSpcReduction="10000"/>
          </a:bodyPr>
          <a:lstStyle/>
          <a:p>
            <a:r>
              <a:rPr lang="en-US" dirty="0"/>
              <a:t>Picks out nearby sources like magnetic areas in planetary objects</a:t>
            </a:r>
          </a:p>
          <a:p>
            <a:r>
              <a:rPr lang="en-US" dirty="0"/>
              <a:t>Detects electrically conductive regions through their magnetic response to ambient fields</a:t>
            </a:r>
          </a:p>
          <a:p>
            <a:r>
              <a:rPr lang="en-US" dirty="0"/>
              <a:t>Even though the magnetic field is very smooth, the gradient is not smooth</a:t>
            </a:r>
          </a:p>
          <a:p>
            <a:pPr lvl="1"/>
            <a:r>
              <a:rPr lang="en-US" dirty="0"/>
              <a:t>Provides information about the magnetic structure of the body</a:t>
            </a:r>
          </a:p>
          <a:p>
            <a:r>
              <a:rPr lang="en-US" dirty="0"/>
              <a:t>Filters out large scale noise sources like the solar wind</a:t>
            </a:r>
          </a:p>
          <a:p>
            <a:r>
              <a:rPr lang="en-US" dirty="0"/>
              <a:t>5% variations in ocean conductivity produce pT/m gradients</a:t>
            </a:r>
          </a:p>
          <a:p>
            <a:endParaRPr lang="en-US" dirty="0"/>
          </a:p>
        </p:txBody>
      </p:sp>
      <p:sp>
        <p:nvSpPr>
          <p:cNvPr id="4" name="Slide Number Placeholder 3">
            <a:extLst>
              <a:ext uri="{FF2B5EF4-FFF2-40B4-BE49-F238E27FC236}">
                <a16:creationId xmlns:a16="http://schemas.microsoft.com/office/drawing/2014/main" id="{ECB770A6-90B4-1BB8-A3D5-B2E227E7C5FD}"/>
              </a:ext>
            </a:extLst>
          </p:cNvPr>
          <p:cNvSpPr>
            <a:spLocks noGrp="1"/>
          </p:cNvSpPr>
          <p:nvPr>
            <p:ph type="sldNum" sz="quarter" idx="4"/>
          </p:nvPr>
        </p:nvSpPr>
        <p:spPr/>
        <p:txBody>
          <a:bodyPr/>
          <a:lstStyle/>
          <a:p>
            <a:fld id="{4A6E37D3-C5B8-47CF-A969-131D6B6A5E01}" type="slidenum">
              <a:rPr lang="en-US" smtClean="0"/>
              <a:t>12</a:t>
            </a:fld>
            <a:endParaRPr lang="en-US" dirty="0"/>
          </a:p>
        </p:txBody>
      </p:sp>
      <p:sp>
        <p:nvSpPr>
          <p:cNvPr id="6" name="TextBox 5">
            <a:extLst>
              <a:ext uri="{FF2B5EF4-FFF2-40B4-BE49-F238E27FC236}">
                <a16:creationId xmlns:a16="http://schemas.microsoft.com/office/drawing/2014/main" id="{331A66B3-E469-2760-43C0-3590EE68CCA7}"/>
              </a:ext>
            </a:extLst>
          </p:cNvPr>
          <p:cNvSpPr txBox="1"/>
          <p:nvPr/>
        </p:nvSpPr>
        <p:spPr>
          <a:xfrm>
            <a:off x="4510235" y="1323498"/>
            <a:ext cx="1555750" cy="923330"/>
          </a:xfrm>
          <a:prstGeom prst="rect">
            <a:avLst/>
          </a:prstGeom>
          <a:noFill/>
        </p:spPr>
        <p:txBody>
          <a:bodyPr wrap="square" rtlCol="0">
            <a:spAutoFit/>
          </a:bodyPr>
          <a:lstStyle/>
          <a:p>
            <a:r>
              <a:rPr lang="en-US" dirty="0"/>
              <a:t>Conductivity of Ocean (grey)</a:t>
            </a:r>
          </a:p>
        </p:txBody>
      </p:sp>
      <p:cxnSp>
        <p:nvCxnSpPr>
          <p:cNvPr id="7" name="Straight Connector 6">
            <a:extLst>
              <a:ext uri="{FF2B5EF4-FFF2-40B4-BE49-F238E27FC236}">
                <a16:creationId xmlns:a16="http://schemas.microsoft.com/office/drawing/2014/main" id="{678DB72C-6AAA-4D2B-7345-797F3FC5FA3D}"/>
              </a:ext>
            </a:extLst>
          </p:cNvPr>
          <p:cNvCxnSpPr>
            <a:cxnSpLocks/>
          </p:cNvCxnSpPr>
          <p:nvPr/>
        </p:nvCxnSpPr>
        <p:spPr>
          <a:xfrm>
            <a:off x="5245446" y="2065120"/>
            <a:ext cx="972107" cy="9265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4A2BEB7-047F-7F45-4CEF-DC7B371C910C}"/>
              </a:ext>
            </a:extLst>
          </p:cNvPr>
          <p:cNvCxnSpPr>
            <a:cxnSpLocks/>
          </p:cNvCxnSpPr>
          <p:nvPr/>
        </p:nvCxnSpPr>
        <p:spPr>
          <a:xfrm flipH="1">
            <a:off x="7573617" y="1997728"/>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260DA2-221A-CA88-13E7-C32A62B29107}"/>
              </a:ext>
            </a:extLst>
          </p:cNvPr>
          <p:cNvSpPr txBox="1"/>
          <p:nvPr/>
        </p:nvSpPr>
        <p:spPr>
          <a:xfrm>
            <a:off x="7939266" y="1074398"/>
            <a:ext cx="2635250" cy="923330"/>
          </a:xfrm>
          <a:prstGeom prst="rect">
            <a:avLst/>
          </a:prstGeom>
          <a:noFill/>
        </p:spPr>
        <p:txBody>
          <a:bodyPr wrap="square" rtlCol="0">
            <a:spAutoFit/>
          </a:bodyPr>
          <a:lstStyle/>
          <a:p>
            <a:r>
              <a:rPr lang="en-US" dirty="0"/>
              <a:t>Induced Magnetic Gradient at 100 km (rainbow)</a:t>
            </a:r>
          </a:p>
        </p:txBody>
      </p:sp>
      <p:sp>
        <p:nvSpPr>
          <p:cNvPr id="10" name="TextBox 9">
            <a:extLst>
              <a:ext uri="{FF2B5EF4-FFF2-40B4-BE49-F238E27FC236}">
                <a16:creationId xmlns:a16="http://schemas.microsoft.com/office/drawing/2014/main" id="{D9E4E802-9866-B132-FD06-082E25A0116B}"/>
              </a:ext>
            </a:extLst>
          </p:cNvPr>
          <p:cNvSpPr txBox="1"/>
          <p:nvPr/>
        </p:nvSpPr>
        <p:spPr>
          <a:xfrm>
            <a:off x="4953624" y="5446355"/>
            <a:ext cx="1555750" cy="646331"/>
          </a:xfrm>
          <a:prstGeom prst="rect">
            <a:avLst/>
          </a:prstGeom>
          <a:noFill/>
        </p:spPr>
        <p:txBody>
          <a:bodyPr wrap="square" rtlCol="0">
            <a:spAutoFit/>
          </a:bodyPr>
          <a:lstStyle/>
          <a:p>
            <a:r>
              <a:rPr dirty="0"/>
              <a:t>Magnetic field Vectors</a:t>
            </a:r>
          </a:p>
        </p:txBody>
      </p:sp>
      <p:cxnSp>
        <p:nvCxnSpPr>
          <p:cNvPr id="11" name="Straight Connector 10">
            <a:extLst>
              <a:ext uri="{FF2B5EF4-FFF2-40B4-BE49-F238E27FC236}">
                <a16:creationId xmlns:a16="http://schemas.microsoft.com/office/drawing/2014/main" id="{A5CD7B71-D86A-CE22-5C87-5129DBCEF125}"/>
              </a:ext>
            </a:extLst>
          </p:cNvPr>
          <p:cNvCxnSpPr>
            <a:cxnSpLocks/>
          </p:cNvCxnSpPr>
          <p:nvPr/>
        </p:nvCxnSpPr>
        <p:spPr>
          <a:xfrm flipV="1">
            <a:off x="5476461" y="4701505"/>
            <a:ext cx="0" cy="72013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148962"/>
      </p:ext>
    </p:extLst>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D120-088C-CF50-8736-07D1F5A98EE2}"/>
              </a:ext>
            </a:extLst>
          </p:cNvPr>
          <p:cNvSpPr>
            <a:spLocks noGrp="1"/>
          </p:cNvSpPr>
          <p:nvPr>
            <p:ph type="title"/>
          </p:nvPr>
        </p:nvSpPr>
        <p:spPr/>
        <p:txBody>
          <a:bodyPr/>
          <a:lstStyle/>
          <a:p>
            <a:r>
              <a:rPr lang="en-US" dirty="0"/>
              <a:t>Magnetic Noise in Space</a:t>
            </a:r>
          </a:p>
        </p:txBody>
      </p:sp>
      <p:sp>
        <p:nvSpPr>
          <p:cNvPr id="3" name="Content Placeholder 2">
            <a:extLst>
              <a:ext uri="{FF2B5EF4-FFF2-40B4-BE49-F238E27FC236}">
                <a16:creationId xmlns:a16="http://schemas.microsoft.com/office/drawing/2014/main" id="{C0E2311B-713D-D552-9BA3-8FE6AC7A809C}"/>
              </a:ext>
            </a:extLst>
          </p:cNvPr>
          <p:cNvSpPr>
            <a:spLocks noGrp="1"/>
          </p:cNvSpPr>
          <p:nvPr>
            <p:ph idx="1"/>
          </p:nvPr>
        </p:nvSpPr>
        <p:spPr>
          <a:xfrm>
            <a:off x="211874" y="1270725"/>
            <a:ext cx="6092673" cy="5015570"/>
          </a:xfrm>
        </p:spPr>
        <p:txBody>
          <a:bodyPr>
            <a:normAutofit/>
          </a:bodyPr>
          <a:lstStyle/>
          <a:p>
            <a:r>
              <a:rPr lang="en-US" dirty="0"/>
              <a:t>External-field variability may overwhelm magnetic signals, but not overwhelm the gradients</a:t>
            </a:r>
          </a:p>
          <a:p>
            <a:pPr lvl="1"/>
            <a:r>
              <a:rPr dirty="0"/>
              <a:t>Solar wind is a source of magnetic noise varying up to 100 nT level near Earth</a:t>
            </a:r>
            <a:endParaRPr lang="en-US" dirty="0"/>
          </a:p>
          <a:p>
            <a:pPr lvl="1"/>
            <a:r>
              <a:rPr lang="en-US" dirty="0"/>
              <a:t>nT magnetic fluctuations dominate over the signals we want to detect from ocean worlds</a:t>
            </a:r>
          </a:p>
          <a:p>
            <a:pPr lvl="1"/>
            <a:r>
              <a:rPr lang="en-US" dirty="0"/>
              <a:t>Though the magnetic field varies a lot over time, it is fairly uniform on meter to kilometer spatial scales</a:t>
            </a:r>
          </a:p>
          <a:p>
            <a:pPr lvl="1"/>
            <a:r>
              <a:rPr lang="en-US" dirty="0"/>
              <a:t>In our initial modeling, we assume the solar wind as representative of external magnetic fields</a:t>
            </a:r>
          </a:p>
          <a:p>
            <a:r>
              <a:rPr lang="en-US" dirty="0"/>
              <a:t>We use a gradiometer configuration to effectively null out these long-range fields</a:t>
            </a:r>
          </a:p>
          <a:p>
            <a:pPr lvl="1"/>
            <a:r>
              <a:rPr lang="en-US" dirty="0"/>
              <a:t>Local magnet sources have a significant gradient on this scale</a:t>
            </a:r>
          </a:p>
          <a:p>
            <a:pPr lvl="1"/>
            <a:r>
              <a:rPr lang="en-US" dirty="0"/>
              <a:t>Large scale, far away magnetic sources have small gradients, decreasing as R</a:t>
            </a:r>
            <a:r>
              <a:rPr lang="en-US" baseline="30000" dirty="0"/>
              <a:t>-4</a:t>
            </a:r>
          </a:p>
          <a:p>
            <a:pPr marL="342797" lvl="1" indent="0">
              <a:buNone/>
            </a:pPr>
            <a:endParaRPr lang="en-US" dirty="0"/>
          </a:p>
          <a:p>
            <a:endParaRPr lang="en-US" dirty="0"/>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AFEA19E3-2282-F4C4-7A6A-0BB87C6CDD57}"/>
              </a:ext>
            </a:extLst>
          </p:cNvPr>
          <p:cNvSpPr>
            <a:spLocks noGrp="1"/>
          </p:cNvSpPr>
          <p:nvPr>
            <p:ph type="sldNum" sz="quarter" idx="4"/>
          </p:nvPr>
        </p:nvSpPr>
        <p:spPr/>
        <p:txBody>
          <a:bodyPr/>
          <a:lstStyle/>
          <a:p>
            <a:fld id="{4A6E37D3-C5B8-47CF-A969-131D6B6A5E01}" type="slidenum">
              <a:rPr lang="en-US" smtClean="0"/>
              <a:t>13</a:t>
            </a:fld>
            <a:endParaRPr lang="en-US" dirty="0"/>
          </a:p>
        </p:txBody>
      </p:sp>
      <p:pic>
        <p:nvPicPr>
          <p:cNvPr id="6" name="Picture 5">
            <a:extLst>
              <a:ext uri="{FF2B5EF4-FFF2-40B4-BE49-F238E27FC236}">
                <a16:creationId xmlns:a16="http://schemas.microsoft.com/office/drawing/2014/main" id="{446862FE-B8B7-3299-63D1-3962AB0627BC}"/>
              </a:ext>
            </a:extLst>
          </p:cNvPr>
          <p:cNvPicPr>
            <a:picLocks noChangeAspect="1"/>
          </p:cNvPicPr>
          <p:nvPr/>
        </p:nvPicPr>
        <p:blipFill>
          <a:blip r:embed="rId2"/>
          <a:stretch>
            <a:fillRect/>
          </a:stretch>
        </p:blipFill>
        <p:spPr>
          <a:xfrm>
            <a:off x="7004806" y="1166612"/>
            <a:ext cx="3973831" cy="2262388"/>
          </a:xfrm>
          <a:prstGeom prst="rect">
            <a:avLst/>
          </a:prstGeom>
        </p:spPr>
      </p:pic>
      <p:pic>
        <p:nvPicPr>
          <p:cNvPr id="9" name="Content Placeholder 5">
            <a:extLst>
              <a:ext uri="{FF2B5EF4-FFF2-40B4-BE49-F238E27FC236}">
                <a16:creationId xmlns:a16="http://schemas.microsoft.com/office/drawing/2014/main" id="{33D0F26E-D148-EF3D-3533-71AD847A8067}"/>
              </a:ext>
            </a:extLst>
          </p:cNvPr>
          <p:cNvPicPr>
            <a:picLocks noChangeAspect="1"/>
          </p:cNvPicPr>
          <p:nvPr/>
        </p:nvPicPr>
        <p:blipFill>
          <a:blip r:embed="rId3"/>
          <a:stretch>
            <a:fillRect/>
          </a:stretch>
        </p:blipFill>
        <p:spPr>
          <a:xfrm rot="937154">
            <a:off x="9316076" y="3575862"/>
            <a:ext cx="2249316" cy="2691321"/>
          </a:xfrm>
          <a:prstGeom prst="rect">
            <a:avLst/>
          </a:prstGeom>
          <a:solidFill>
            <a:schemeClr val="tx1"/>
          </a:solidFill>
        </p:spPr>
      </p:pic>
    </p:spTree>
    <p:extLst>
      <p:ext uri="{BB962C8B-B14F-4D97-AF65-F5344CB8AC3E}">
        <p14:creationId xmlns:p14="http://schemas.microsoft.com/office/powerpoint/2010/main" val="2838111579"/>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line chart&#10;&#10;AI-generated content may be incorrect.">
            <a:extLst>
              <a:ext uri="{FF2B5EF4-FFF2-40B4-BE49-F238E27FC236}">
                <a16:creationId xmlns:a16="http://schemas.microsoft.com/office/drawing/2014/main" id="{9756AA3C-697F-35DE-D1C7-24500735C03C}"/>
              </a:ext>
            </a:extLst>
          </p:cNvPr>
          <p:cNvPicPr>
            <a:picLocks noChangeAspect="1"/>
          </p:cNvPicPr>
          <p:nvPr/>
        </p:nvPicPr>
        <p:blipFill>
          <a:blip r:embed="rId2"/>
          <a:stretch>
            <a:fillRect/>
          </a:stretch>
        </p:blipFill>
        <p:spPr>
          <a:xfrm>
            <a:off x="4576994" y="1834706"/>
            <a:ext cx="2718579" cy="2058366"/>
          </a:xfrm>
          <a:prstGeom prst="rect">
            <a:avLst/>
          </a:prstGeom>
        </p:spPr>
      </p:pic>
      <p:sp>
        <p:nvSpPr>
          <p:cNvPr id="1031" name="Content Placeholder 1">
            <a:extLst>
              <a:ext uri="{FF2B5EF4-FFF2-40B4-BE49-F238E27FC236}">
                <a16:creationId xmlns:a16="http://schemas.microsoft.com/office/drawing/2014/main" id="{05316118-C226-C576-250D-F938CAA0A7AE}"/>
              </a:ext>
            </a:extLst>
          </p:cNvPr>
          <p:cNvSpPr>
            <a:spLocks noGrp="1"/>
          </p:cNvSpPr>
          <p:nvPr>
            <p:ph sz="half" idx="1"/>
          </p:nvPr>
        </p:nvSpPr>
        <p:spPr>
          <a:xfrm>
            <a:off x="328324" y="1457497"/>
            <a:ext cx="3941872" cy="5019103"/>
          </a:xfrm>
        </p:spPr>
        <p:txBody>
          <a:bodyPr>
            <a:normAutofit/>
          </a:bodyPr>
          <a:lstStyle/>
          <a:p>
            <a:r>
              <a:rPr lang="en-US" dirty="0"/>
              <a:t>Gradiometer removes long wavelength, low frequency magnetic signals such as  from solar wind</a:t>
            </a:r>
          </a:p>
          <a:p>
            <a:r>
              <a:rPr lang="en-US" dirty="0"/>
              <a:t>Removes long term correlations in the noise</a:t>
            </a:r>
          </a:p>
          <a:p>
            <a:r>
              <a:rPr lang="en-US" dirty="0"/>
              <a:t>Preserves signals from nearby magnetic sources</a:t>
            </a:r>
          </a:p>
          <a:p>
            <a:pPr lvl="1"/>
            <a:r>
              <a:rPr lang="en-US" dirty="0"/>
              <a:t>These have much steeper gradients</a:t>
            </a:r>
          </a:p>
          <a:p>
            <a:r>
              <a:rPr dirty="0"/>
              <a:t>Modeling predicts </a:t>
            </a:r>
            <a:r>
              <a:rPr lang="en-US" dirty="0"/>
              <a:t>solar wind </a:t>
            </a:r>
            <a:r>
              <a:rPr dirty="0"/>
              <a:t>noise is filtered to ~1 fT/m</a:t>
            </a:r>
          </a:p>
          <a:p>
            <a:pPr lvl="1"/>
            <a:r>
              <a:rPr lang="en-US" dirty="0"/>
              <a:t>Easily sufficient to measure planetary magnetic gradients</a:t>
            </a:r>
          </a:p>
        </p:txBody>
      </p:sp>
      <p:sp>
        <p:nvSpPr>
          <p:cNvPr id="4" name="Slide Number Placeholder 3">
            <a:extLst>
              <a:ext uri="{FF2B5EF4-FFF2-40B4-BE49-F238E27FC236}">
                <a16:creationId xmlns:a16="http://schemas.microsoft.com/office/drawing/2014/main" id="{FD43EC81-C26D-7111-DCE5-1BB2F8576765}"/>
              </a:ext>
            </a:extLst>
          </p:cNvPr>
          <p:cNvSpPr>
            <a:spLocks noGrp="1"/>
          </p:cNvSpPr>
          <p:nvPr>
            <p:ph type="sldNum" sz="quarter" idx="4"/>
          </p:nvPr>
        </p:nvSpPr>
        <p:spPr>
          <a:xfrm>
            <a:off x="11216729" y="6408702"/>
            <a:ext cx="838200" cy="365125"/>
          </a:xfrm>
        </p:spPr>
        <p:txBody>
          <a:bodyPr anchor="ctr">
            <a:normAutofit/>
          </a:bodyPr>
          <a:lstStyle/>
          <a:p>
            <a:pPr>
              <a:spcAft>
                <a:spcPts val="600"/>
              </a:spcAft>
            </a:pPr>
            <a:fld id="{4A6E37D3-C5B8-47CF-A969-131D6B6A5E01}" type="slidenum">
              <a:rPr lang="en-US" smtClean="0"/>
              <a:pPr>
                <a:spcAft>
                  <a:spcPts val="600"/>
                </a:spcAft>
              </a:pPr>
              <a:t>14</a:t>
            </a:fld>
            <a:endParaRPr lang="en-US" dirty="0"/>
          </a:p>
        </p:txBody>
      </p:sp>
      <p:sp>
        <p:nvSpPr>
          <p:cNvPr id="1033" name="Title 4">
            <a:extLst>
              <a:ext uri="{FF2B5EF4-FFF2-40B4-BE49-F238E27FC236}">
                <a16:creationId xmlns:a16="http://schemas.microsoft.com/office/drawing/2014/main" id="{19CAD7F6-94BA-B504-40EE-C84F23779F91}"/>
              </a:ext>
            </a:extLst>
          </p:cNvPr>
          <p:cNvSpPr>
            <a:spLocks noGrp="1"/>
          </p:cNvSpPr>
          <p:nvPr>
            <p:ph type="title"/>
          </p:nvPr>
        </p:nvSpPr>
        <p:spPr>
          <a:xfrm>
            <a:off x="1494263" y="163108"/>
            <a:ext cx="10583333" cy="862804"/>
          </a:xfrm>
        </p:spPr>
        <p:txBody>
          <a:bodyPr/>
          <a:lstStyle/>
          <a:p>
            <a:r>
              <a:rPr lang="en-US" dirty="0"/>
              <a:t>Filtering by Gradiometer</a:t>
            </a:r>
          </a:p>
        </p:txBody>
      </p:sp>
      <p:pic>
        <p:nvPicPr>
          <p:cNvPr id="8" name="Picture 7" descr="Chart&#10;&#10;AI-generated content may be incorrect.">
            <a:extLst>
              <a:ext uri="{FF2B5EF4-FFF2-40B4-BE49-F238E27FC236}">
                <a16:creationId xmlns:a16="http://schemas.microsoft.com/office/drawing/2014/main" id="{17C2E4FE-D912-BE8C-6D3A-0ED6BD78991C}"/>
              </a:ext>
            </a:extLst>
          </p:cNvPr>
          <p:cNvPicPr>
            <a:picLocks noChangeAspect="1"/>
          </p:cNvPicPr>
          <p:nvPr/>
        </p:nvPicPr>
        <p:blipFill>
          <a:blip r:embed="rId3"/>
          <a:stretch>
            <a:fillRect/>
          </a:stretch>
        </p:blipFill>
        <p:spPr>
          <a:xfrm>
            <a:off x="4381934" y="4042841"/>
            <a:ext cx="3108701" cy="2229917"/>
          </a:xfrm>
          <a:prstGeom prst="rect">
            <a:avLst/>
          </a:prstGeom>
        </p:spPr>
      </p:pic>
      <p:pic>
        <p:nvPicPr>
          <p:cNvPr id="10" name="Picture 9" descr="Chart, histogram&#10;&#10;AI-generated content may be incorrect.">
            <a:extLst>
              <a:ext uri="{FF2B5EF4-FFF2-40B4-BE49-F238E27FC236}">
                <a16:creationId xmlns:a16="http://schemas.microsoft.com/office/drawing/2014/main" id="{F6E5253B-0FBA-F023-A1C4-6A4F6F666A9C}"/>
              </a:ext>
            </a:extLst>
          </p:cNvPr>
          <p:cNvPicPr>
            <a:picLocks noChangeAspect="1"/>
          </p:cNvPicPr>
          <p:nvPr/>
        </p:nvPicPr>
        <p:blipFill>
          <a:blip r:embed="rId4"/>
          <a:stretch>
            <a:fillRect/>
          </a:stretch>
        </p:blipFill>
        <p:spPr>
          <a:xfrm>
            <a:off x="8203767" y="3967049"/>
            <a:ext cx="3425279" cy="2305709"/>
          </a:xfrm>
          <a:prstGeom prst="rect">
            <a:avLst/>
          </a:prstGeom>
        </p:spPr>
      </p:pic>
      <p:sp>
        <p:nvSpPr>
          <p:cNvPr id="11" name="Arrow: Right 10">
            <a:extLst>
              <a:ext uri="{FF2B5EF4-FFF2-40B4-BE49-F238E27FC236}">
                <a16:creationId xmlns:a16="http://schemas.microsoft.com/office/drawing/2014/main" id="{4082E71C-7891-C8F8-BCE6-A3E8A1A9931F}"/>
              </a:ext>
            </a:extLst>
          </p:cNvPr>
          <p:cNvSpPr/>
          <p:nvPr/>
        </p:nvSpPr>
        <p:spPr>
          <a:xfrm>
            <a:off x="7812715" y="2258140"/>
            <a:ext cx="301529" cy="431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Arrow: Right 11">
            <a:extLst>
              <a:ext uri="{FF2B5EF4-FFF2-40B4-BE49-F238E27FC236}">
                <a16:creationId xmlns:a16="http://schemas.microsoft.com/office/drawing/2014/main" id="{1092CE3B-710B-9CC4-E112-23936F1D52A1}"/>
              </a:ext>
            </a:extLst>
          </p:cNvPr>
          <p:cNvSpPr/>
          <p:nvPr/>
        </p:nvSpPr>
        <p:spPr>
          <a:xfrm>
            <a:off x="7810067" y="4785769"/>
            <a:ext cx="393700" cy="3720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ight Brace 12">
            <a:extLst>
              <a:ext uri="{FF2B5EF4-FFF2-40B4-BE49-F238E27FC236}">
                <a16:creationId xmlns:a16="http://schemas.microsoft.com/office/drawing/2014/main" id="{BFD07ECD-DB39-6091-1EBE-88EB7EABAEAA}"/>
              </a:ext>
            </a:extLst>
          </p:cNvPr>
          <p:cNvSpPr/>
          <p:nvPr/>
        </p:nvSpPr>
        <p:spPr>
          <a:xfrm rot="5400000">
            <a:off x="5203213" y="2384042"/>
            <a:ext cx="547078" cy="1043597"/>
          </a:xfrm>
          <a:prstGeom prst="rightBrace">
            <a:avLst>
              <a:gd name="adj1" fmla="val 8333"/>
              <a:gd name="adj2" fmla="val 5239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D571F170-C1D9-6900-44EE-D0A739DADC99}"/>
              </a:ext>
            </a:extLst>
          </p:cNvPr>
          <p:cNvSpPr txBox="1"/>
          <p:nvPr/>
        </p:nvSpPr>
        <p:spPr>
          <a:xfrm>
            <a:off x="4970399" y="3144483"/>
            <a:ext cx="1028038" cy="369332"/>
          </a:xfrm>
          <a:prstGeom prst="rect">
            <a:avLst/>
          </a:prstGeom>
          <a:noFill/>
        </p:spPr>
        <p:txBody>
          <a:bodyPr wrap="none" rtlCol="0">
            <a:spAutoFit/>
          </a:bodyPr>
          <a:lstStyle/>
          <a:p>
            <a:r>
              <a:rPr lang="en-US" dirty="0"/>
              <a:t>Suppress</a:t>
            </a:r>
          </a:p>
        </p:txBody>
      </p:sp>
      <p:sp>
        <p:nvSpPr>
          <p:cNvPr id="9" name="TextBox 8">
            <a:extLst>
              <a:ext uri="{FF2B5EF4-FFF2-40B4-BE49-F238E27FC236}">
                <a16:creationId xmlns:a16="http://schemas.microsoft.com/office/drawing/2014/main" id="{C246CC13-5D25-01C4-8EE9-AE12E3FEB4C8}"/>
              </a:ext>
            </a:extLst>
          </p:cNvPr>
          <p:cNvSpPr txBox="1"/>
          <p:nvPr/>
        </p:nvSpPr>
        <p:spPr>
          <a:xfrm>
            <a:off x="4861169" y="1266092"/>
            <a:ext cx="2328985" cy="369332"/>
          </a:xfrm>
          <a:prstGeom prst="rect">
            <a:avLst/>
          </a:prstGeom>
          <a:noFill/>
        </p:spPr>
        <p:txBody>
          <a:bodyPr wrap="square" rtlCol="0">
            <a:spAutoFit/>
          </a:bodyPr>
          <a:lstStyle/>
          <a:p>
            <a:r>
              <a:rPr lang="en-US" dirty="0"/>
              <a:t>Raw Solar Wind Noise</a:t>
            </a:r>
          </a:p>
        </p:txBody>
      </p:sp>
      <p:cxnSp>
        <p:nvCxnSpPr>
          <p:cNvPr id="15" name="Straight Connector 14">
            <a:extLst>
              <a:ext uri="{FF2B5EF4-FFF2-40B4-BE49-F238E27FC236}">
                <a16:creationId xmlns:a16="http://schemas.microsoft.com/office/drawing/2014/main" id="{26A101F0-DD0A-3417-9D90-DEA192289ED9}"/>
              </a:ext>
            </a:extLst>
          </p:cNvPr>
          <p:cNvCxnSpPr/>
          <p:nvPr/>
        </p:nvCxnSpPr>
        <p:spPr>
          <a:xfrm>
            <a:off x="7909170" y="1822019"/>
            <a:ext cx="0" cy="3898843"/>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pic>
        <p:nvPicPr>
          <p:cNvPr id="17" name="Picture 16" descr="Chart, histogram&#10;&#10;AI-generated content may be incorrect.">
            <a:extLst>
              <a:ext uri="{FF2B5EF4-FFF2-40B4-BE49-F238E27FC236}">
                <a16:creationId xmlns:a16="http://schemas.microsoft.com/office/drawing/2014/main" id="{096DCBD4-217B-DBB2-B073-773B37C47D73}"/>
              </a:ext>
            </a:extLst>
          </p:cNvPr>
          <p:cNvPicPr>
            <a:picLocks noChangeAspect="1"/>
          </p:cNvPicPr>
          <p:nvPr/>
        </p:nvPicPr>
        <p:blipFill>
          <a:blip r:embed="rId5"/>
          <a:stretch>
            <a:fillRect/>
          </a:stretch>
        </p:blipFill>
        <p:spPr>
          <a:xfrm>
            <a:off x="8203767" y="1822019"/>
            <a:ext cx="3106511" cy="1986591"/>
          </a:xfrm>
          <a:prstGeom prst="rect">
            <a:avLst/>
          </a:prstGeom>
        </p:spPr>
      </p:pic>
      <p:sp>
        <p:nvSpPr>
          <p:cNvPr id="18" name="TextBox 17">
            <a:extLst>
              <a:ext uri="{FF2B5EF4-FFF2-40B4-BE49-F238E27FC236}">
                <a16:creationId xmlns:a16="http://schemas.microsoft.com/office/drawing/2014/main" id="{4C07C16E-FC93-6237-8019-CF62E73DD20E}"/>
              </a:ext>
            </a:extLst>
          </p:cNvPr>
          <p:cNvSpPr txBox="1"/>
          <p:nvPr/>
        </p:nvSpPr>
        <p:spPr>
          <a:xfrm>
            <a:off x="8754883" y="1266092"/>
            <a:ext cx="2717130" cy="369332"/>
          </a:xfrm>
          <a:prstGeom prst="rect">
            <a:avLst/>
          </a:prstGeom>
          <a:noFill/>
        </p:spPr>
        <p:txBody>
          <a:bodyPr wrap="square" rtlCol="0">
            <a:spAutoFit/>
          </a:bodyPr>
          <a:lstStyle/>
          <a:p>
            <a:r>
              <a:rPr lang="en-US" dirty="0"/>
              <a:t>Filtered Solar Wind Noise</a:t>
            </a:r>
          </a:p>
        </p:txBody>
      </p:sp>
    </p:spTree>
    <p:extLst>
      <p:ext uri="{BB962C8B-B14F-4D97-AF65-F5344CB8AC3E}">
        <p14:creationId xmlns:p14="http://schemas.microsoft.com/office/powerpoint/2010/main" val="2046743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5693D-0CA4-F33C-CE21-5EE85B182956}"/>
              </a:ext>
            </a:extLst>
          </p:cNvPr>
          <p:cNvSpPr>
            <a:spLocks noGrp="1"/>
          </p:cNvSpPr>
          <p:nvPr>
            <p:ph type="title"/>
          </p:nvPr>
        </p:nvSpPr>
        <p:spPr/>
        <p:txBody>
          <a:bodyPr/>
          <a:lstStyle/>
          <a:p>
            <a:r>
              <a:rPr lang="en-US" dirty="0"/>
              <a:t>Modeling of Gradients</a:t>
            </a:r>
          </a:p>
        </p:txBody>
      </p:sp>
      <p:sp>
        <p:nvSpPr>
          <p:cNvPr id="4" name="Slide Number Placeholder 3">
            <a:extLst>
              <a:ext uri="{FF2B5EF4-FFF2-40B4-BE49-F238E27FC236}">
                <a16:creationId xmlns:a16="http://schemas.microsoft.com/office/drawing/2014/main" id="{41EF0297-2582-E90D-8222-260048BAA1F9}"/>
              </a:ext>
            </a:extLst>
          </p:cNvPr>
          <p:cNvSpPr>
            <a:spLocks noGrp="1"/>
          </p:cNvSpPr>
          <p:nvPr>
            <p:ph type="sldNum" sz="quarter" idx="4"/>
          </p:nvPr>
        </p:nvSpPr>
        <p:spPr/>
        <p:txBody>
          <a:bodyPr/>
          <a:lstStyle/>
          <a:p>
            <a:fld id="{4A6E37D3-C5B8-47CF-A969-131D6B6A5E01}" type="slidenum">
              <a:rPr lang="en-US" smtClean="0"/>
              <a:t>15</a:t>
            </a:fld>
            <a:endParaRPr lang="en-US" dirty="0"/>
          </a:p>
        </p:txBody>
      </p:sp>
    </p:spTree>
    <p:extLst>
      <p:ext uri="{BB962C8B-B14F-4D97-AF65-F5344CB8AC3E}">
        <p14:creationId xmlns:p14="http://schemas.microsoft.com/office/powerpoint/2010/main" val="4118765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2472-A2C8-43C7-C8EE-E533C53048FA}"/>
              </a:ext>
            </a:extLst>
          </p:cNvPr>
          <p:cNvSpPr>
            <a:spLocks noGrp="1"/>
          </p:cNvSpPr>
          <p:nvPr>
            <p:ph type="title"/>
          </p:nvPr>
        </p:nvSpPr>
        <p:spPr/>
        <p:txBody>
          <a:bodyPr/>
          <a:lstStyle/>
          <a:p>
            <a:r>
              <a:rPr lang="en-US" dirty="0"/>
              <a:t>Magnetic Field Model</a:t>
            </a:r>
          </a:p>
        </p:txBody>
      </p:sp>
      <p:sp>
        <p:nvSpPr>
          <p:cNvPr id="3" name="Content Placeholder 2">
            <a:extLst>
              <a:ext uri="{FF2B5EF4-FFF2-40B4-BE49-F238E27FC236}">
                <a16:creationId xmlns:a16="http://schemas.microsoft.com/office/drawing/2014/main" id="{37990E9F-7D70-657A-5C3A-6FB64061253B}"/>
              </a:ext>
            </a:extLst>
          </p:cNvPr>
          <p:cNvSpPr>
            <a:spLocks noGrp="1"/>
          </p:cNvSpPr>
          <p:nvPr>
            <p:ph idx="1"/>
          </p:nvPr>
        </p:nvSpPr>
        <p:spPr>
          <a:xfrm>
            <a:off x="211874" y="1270725"/>
            <a:ext cx="6499094" cy="5015570"/>
          </a:xfrm>
        </p:spPr>
        <p:txBody>
          <a:bodyPr>
            <a:normAutofit lnSpcReduction="10000"/>
          </a:bodyPr>
          <a:lstStyle/>
          <a:p>
            <a:r>
              <a:rPr lang="en-US" dirty="0"/>
              <a:t>We modeled magnetic field gradients of a Europa-like body to verify implementation is practical</a:t>
            </a:r>
          </a:p>
          <a:p>
            <a:r>
              <a:rPr lang="en-US" dirty="0"/>
              <a:t>Conductivity is modeled as a thin shell</a:t>
            </a:r>
          </a:p>
          <a:p>
            <a:r>
              <a:rPr lang="en-US" dirty="0"/>
              <a:t>Modeled ambient oscillating magnetic field similar to Jupiter field on Europa</a:t>
            </a:r>
          </a:p>
          <a:p>
            <a:r>
              <a:rPr dirty="0"/>
              <a:t>Faraday's law: </a:t>
            </a:r>
            <a:r>
              <a:rPr lang="en-US" dirty="0"/>
              <a:t>changing </a:t>
            </a:r>
            <a:r>
              <a:rPr dirty="0"/>
              <a:t>magnetic fields normal to the surface induce toroidal</a:t>
            </a:r>
            <a:r>
              <a:rPr lang="en-US" dirty="0"/>
              <a:t> electric</a:t>
            </a:r>
            <a:r>
              <a:rPr dirty="0"/>
              <a:t> currents on the sphere</a:t>
            </a:r>
          </a:p>
          <a:p>
            <a:pPr lvl="1"/>
            <a:r>
              <a:rPr lang="en-US" dirty="0"/>
              <a:t>Toroidal = no divergence, has curl</a:t>
            </a:r>
          </a:p>
          <a:p>
            <a:r>
              <a:rPr lang="en-US" dirty="0"/>
              <a:t>Electric current produces emitted fields</a:t>
            </a:r>
          </a:p>
          <a:p>
            <a:r>
              <a:rPr dirty="0"/>
              <a:t>Solve self-consistently for currents and emitted fields to satisfy Faraday's law</a:t>
            </a:r>
          </a:p>
          <a:p>
            <a:pPr lvl="1"/>
            <a:r>
              <a:rPr lang="en-US" dirty="0"/>
              <a:t>Automatically includes magnetic field inductance</a:t>
            </a:r>
          </a:p>
          <a:p>
            <a:r>
              <a:rPr lang="en-US" dirty="0"/>
              <a:t>Solver is custom built in python</a:t>
            </a:r>
          </a:p>
          <a:p>
            <a:r>
              <a:rPr lang="en-US" dirty="0"/>
              <a:t>Validated against analytical solutions and symmetry tests</a:t>
            </a:r>
          </a:p>
          <a:p>
            <a:endParaRPr lang="en-US" dirty="0"/>
          </a:p>
          <a:p>
            <a:endParaRPr lang="en-US" dirty="0"/>
          </a:p>
        </p:txBody>
      </p:sp>
      <p:sp>
        <p:nvSpPr>
          <p:cNvPr id="4" name="Slide Number Placeholder 3">
            <a:extLst>
              <a:ext uri="{FF2B5EF4-FFF2-40B4-BE49-F238E27FC236}">
                <a16:creationId xmlns:a16="http://schemas.microsoft.com/office/drawing/2014/main" id="{A787C2EE-AADC-7908-5D9D-B2E9CCAB67A3}"/>
              </a:ext>
            </a:extLst>
          </p:cNvPr>
          <p:cNvSpPr>
            <a:spLocks noGrp="1"/>
          </p:cNvSpPr>
          <p:nvPr>
            <p:ph type="sldNum" sz="quarter" idx="4"/>
          </p:nvPr>
        </p:nvSpPr>
        <p:spPr/>
        <p:txBody>
          <a:bodyPr/>
          <a:lstStyle/>
          <a:p>
            <a:fld id="{4A6E37D3-C5B8-47CF-A969-131D6B6A5E01}" type="slidenum">
              <a:rPr lang="en-US" smtClean="0"/>
              <a:t>16</a:t>
            </a:fld>
            <a:endParaRPr lang="en-US" dirty="0"/>
          </a:p>
        </p:txBody>
      </p:sp>
      <p:pic>
        <p:nvPicPr>
          <p:cNvPr id="6" name="Picture 5" descr="Chart, surface chart&#10;&#10;AI-generated content may be incorrect.">
            <a:extLst>
              <a:ext uri="{FF2B5EF4-FFF2-40B4-BE49-F238E27FC236}">
                <a16:creationId xmlns:a16="http://schemas.microsoft.com/office/drawing/2014/main" id="{3A048BCC-492E-E99D-6B99-10AF860F6885}"/>
              </a:ext>
            </a:extLst>
          </p:cNvPr>
          <p:cNvPicPr>
            <a:picLocks noChangeAspect="1"/>
          </p:cNvPicPr>
          <p:nvPr/>
        </p:nvPicPr>
        <p:blipFill>
          <a:blip r:embed="rId2"/>
          <a:srcRect l="291" r="36246" b="180"/>
          <a:stretch>
            <a:fillRect/>
          </a:stretch>
        </p:blipFill>
        <p:spPr>
          <a:xfrm>
            <a:off x="7594456" y="1590472"/>
            <a:ext cx="4184794" cy="4367694"/>
          </a:xfrm>
          <a:prstGeom prst="rect">
            <a:avLst/>
          </a:prstGeom>
        </p:spPr>
      </p:pic>
      <p:sp>
        <p:nvSpPr>
          <p:cNvPr id="7" name="TextBox 6">
            <a:extLst>
              <a:ext uri="{FF2B5EF4-FFF2-40B4-BE49-F238E27FC236}">
                <a16:creationId xmlns:a16="http://schemas.microsoft.com/office/drawing/2014/main" id="{6AFBA2DD-1719-BD4C-39CE-B0DF8212EDBD}"/>
              </a:ext>
            </a:extLst>
          </p:cNvPr>
          <p:cNvSpPr txBox="1"/>
          <p:nvPr/>
        </p:nvSpPr>
        <p:spPr>
          <a:xfrm>
            <a:off x="7094391" y="1296358"/>
            <a:ext cx="1422401" cy="923330"/>
          </a:xfrm>
          <a:prstGeom prst="rect">
            <a:avLst/>
          </a:prstGeom>
          <a:noFill/>
        </p:spPr>
        <p:txBody>
          <a:bodyPr wrap="square" rtlCol="0">
            <a:spAutoFit/>
          </a:bodyPr>
          <a:lstStyle/>
          <a:p>
            <a:r>
              <a:rPr lang="en-US" dirty="0"/>
              <a:t>Conductivity Features of Ocean (grey)</a:t>
            </a:r>
          </a:p>
        </p:txBody>
      </p:sp>
      <p:cxnSp>
        <p:nvCxnSpPr>
          <p:cNvPr id="8" name="Straight Connector 7">
            <a:extLst>
              <a:ext uri="{FF2B5EF4-FFF2-40B4-BE49-F238E27FC236}">
                <a16:creationId xmlns:a16="http://schemas.microsoft.com/office/drawing/2014/main" id="{D63C1E9A-1FF5-5B3A-02D9-5E9B1091A6DD}"/>
              </a:ext>
            </a:extLst>
          </p:cNvPr>
          <p:cNvCxnSpPr>
            <a:cxnSpLocks/>
          </p:cNvCxnSpPr>
          <p:nvPr/>
        </p:nvCxnSpPr>
        <p:spPr>
          <a:xfrm>
            <a:off x="7845011" y="2219688"/>
            <a:ext cx="1055204" cy="10204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A0745F-8C6D-1A09-03A3-8656FBDF21F7}"/>
              </a:ext>
            </a:extLst>
          </p:cNvPr>
          <p:cNvCxnSpPr>
            <a:cxnSpLocks/>
          </p:cNvCxnSpPr>
          <p:nvPr/>
        </p:nvCxnSpPr>
        <p:spPr>
          <a:xfrm flipH="1">
            <a:off x="9942167" y="2179069"/>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7A0CB19-4F6E-2457-B150-A1120A9C67A6}"/>
              </a:ext>
            </a:extLst>
          </p:cNvPr>
          <p:cNvSpPr txBox="1"/>
          <p:nvPr/>
        </p:nvSpPr>
        <p:spPr>
          <a:xfrm>
            <a:off x="10214693" y="1120170"/>
            <a:ext cx="2635250" cy="923330"/>
          </a:xfrm>
          <a:prstGeom prst="rect">
            <a:avLst/>
          </a:prstGeom>
          <a:noFill/>
        </p:spPr>
        <p:txBody>
          <a:bodyPr wrap="square" rtlCol="0">
            <a:spAutoFit/>
          </a:bodyPr>
          <a:lstStyle/>
          <a:p>
            <a:r>
              <a:rPr lang="en-US" dirty="0"/>
              <a:t>Induced Magnetic Gradient Features</a:t>
            </a:r>
          </a:p>
          <a:p>
            <a:r>
              <a:rPr dirty="0"/>
              <a:t>(rainbow)</a:t>
            </a:r>
          </a:p>
        </p:txBody>
      </p:sp>
      <p:sp>
        <p:nvSpPr>
          <p:cNvPr id="11" name="TextBox 10">
            <a:extLst>
              <a:ext uri="{FF2B5EF4-FFF2-40B4-BE49-F238E27FC236}">
                <a16:creationId xmlns:a16="http://schemas.microsoft.com/office/drawing/2014/main" id="{9ADA3351-E079-2469-0EF2-E1524F23FC13}"/>
              </a:ext>
            </a:extLst>
          </p:cNvPr>
          <p:cNvSpPr txBox="1"/>
          <p:nvPr/>
        </p:nvSpPr>
        <p:spPr>
          <a:xfrm>
            <a:off x="7322174" y="5627696"/>
            <a:ext cx="1555750" cy="646331"/>
          </a:xfrm>
          <a:prstGeom prst="rect">
            <a:avLst/>
          </a:prstGeom>
          <a:noFill/>
        </p:spPr>
        <p:txBody>
          <a:bodyPr wrap="square" rtlCol="0">
            <a:spAutoFit/>
          </a:bodyPr>
          <a:lstStyle/>
          <a:p>
            <a:r>
              <a:rPr dirty="0"/>
              <a:t>Magnetic field Vectors</a:t>
            </a:r>
          </a:p>
        </p:txBody>
      </p:sp>
      <p:cxnSp>
        <p:nvCxnSpPr>
          <p:cNvPr id="12" name="Straight Connector 11">
            <a:extLst>
              <a:ext uri="{FF2B5EF4-FFF2-40B4-BE49-F238E27FC236}">
                <a16:creationId xmlns:a16="http://schemas.microsoft.com/office/drawing/2014/main" id="{B4E9E409-F4D5-0DA6-DC0E-E0C47963691D}"/>
              </a:ext>
            </a:extLst>
          </p:cNvPr>
          <p:cNvCxnSpPr>
            <a:cxnSpLocks/>
          </p:cNvCxnSpPr>
          <p:nvPr/>
        </p:nvCxnSpPr>
        <p:spPr>
          <a:xfrm flipV="1">
            <a:off x="7845011" y="4835891"/>
            <a:ext cx="581439" cy="767092"/>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005321"/>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87C65-CDD8-1CF4-1B6B-5BB3C4F81CCF}"/>
              </a:ext>
            </a:extLst>
          </p:cNvPr>
          <p:cNvSpPr>
            <a:spLocks noGrp="1"/>
          </p:cNvSpPr>
          <p:nvPr>
            <p:ph type="title"/>
          </p:nvPr>
        </p:nvSpPr>
        <p:spPr/>
        <p:txBody>
          <a:bodyPr/>
          <a:lstStyle/>
          <a:p>
            <a:r>
              <a:rPr lang="en-US" dirty="0"/>
              <a:t>Approach to Modeling</a:t>
            </a:r>
          </a:p>
        </p:txBody>
      </p:sp>
      <p:sp>
        <p:nvSpPr>
          <p:cNvPr id="3" name="Content Placeholder 2">
            <a:extLst>
              <a:ext uri="{FF2B5EF4-FFF2-40B4-BE49-F238E27FC236}">
                <a16:creationId xmlns:a16="http://schemas.microsoft.com/office/drawing/2014/main" id="{DEC7483A-7D68-BAEC-7DE8-2EED2769E195}"/>
              </a:ext>
            </a:extLst>
          </p:cNvPr>
          <p:cNvSpPr>
            <a:spLocks noGrp="1"/>
          </p:cNvSpPr>
          <p:nvPr>
            <p:ph idx="1"/>
          </p:nvPr>
        </p:nvSpPr>
        <p:spPr>
          <a:xfrm>
            <a:off x="211874" y="1270725"/>
            <a:ext cx="7962862" cy="5015570"/>
          </a:xfrm>
        </p:spPr>
        <p:txBody>
          <a:bodyPr>
            <a:normAutofit/>
          </a:bodyPr>
          <a:lstStyle/>
          <a:p>
            <a:r>
              <a:rPr dirty="0"/>
              <a:t>Spatial distributions of Magnetic fields, conductivity, electrical currents are decomposed into spherical harmonics</a:t>
            </a:r>
          </a:p>
          <a:p>
            <a:pPr lvl="1"/>
            <a:r>
              <a:rPr lang="en-US" dirty="0"/>
              <a:t>Avoids issues with boundary conditions, 3D gridding</a:t>
            </a:r>
          </a:p>
          <a:p>
            <a:pPr lvl="1"/>
            <a:r>
              <a:rPr lang="en-US" dirty="0"/>
              <a:t>Only need to model harmonics on 2-D surface of sphere</a:t>
            </a:r>
          </a:p>
          <a:p>
            <a:r>
              <a:rPr lang="en-US" dirty="0"/>
              <a:t>Fourier analysis is used to decompose time dependence into frequencies</a:t>
            </a:r>
          </a:p>
          <a:p>
            <a:pPr lvl="1"/>
            <a:r>
              <a:rPr lang="en-US" dirty="0"/>
              <a:t>Coefficients of the spatial harmonics are encoded as phasors to represent time dependence</a:t>
            </a:r>
          </a:p>
          <a:p>
            <a:r>
              <a:rPr dirty="0"/>
              <a:t>Modeled only toroidal currents on surface</a:t>
            </a:r>
          </a:p>
          <a:p>
            <a:pPr lvl="1"/>
            <a:r>
              <a:rPr lang="en-US" dirty="0"/>
              <a:t>Radial magnetic component produce toroidal currents</a:t>
            </a:r>
          </a:p>
          <a:p>
            <a:r>
              <a:rPr lang="en-US" dirty="0"/>
              <a:t>Assuming poloidal currents are negligible</a:t>
            </a:r>
          </a:p>
          <a:p>
            <a:pPr lvl="1"/>
            <a:r>
              <a:rPr lang="en-US" dirty="0"/>
              <a:t>Poloidal = diverging currents, no curl</a:t>
            </a:r>
          </a:p>
          <a:p>
            <a:pPr lvl="1"/>
            <a:r>
              <a:rPr lang="en-US" dirty="0"/>
              <a:t>Poloidal current implies charging and capacitance on the surface</a:t>
            </a:r>
          </a:p>
          <a:p>
            <a:pPr lvl="1"/>
            <a:r>
              <a:rPr dirty="0"/>
              <a:t>Perhaps variations in conductivity can cause some divergence, which is </a:t>
            </a:r>
            <a:r>
              <a:rPr lang="en-US" dirty="0"/>
              <a:t>currently </a:t>
            </a:r>
            <a:r>
              <a:rPr dirty="0"/>
              <a:t>neglected</a:t>
            </a:r>
          </a:p>
          <a:p>
            <a:pPr lvl="1"/>
            <a:r>
              <a:rPr dirty="0"/>
              <a:t>Plan to validate this assumption</a:t>
            </a:r>
          </a:p>
        </p:txBody>
      </p:sp>
      <p:sp>
        <p:nvSpPr>
          <p:cNvPr id="4" name="Slide Number Placeholder 3">
            <a:extLst>
              <a:ext uri="{FF2B5EF4-FFF2-40B4-BE49-F238E27FC236}">
                <a16:creationId xmlns:a16="http://schemas.microsoft.com/office/drawing/2014/main" id="{D6805FDD-B3AC-3E95-7C9B-33613DE1B1CB}"/>
              </a:ext>
            </a:extLst>
          </p:cNvPr>
          <p:cNvSpPr>
            <a:spLocks noGrp="1"/>
          </p:cNvSpPr>
          <p:nvPr>
            <p:ph type="sldNum" sz="quarter" idx="4"/>
          </p:nvPr>
        </p:nvSpPr>
        <p:spPr/>
        <p:txBody>
          <a:bodyPr/>
          <a:lstStyle/>
          <a:p>
            <a:fld id="{4A6E37D3-C5B8-47CF-A969-131D6B6A5E01}" type="slidenum">
              <a:rPr lang="en-US" smtClean="0"/>
              <a:t>17</a:t>
            </a:fld>
            <a:endParaRPr lang="en-US" dirty="0"/>
          </a:p>
        </p:txBody>
      </p:sp>
      <p:sp>
        <p:nvSpPr>
          <p:cNvPr id="9" name="TextBox 8">
            <a:extLst>
              <a:ext uri="{FF2B5EF4-FFF2-40B4-BE49-F238E27FC236}">
                <a16:creationId xmlns:a16="http://schemas.microsoft.com/office/drawing/2014/main" id="{3761A616-D4E1-BF16-4CAF-5CCD9A7A17EA}"/>
              </a:ext>
            </a:extLst>
          </p:cNvPr>
          <p:cNvSpPr txBox="1"/>
          <p:nvPr/>
        </p:nvSpPr>
        <p:spPr>
          <a:xfrm>
            <a:off x="9047521" y="1187144"/>
            <a:ext cx="2752008" cy="369332"/>
          </a:xfrm>
          <a:prstGeom prst="rect">
            <a:avLst/>
          </a:prstGeom>
          <a:noFill/>
        </p:spPr>
        <p:txBody>
          <a:bodyPr wrap="square" rtlCol="0">
            <a:spAutoFit/>
          </a:bodyPr>
          <a:lstStyle/>
          <a:p>
            <a:r>
              <a:rPr lang="en-US" dirty="0"/>
              <a:t>Spherical Harmonics</a:t>
            </a:r>
          </a:p>
        </p:txBody>
      </p:sp>
      <p:pic>
        <p:nvPicPr>
          <p:cNvPr id="6" name="Picture 5" descr="Chart, bubble chart&#10;&#10;AI-generated content may be incorrect.">
            <a:extLst>
              <a:ext uri="{FF2B5EF4-FFF2-40B4-BE49-F238E27FC236}">
                <a16:creationId xmlns:a16="http://schemas.microsoft.com/office/drawing/2014/main" id="{31762337-364A-CA72-B55B-B21D792ABF06}"/>
              </a:ext>
            </a:extLst>
          </p:cNvPr>
          <p:cNvPicPr>
            <a:picLocks noChangeAspect="1"/>
          </p:cNvPicPr>
          <p:nvPr/>
        </p:nvPicPr>
        <p:blipFill>
          <a:blip r:embed="rId2"/>
          <a:stretch>
            <a:fillRect/>
          </a:stretch>
        </p:blipFill>
        <p:spPr>
          <a:xfrm>
            <a:off x="9899650" y="1678883"/>
            <a:ext cx="1526871" cy="1457292"/>
          </a:xfrm>
          <a:prstGeom prst="rect">
            <a:avLst/>
          </a:prstGeom>
        </p:spPr>
      </p:pic>
      <p:pic>
        <p:nvPicPr>
          <p:cNvPr id="10" name="Picture 9" descr="Chart&#10;&#10;AI-generated content may be incorrect.">
            <a:extLst>
              <a:ext uri="{FF2B5EF4-FFF2-40B4-BE49-F238E27FC236}">
                <a16:creationId xmlns:a16="http://schemas.microsoft.com/office/drawing/2014/main" id="{A26379EF-D549-7857-6D3E-CAC563034D23}"/>
              </a:ext>
            </a:extLst>
          </p:cNvPr>
          <p:cNvPicPr>
            <a:picLocks noChangeAspect="1"/>
          </p:cNvPicPr>
          <p:nvPr/>
        </p:nvPicPr>
        <p:blipFill>
          <a:blip r:embed="rId3"/>
          <a:stretch>
            <a:fillRect/>
          </a:stretch>
        </p:blipFill>
        <p:spPr>
          <a:xfrm>
            <a:off x="9708988" y="3129680"/>
            <a:ext cx="1803562" cy="1586194"/>
          </a:xfrm>
          <a:prstGeom prst="rect">
            <a:avLst/>
          </a:prstGeom>
        </p:spPr>
      </p:pic>
      <p:pic>
        <p:nvPicPr>
          <p:cNvPr id="8" name="Picture 7" descr="Diagram, bubble chart&#10;&#10;AI-generated content may be incorrect.">
            <a:extLst>
              <a:ext uri="{FF2B5EF4-FFF2-40B4-BE49-F238E27FC236}">
                <a16:creationId xmlns:a16="http://schemas.microsoft.com/office/drawing/2014/main" id="{5E3C8594-BC5E-98F2-0142-4F1F0A302BB7}"/>
              </a:ext>
            </a:extLst>
          </p:cNvPr>
          <p:cNvPicPr>
            <a:picLocks noChangeAspect="1"/>
          </p:cNvPicPr>
          <p:nvPr/>
        </p:nvPicPr>
        <p:blipFill>
          <a:blip r:embed="rId4"/>
          <a:srcRect l="-882" t="68176" r="56287" b="869"/>
          <a:stretch>
            <a:fillRect/>
          </a:stretch>
        </p:blipFill>
        <p:spPr>
          <a:xfrm>
            <a:off x="9753600" y="4667042"/>
            <a:ext cx="1593032" cy="1544954"/>
          </a:xfrm>
          <a:prstGeom prst="rect">
            <a:avLst/>
          </a:prstGeom>
        </p:spPr>
      </p:pic>
    </p:spTree>
    <p:extLst>
      <p:ext uri="{BB962C8B-B14F-4D97-AF65-F5344CB8AC3E}">
        <p14:creationId xmlns:p14="http://schemas.microsoft.com/office/powerpoint/2010/main" val="2989803282"/>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 schematic&#10;&#10;AI-generated content may be incorrect.">
            <a:extLst>
              <a:ext uri="{FF2B5EF4-FFF2-40B4-BE49-F238E27FC236}">
                <a16:creationId xmlns:a16="http://schemas.microsoft.com/office/drawing/2014/main" id="{49DD63A7-697F-F686-382E-6A73680D3F43}"/>
              </a:ext>
            </a:extLst>
          </p:cNvPr>
          <p:cNvPicPr>
            <a:picLocks noChangeAspect="1"/>
          </p:cNvPicPr>
          <p:nvPr/>
        </p:nvPicPr>
        <p:blipFill>
          <a:blip r:embed="rId3"/>
          <a:stretch>
            <a:fillRect/>
          </a:stretch>
        </p:blipFill>
        <p:spPr>
          <a:xfrm>
            <a:off x="3718559" y="1597285"/>
            <a:ext cx="6748443" cy="4362450"/>
          </a:xfrm>
          <a:prstGeom prst="rect">
            <a:avLst/>
          </a:prstGeom>
        </p:spPr>
      </p:pic>
      <p:sp>
        <p:nvSpPr>
          <p:cNvPr id="2" name="Title 1">
            <a:extLst>
              <a:ext uri="{FF2B5EF4-FFF2-40B4-BE49-F238E27FC236}">
                <a16:creationId xmlns:a16="http://schemas.microsoft.com/office/drawing/2014/main" id="{50321685-6408-A018-A79D-0ACD9F13D8AD}"/>
              </a:ext>
            </a:extLst>
          </p:cNvPr>
          <p:cNvSpPr>
            <a:spLocks noGrp="1"/>
          </p:cNvSpPr>
          <p:nvPr>
            <p:ph type="title"/>
          </p:nvPr>
        </p:nvSpPr>
        <p:spPr/>
        <p:txBody>
          <a:bodyPr>
            <a:normAutofit fontScale="90000"/>
          </a:bodyPr>
          <a:lstStyle/>
          <a:p>
            <a:r>
              <a:rPr lang="en-US" dirty="0"/>
              <a:t>Calculations in Harmonic Components and Visualizations  </a:t>
            </a:r>
          </a:p>
        </p:txBody>
      </p:sp>
      <p:sp>
        <p:nvSpPr>
          <p:cNvPr id="3" name="Content Placeholder 2">
            <a:extLst>
              <a:ext uri="{FF2B5EF4-FFF2-40B4-BE49-F238E27FC236}">
                <a16:creationId xmlns:a16="http://schemas.microsoft.com/office/drawing/2014/main" id="{0F82C3DE-3310-6FDD-33ED-204F424B1A54}"/>
              </a:ext>
            </a:extLst>
          </p:cNvPr>
          <p:cNvSpPr>
            <a:spLocks noGrp="1"/>
          </p:cNvSpPr>
          <p:nvPr>
            <p:ph idx="1"/>
          </p:nvPr>
        </p:nvSpPr>
        <p:spPr>
          <a:xfrm>
            <a:off x="211874" y="1270725"/>
            <a:ext cx="3562458" cy="5015570"/>
          </a:xfrm>
        </p:spPr>
        <p:txBody>
          <a:bodyPr>
            <a:normAutofit fontScale="85000" lnSpcReduction="20000"/>
          </a:bodyPr>
          <a:lstStyle/>
          <a:p>
            <a:r>
              <a:rPr dirty="0"/>
              <a:t>Start with a distribution of conductivity in 'ocean’</a:t>
            </a:r>
          </a:p>
          <a:p>
            <a:pPr lvl="1"/>
            <a:r>
              <a:rPr lang="en-US" dirty="0"/>
              <a:t>Collapse to a surface conductivity</a:t>
            </a:r>
          </a:p>
          <a:p>
            <a:pPr lvl="1"/>
            <a:r>
              <a:rPr lang="en-US" dirty="0"/>
              <a:t>Represent as a sum of spherical harmonics (Y</a:t>
            </a:r>
            <a:r>
              <a:rPr lang="en-US" baseline="-25000" dirty="0"/>
              <a:t>l,m</a:t>
            </a:r>
            <a:r>
              <a:rPr lang="en-US" dirty="0"/>
              <a:t> )</a:t>
            </a:r>
          </a:p>
          <a:p>
            <a:pPr lvl="1"/>
            <a:r>
              <a:rPr dirty="0"/>
              <a:t>Example: (</a:t>
            </a:r>
            <a:r>
              <a:rPr lang="en-US" dirty="0"/>
              <a:t>fig. </a:t>
            </a:r>
            <a:r>
              <a:rPr dirty="0"/>
              <a:t>1) Uniform</a:t>
            </a:r>
            <a:r>
              <a:rPr lang="en-US" dirty="0"/>
              <a:t> (Y</a:t>
            </a:r>
            <a:r>
              <a:rPr lang="en-US" baseline="-25000" dirty="0"/>
              <a:t>0,0</a:t>
            </a:r>
            <a:r>
              <a:rPr lang="en-US" dirty="0"/>
              <a:t>) </a:t>
            </a:r>
            <a:r>
              <a:rPr dirty="0"/>
              <a:t>+ 5% in higher harmonic</a:t>
            </a:r>
            <a:r>
              <a:rPr lang="en-US" dirty="0"/>
              <a:t>s </a:t>
            </a:r>
            <a:r>
              <a:rPr dirty="0"/>
              <a:t>(Y</a:t>
            </a:r>
            <a:r>
              <a:rPr baseline="-25000" dirty="0"/>
              <a:t>10,</a:t>
            </a:r>
            <a:r>
              <a:rPr lang="en-US" baseline="-25000" dirty="0"/>
              <a:t>2</a:t>
            </a:r>
            <a:r>
              <a:rPr lang="en-US" dirty="0"/>
              <a:t>+ Y</a:t>
            </a:r>
            <a:r>
              <a:rPr lang="en-US" baseline="-25000" dirty="0"/>
              <a:t>10</a:t>
            </a:r>
            <a:r>
              <a:rPr baseline="-25000" dirty="0"/>
              <a:t>,-2 </a:t>
            </a:r>
            <a:r>
              <a:rPr dirty="0"/>
              <a:t>)</a:t>
            </a:r>
          </a:p>
          <a:p>
            <a:r>
              <a:rPr lang="en-US" dirty="0"/>
              <a:t>Apply oscillating magnetic field</a:t>
            </a:r>
          </a:p>
          <a:p>
            <a:pPr lvl="1"/>
            <a:r>
              <a:rPr lang="en-US" dirty="0"/>
              <a:t>Z axis oscillating magnetic field component (Y</a:t>
            </a:r>
            <a:r>
              <a:rPr lang="en-US" baseline="-25000" dirty="0"/>
              <a:t>1,0</a:t>
            </a:r>
            <a:r>
              <a:rPr lang="en-US" dirty="0"/>
              <a:t> ) (fig. 2) </a:t>
            </a:r>
          </a:p>
          <a:p>
            <a:pPr lvl="1"/>
            <a:r>
              <a:rPr lang="en-US" dirty="0"/>
              <a:t>10-hour period, 1 uT amplitude </a:t>
            </a:r>
          </a:p>
          <a:p>
            <a:r>
              <a:rPr lang="en-US" dirty="0"/>
              <a:t>Compute resulting electric field on Surface (fig. 3)</a:t>
            </a:r>
          </a:p>
          <a:p>
            <a:r>
              <a:rPr dirty="0"/>
              <a:t>Find self-consistent solution</a:t>
            </a:r>
          </a:p>
          <a:p>
            <a:pPr lvl="1"/>
            <a:r>
              <a:rPr lang="en-US" dirty="0"/>
              <a:t>Induced current harmonics (fig.4)</a:t>
            </a:r>
          </a:p>
          <a:p>
            <a:pPr lvl="1"/>
            <a:r>
              <a:rPr lang="en-US" dirty="0"/>
              <a:t>Emitted mag. field by currents (fig. 5)</a:t>
            </a:r>
          </a:p>
          <a:p>
            <a:r>
              <a:rPr lang="en-US" dirty="0"/>
              <a:t>Calculate gradient of emitted fields (fig. 6)</a:t>
            </a:r>
          </a:p>
          <a:p>
            <a:r>
              <a:rPr dirty="0"/>
              <a:t>Gradients provide</a:t>
            </a:r>
            <a:r>
              <a:rPr lang="en-US" dirty="0"/>
              <a:t> Information about conductivity of oceans</a:t>
            </a:r>
          </a:p>
          <a:p>
            <a:pPr marL="0" indent="0">
              <a:buNone/>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FCD126C-97A1-813E-5FB2-5DC08C3E2EE4}"/>
              </a:ext>
            </a:extLst>
          </p:cNvPr>
          <p:cNvSpPr>
            <a:spLocks noGrp="1"/>
          </p:cNvSpPr>
          <p:nvPr>
            <p:ph type="sldNum" sz="quarter" idx="4"/>
          </p:nvPr>
        </p:nvSpPr>
        <p:spPr/>
        <p:txBody>
          <a:bodyPr/>
          <a:lstStyle/>
          <a:p>
            <a:fld id="{4A6E37D3-C5B8-47CF-A969-131D6B6A5E01}" type="slidenum">
              <a:rPr lang="en-US" smtClean="0"/>
              <a:t>18</a:t>
            </a:fld>
            <a:endParaRPr lang="en-US" dirty="0"/>
          </a:p>
        </p:txBody>
      </p:sp>
      <p:grpSp>
        <p:nvGrpSpPr>
          <p:cNvPr id="13" name="Group 12">
            <a:extLst>
              <a:ext uri="{FF2B5EF4-FFF2-40B4-BE49-F238E27FC236}">
                <a16:creationId xmlns:a16="http://schemas.microsoft.com/office/drawing/2014/main" id="{17E412D1-1DF3-E826-2003-6A37BB58BEA1}"/>
              </a:ext>
            </a:extLst>
          </p:cNvPr>
          <p:cNvGrpSpPr/>
          <p:nvPr/>
        </p:nvGrpSpPr>
        <p:grpSpPr>
          <a:xfrm>
            <a:off x="3832699" y="1425022"/>
            <a:ext cx="3926731" cy="369332"/>
            <a:chOff x="3832699" y="1425022"/>
            <a:chExt cx="3926731" cy="369332"/>
          </a:xfrm>
        </p:grpSpPr>
        <p:sp>
          <p:nvSpPr>
            <p:cNvPr id="7" name="TextBox 6">
              <a:extLst>
                <a:ext uri="{FF2B5EF4-FFF2-40B4-BE49-F238E27FC236}">
                  <a16:creationId xmlns:a16="http://schemas.microsoft.com/office/drawing/2014/main" id="{836A77A1-8118-B194-5C0F-7B4119EC7080}"/>
                </a:ext>
              </a:extLst>
            </p:cNvPr>
            <p:cNvSpPr txBox="1"/>
            <p:nvPr/>
          </p:nvSpPr>
          <p:spPr>
            <a:xfrm>
              <a:off x="3832699" y="1425022"/>
              <a:ext cx="544749" cy="369332"/>
            </a:xfrm>
            <a:prstGeom prst="rect">
              <a:avLst/>
            </a:prstGeom>
            <a:noFill/>
          </p:spPr>
          <p:txBody>
            <a:bodyPr wrap="square" rtlCol="0">
              <a:spAutoFit/>
            </a:bodyPr>
            <a:lstStyle/>
            <a:p>
              <a:r>
                <a:rPr lang="en-US" dirty="0"/>
                <a:t>(1)</a:t>
              </a:r>
            </a:p>
          </p:txBody>
        </p:sp>
        <p:sp>
          <p:nvSpPr>
            <p:cNvPr id="8" name="TextBox 7">
              <a:extLst>
                <a:ext uri="{FF2B5EF4-FFF2-40B4-BE49-F238E27FC236}">
                  <a16:creationId xmlns:a16="http://schemas.microsoft.com/office/drawing/2014/main" id="{A6F188F3-B70B-C378-E708-D3C2B9D251C2}"/>
                </a:ext>
              </a:extLst>
            </p:cNvPr>
            <p:cNvSpPr txBox="1"/>
            <p:nvPr/>
          </p:nvSpPr>
          <p:spPr>
            <a:xfrm>
              <a:off x="7214681" y="1425022"/>
              <a:ext cx="544749" cy="369332"/>
            </a:xfrm>
            <a:prstGeom prst="rect">
              <a:avLst/>
            </a:prstGeom>
            <a:noFill/>
          </p:spPr>
          <p:txBody>
            <a:bodyPr wrap="square" rtlCol="0">
              <a:spAutoFit/>
            </a:bodyPr>
            <a:lstStyle/>
            <a:p>
              <a:r>
                <a:rPr lang="en-US" dirty="0"/>
                <a:t>(2)</a:t>
              </a:r>
            </a:p>
          </p:txBody>
        </p:sp>
      </p:grpSp>
      <p:grpSp>
        <p:nvGrpSpPr>
          <p:cNvPr id="14" name="Group 13">
            <a:extLst>
              <a:ext uri="{FF2B5EF4-FFF2-40B4-BE49-F238E27FC236}">
                <a16:creationId xmlns:a16="http://schemas.microsoft.com/office/drawing/2014/main" id="{27F2C994-0B0B-C9D8-6FC8-D0633624EF9B}"/>
              </a:ext>
            </a:extLst>
          </p:cNvPr>
          <p:cNvGrpSpPr/>
          <p:nvPr/>
        </p:nvGrpSpPr>
        <p:grpSpPr>
          <a:xfrm>
            <a:off x="3832699" y="2805457"/>
            <a:ext cx="3926731" cy="369332"/>
            <a:chOff x="3832699" y="2897790"/>
            <a:chExt cx="3926731" cy="369332"/>
          </a:xfrm>
        </p:grpSpPr>
        <p:sp>
          <p:nvSpPr>
            <p:cNvPr id="9" name="TextBox 8">
              <a:extLst>
                <a:ext uri="{FF2B5EF4-FFF2-40B4-BE49-F238E27FC236}">
                  <a16:creationId xmlns:a16="http://schemas.microsoft.com/office/drawing/2014/main" id="{A6D3EFBF-A9EE-5E8D-699C-9278764893C0}"/>
                </a:ext>
              </a:extLst>
            </p:cNvPr>
            <p:cNvSpPr txBox="1"/>
            <p:nvPr/>
          </p:nvSpPr>
          <p:spPr>
            <a:xfrm>
              <a:off x="3832699" y="2897790"/>
              <a:ext cx="544749" cy="369332"/>
            </a:xfrm>
            <a:prstGeom prst="rect">
              <a:avLst/>
            </a:prstGeom>
            <a:noFill/>
          </p:spPr>
          <p:txBody>
            <a:bodyPr wrap="square" rtlCol="0">
              <a:spAutoFit/>
            </a:bodyPr>
            <a:lstStyle/>
            <a:p>
              <a:r>
                <a:rPr lang="en-US" dirty="0"/>
                <a:t>(3)</a:t>
              </a:r>
            </a:p>
          </p:txBody>
        </p:sp>
        <p:sp>
          <p:nvSpPr>
            <p:cNvPr id="10" name="TextBox 9">
              <a:extLst>
                <a:ext uri="{FF2B5EF4-FFF2-40B4-BE49-F238E27FC236}">
                  <a16:creationId xmlns:a16="http://schemas.microsoft.com/office/drawing/2014/main" id="{AC23622D-D408-8C94-A32A-ED04124898EA}"/>
                </a:ext>
              </a:extLst>
            </p:cNvPr>
            <p:cNvSpPr txBox="1"/>
            <p:nvPr/>
          </p:nvSpPr>
          <p:spPr>
            <a:xfrm>
              <a:off x="7214681" y="2897790"/>
              <a:ext cx="544749" cy="369332"/>
            </a:xfrm>
            <a:prstGeom prst="rect">
              <a:avLst/>
            </a:prstGeom>
            <a:noFill/>
          </p:spPr>
          <p:txBody>
            <a:bodyPr wrap="square" rtlCol="0">
              <a:spAutoFit/>
            </a:bodyPr>
            <a:lstStyle/>
            <a:p>
              <a:r>
                <a:rPr lang="en-US" dirty="0"/>
                <a:t>(4)</a:t>
              </a:r>
            </a:p>
          </p:txBody>
        </p:sp>
      </p:grpSp>
      <p:grpSp>
        <p:nvGrpSpPr>
          <p:cNvPr id="15" name="Group 14">
            <a:extLst>
              <a:ext uri="{FF2B5EF4-FFF2-40B4-BE49-F238E27FC236}">
                <a16:creationId xmlns:a16="http://schemas.microsoft.com/office/drawing/2014/main" id="{644A652B-B2E8-76FC-4F11-F154416A96AD}"/>
              </a:ext>
            </a:extLst>
          </p:cNvPr>
          <p:cNvGrpSpPr/>
          <p:nvPr/>
        </p:nvGrpSpPr>
        <p:grpSpPr>
          <a:xfrm>
            <a:off x="3832699" y="4185892"/>
            <a:ext cx="3926731" cy="369332"/>
            <a:chOff x="3832699" y="4185892"/>
            <a:chExt cx="3926731" cy="369332"/>
          </a:xfrm>
        </p:grpSpPr>
        <p:sp>
          <p:nvSpPr>
            <p:cNvPr id="11" name="TextBox 10">
              <a:extLst>
                <a:ext uri="{FF2B5EF4-FFF2-40B4-BE49-F238E27FC236}">
                  <a16:creationId xmlns:a16="http://schemas.microsoft.com/office/drawing/2014/main" id="{BB9709AE-B0FE-3DF3-D712-190AF3574ED0}"/>
                </a:ext>
              </a:extLst>
            </p:cNvPr>
            <p:cNvSpPr txBox="1"/>
            <p:nvPr/>
          </p:nvSpPr>
          <p:spPr>
            <a:xfrm>
              <a:off x="3832699" y="4185892"/>
              <a:ext cx="544749" cy="369332"/>
            </a:xfrm>
            <a:prstGeom prst="rect">
              <a:avLst/>
            </a:prstGeom>
            <a:noFill/>
          </p:spPr>
          <p:txBody>
            <a:bodyPr wrap="square" rtlCol="0">
              <a:spAutoFit/>
            </a:bodyPr>
            <a:lstStyle/>
            <a:p>
              <a:r>
                <a:rPr lang="en-US" dirty="0"/>
                <a:t>(5)</a:t>
              </a:r>
            </a:p>
          </p:txBody>
        </p:sp>
        <p:sp>
          <p:nvSpPr>
            <p:cNvPr id="12" name="TextBox 11">
              <a:extLst>
                <a:ext uri="{FF2B5EF4-FFF2-40B4-BE49-F238E27FC236}">
                  <a16:creationId xmlns:a16="http://schemas.microsoft.com/office/drawing/2014/main" id="{6E5B9C2C-F048-20A4-93EA-15067EE8095A}"/>
                </a:ext>
              </a:extLst>
            </p:cNvPr>
            <p:cNvSpPr txBox="1"/>
            <p:nvPr/>
          </p:nvSpPr>
          <p:spPr>
            <a:xfrm>
              <a:off x="7214681" y="4185892"/>
              <a:ext cx="544749" cy="369332"/>
            </a:xfrm>
            <a:prstGeom prst="rect">
              <a:avLst/>
            </a:prstGeom>
            <a:noFill/>
          </p:spPr>
          <p:txBody>
            <a:bodyPr wrap="square" rtlCol="0">
              <a:spAutoFit/>
            </a:bodyPr>
            <a:lstStyle/>
            <a:p>
              <a:r>
                <a:rPr lang="en-US" dirty="0"/>
                <a:t>(6)</a:t>
              </a:r>
            </a:p>
          </p:txBody>
        </p:sp>
      </p:grpSp>
    </p:spTree>
    <p:extLst>
      <p:ext uri="{BB962C8B-B14F-4D97-AF65-F5344CB8AC3E}">
        <p14:creationId xmlns:p14="http://schemas.microsoft.com/office/powerpoint/2010/main" val="579186946"/>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9DEBE-FF0F-8516-4D72-75F031B48751}"/>
            </a:ext>
          </a:extLst>
        </p:cNvPr>
        <p:cNvGrpSpPr/>
        <p:nvPr/>
      </p:nvGrpSpPr>
      <p:grpSpPr>
        <a:xfrm>
          <a:off x="0" y="0"/>
          <a:ext cx="0" cy="0"/>
          <a:chOff x="0" y="0"/>
          <a:chExt cx="0" cy="0"/>
        </a:xfrm>
      </p:grpSpPr>
      <p:pic>
        <p:nvPicPr>
          <p:cNvPr id="6" name="Picture 5" descr="Diagram, schematic, bubble chart&#10;&#10;AI-generated content may be incorrect.">
            <a:extLst>
              <a:ext uri="{FF2B5EF4-FFF2-40B4-BE49-F238E27FC236}">
                <a16:creationId xmlns:a16="http://schemas.microsoft.com/office/drawing/2014/main" id="{140DA862-BAD6-53D4-D67B-28DF672A7E2A}"/>
              </a:ext>
            </a:extLst>
          </p:cNvPr>
          <p:cNvPicPr>
            <a:picLocks noChangeAspect="1"/>
          </p:cNvPicPr>
          <p:nvPr/>
        </p:nvPicPr>
        <p:blipFill>
          <a:blip r:embed="rId3"/>
          <a:stretch>
            <a:fillRect/>
          </a:stretch>
        </p:blipFill>
        <p:spPr>
          <a:xfrm>
            <a:off x="4939480" y="1425022"/>
            <a:ext cx="6383913" cy="4207578"/>
          </a:xfrm>
          <a:prstGeom prst="rect">
            <a:avLst/>
          </a:prstGeom>
        </p:spPr>
      </p:pic>
      <p:sp>
        <p:nvSpPr>
          <p:cNvPr id="2" name="Title 1">
            <a:extLst>
              <a:ext uri="{FF2B5EF4-FFF2-40B4-BE49-F238E27FC236}">
                <a16:creationId xmlns:a16="http://schemas.microsoft.com/office/drawing/2014/main" id="{CC48713B-47DB-C64D-42E4-0629DE0BC78E}"/>
              </a:ext>
            </a:extLst>
          </p:cNvPr>
          <p:cNvSpPr>
            <a:spLocks noGrp="1"/>
          </p:cNvSpPr>
          <p:nvPr>
            <p:ph type="title"/>
          </p:nvPr>
        </p:nvSpPr>
        <p:spPr/>
        <p:txBody>
          <a:bodyPr>
            <a:normAutofit/>
          </a:bodyPr>
          <a:lstStyle/>
          <a:p>
            <a:r>
              <a:rPr dirty="0"/>
              <a:t>Multiple Conductivity Spatial Harmonics</a:t>
            </a:r>
          </a:p>
        </p:txBody>
      </p:sp>
      <p:sp>
        <p:nvSpPr>
          <p:cNvPr id="3" name="Content Placeholder 2">
            <a:extLst>
              <a:ext uri="{FF2B5EF4-FFF2-40B4-BE49-F238E27FC236}">
                <a16:creationId xmlns:a16="http://schemas.microsoft.com/office/drawing/2014/main" id="{CE74E534-F022-FF77-B7B3-29FB543402FF}"/>
              </a:ext>
            </a:extLst>
          </p:cNvPr>
          <p:cNvSpPr>
            <a:spLocks noGrp="1"/>
          </p:cNvSpPr>
          <p:nvPr>
            <p:ph idx="1"/>
          </p:nvPr>
        </p:nvSpPr>
        <p:spPr>
          <a:xfrm>
            <a:off x="211873" y="1270725"/>
            <a:ext cx="4372827" cy="5015570"/>
          </a:xfrm>
        </p:spPr>
        <p:txBody>
          <a:bodyPr>
            <a:normAutofit fontScale="92500" lnSpcReduction="20000"/>
          </a:bodyPr>
          <a:lstStyle/>
          <a:p>
            <a:r>
              <a:rPr lang="en-US" dirty="0"/>
              <a:t>Any conductivity distribution is modeled as a sum of harmonics</a:t>
            </a:r>
          </a:p>
          <a:p>
            <a:r>
              <a:rPr lang="en-US" dirty="0"/>
              <a:t>The harmonics combine nonlinearly with the ambient magnetic field harmonics to produce the emitted magnetic field</a:t>
            </a:r>
          </a:p>
          <a:p>
            <a:r>
              <a:rPr lang="en-US" dirty="0"/>
              <a:t>Features in the conductivity show up in the gradient data</a:t>
            </a:r>
          </a:p>
          <a:p>
            <a:r>
              <a:rPr lang="en-US" dirty="0"/>
              <a:t>Note that these plots of the gradients only show mean amplitudes</a:t>
            </a:r>
          </a:p>
          <a:p>
            <a:r>
              <a:rPr lang="en-US" dirty="0"/>
              <a:t>Really, the gradients contain much richer information than plotted:</a:t>
            </a:r>
          </a:p>
          <a:p>
            <a:pPr lvl="1"/>
            <a:r>
              <a:rPr lang="en-US" dirty="0"/>
              <a:t>3x3 tensors</a:t>
            </a:r>
          </a:p>
          <a:p>
            <a:pPr lvl="1"/>
            <a:r>
              <a:rPr dirty="0"/>
              <a:t>Amplitude and phase information</a:t>
            </a:r>
          </a:p>
          <a:p>
            <a:pPr lvl="1"/>
            <a:r>
              <a:rPr lang="en-US" dirty="0"/>
              <a:t>Frequency dependent</a:t>
            </a:r>
          </a:p>
          <a:p>
            <a:r>
              <a:rPr lang="en-US" dirty="0"/>
              <a:t>Either the full gradient tensor or partial information can be measured to glean information about magnetic sources.</a:t>
            </a:r>
          </a:p>
          <a:p>
            <a:endParaRPr lang="en-US" dirty="0"/>
          </a:p>
        </p:txBody>
      </p:sp>
      <p:sp>
        <p:nvSpPr>
          <p:cNvPr id="4" name="Slide Number Placeholder 3">
            <a:extLst>
              <a:ext uri="{FF2B5EF4-FFF2-40B4-BE49-F238E27FC236}">
                <a16:creationId xmlns:a16="http://schemas.microsoft.com/office/drawing/2014/main" id="{605F0C55-2E9A-62F1-D063-972C4ADCDA53}"/>
              </a:ext>
            </a:extLst>
          </p:cNvPr>
          <p:cNvSpPr>
            <a:spLocks noGrp="1"/>
          </p:cNvSpPr>
          <p:nvPr>
            <p:ph type="sldNum" sz="quarter" idx="4"/>
          </p:nvPr>
        </p:nvSpPr>
        <p:spPr/>
        <p:txBody>
          <a:bodyPr/>
          <a:lstStyle/>
          <a:p>
            <a:fld id="{4A6E37D3-C5B8-47CF-A969-131D6B6A5E01}" type="slidenum">
              <a:rPr lang="en-US" smtClean="0"/>
              <a:t>19</a:t>
            </a:fld>
            <a:endParaRPr lang="en-US" dirty="0"/>
          </a:p>
        </p:txBody>
      </p:sp>
      <p:grpSp>
        <p:nvGrpSpPr>
          <p:cNvPr id="13" name="Group 12">
            <a:extLst>
              <a:ext uri="{FF2B5EF4-FFF2-40B4-BE49-F238E27FC236}">
                <a16:creationId xmlns:a16="http://schemas.microsoft.com/office/drawing/2014/main" id="{D92917BF-E676-A9D9-4F91-2E5308478055}"/>
              </a:ext>
            </a:extLst>
          </p:cNvPr>
          <p:cNvGrpSpPr/>
          <p:nvPr/>
        </p:nvGrpSpPr>
        <p:grpSpPr>
          <a:xfrm>
            <a:off x="4668441" y="1660996"/>
            <a:ext cx="3926731" cy="369332"/>
            <a:chOff x="3832699" y="1425022"/>
            <a:chExt cx="3926731" cy="369332"/>
          </a:xfrm>
        </p:grpSpPr>
        <p:sp>
          <p:nvSpPr>
            <p:cNvPr id="7" name="TextBox 6">
              <a:extLst>
                <a:ext uri="{FF2B5EF4-FFF2-40B4-BE49-F238E27FC236}">
                  <a16:creationId xmlns:a16="http://schemas.microsoft.com/office/drawing/2014/main" id="{93F6EC3E-7750-30F7-A510-C8FA8B14F818}"/>
                </a:ext>
              </a:extLst>
            </p:cNvPr>
            <p:cNvSpPr txBox="1"/>
            <p:nvPr/>
          </p:nvSpPr>
          <p:spPr>
            <a:xfrm>
              <a:off x="3832699" y="1425022"/>
              <a:ext cx="544749" cy="369332"/>
            </a:xfrm>
            <a:prstGeom prst="rect">
              <a:avLst/>
            </a:prstGeom>
            <a:noFill/>
          </p:spPr>
          <p:txBody>
            <a:bodyPr wrap="square" rtlCol="0">
              <a:spAutoFit/>
            </a:bodyPr>
            <a:lstStyle/>
            <a:p>
              <a:r>
                <a:rPr lang="en-US" dirty="0"/>
                <a:t>(1)</a:t>
              </a:r>
            </a:p>
          </p:txBody>
        </p:sp>
        <p:sp>
          <p:nvSpPr>
            <p:cNvPr id="8" name="TextBox 7">
              <a:extLst>
                <a:ext uri="{FF2B5EF4-FFF2-40B4-BE49-F238E27FC236}">
                  <a16:creationId xmlns:a16="http://schemas.microsoft.com/office/drawing/2014/main" id="{0F89296A-E4F0-08D4-0E0E-6DA248A1A952}"/>
                </a:ext>
              </a:extLst>
            </p:cNvPr>
            <p:cNvSpPr txBox="1"/>
            <p:nvPr/>
          </p:nvSpPr>
          <p:spPr>
            <a:xfrm>
              <a:off x="7214681" y="1425022"/>
              <a:ext cx="544749" cy="369332"/>
            </a:xfrm>
            <a:prstGeom prst="rect">
              <a:avLst/>
            </a:prstGeom>
            <a:noFill/>
          </p:spPr>
          <p:txBody>
            <a:bodyPr wrap="square" rtlCol="0">
              <a:spAutoFit/>
            </a:bodyPr>
            <a:lstStyle/>
            <a:p>
              <a:r>
                <a:rPr lang="en-US" dirty="0"/>
                <a:t>(2)</a:t>
              </a:r>
            </a:p>
          </p:txBody>
        </p:sp>
      </p:grpSp>
      <p:grpSp>
        <p:nvGrpSpPr>
          <p:cNvPr id="14" name="Group 13">
            <a:extLst>
              <a:ext uri="{FF2B5EF4-FFF2-40B4-BE49-F238E27FC236}">
                <a16:creationId xmlns:a16="http://schemas.microsoft.com/office/drawing/2014/main" id="{875400A5-D5B1-F27D-FF48-FF5A70D392A2}"/>
              </a:ext>
            </a:extLst>
          </p:cNvPr>
          <p:cNvGrpSpPr/>
          <p:nvPr/>
        </p:nvGrpSpPr>
        <p:grpSpPr>
          <a:xfrm>
            <a:off x="4668441" y="3041431"/>
            <a:ext cx="3926731" cy="369332"/>
            <a:chOff x="3832699" y="2897790"/>
            <a:chExt cx="3926731" cy="369332"/>
          </a:xfrm>
        </p:grpSpPr>
        <p:sp>
          <p:nvSpPr>
            <p:cNvPr id="9" name="TextBox 8">
              <a:extLst>
                <a:ext uri="{FF2B5EF4-FFF2-40B4-BE49-F238E27FC236}">
                  <a16:creationId xmlns:a16="http://schemas.microsoft.com/office/drawing/2014/main" id="{20086410-D901-4E86-9F1C-2BC6093D2A1A}"/>
                </a:ext>
              </a:extLst>
            </p:cNvPr>
            <p:cNvSpPr txBox="1"/>
            <p:nvPr/>
          </p:nvSpPr>
          <p:spPr>
            <a:xfrm>
              <a:off x="3832699" y="2897790"/>
              <a:ext cx="544749" cy="369332"/>
            </a:xfrm>
            <a:prstGeom prst="rect">
              <a:avLst/>
            </a:prstGeom>
            <a:noFill/>
          </p:spPr>
          <p:txBody>
            <a:bodyPr wrap="square" rtlCol="0">
              <a:spAutoFit/>
            </a:bodyPr>
            <a:lstStyle/>
            <a:p>
              <a:r>
                <a:rPr lang="en-US" dirty="0"/>
                <a:t>(3)</a:t>
              </a:r>
            </a:p>
          </p:txBody>
        </p:sp>
        <p:sp>
          <p:nvSpPr>
            <p:cNvPr id="10" name="TextBox 9">
              <a:extLst>
                <a:ext uri="{FF2B5EF4-FFF2-40B4-BE49-F238E27FC236}">
                  <a16:creationId xmlns:a16="http://schemas.microsoft.com/office/drawing/2014/main" id="{921A2377-2ECA-C026-1E3D-D644927766B3}"/>
                </a:ext>
              </a:extLst>
            </p:cNvPr>
            <p:cNvSpPr txBox="1"/>
            <p:nvPr/>
          </p:nvSpPr>
          <p:spPr>
            <a:xfrm>
              <a:off x="7214681" y="2897790"/>
              <a:ext cx="544749" cy="369332"/>
            </a:xfrm>
            <a:prstGeom prst="rect">
              <a:avLst/>
            </a:prstGeom>
            <a:noFill/>
          </p:spPr>
          <p:txBody>
            <a:bodyPr wrap="square" rtlCol="0">
              <a:spAutoFit/>
            </a:bodyPr>
            <a:lstStyle/>
            <a:p>
              <a:r>
                <a:rPr lang="en-US" dirty="0"/>
                <a:t>(4)</a:t>
              </a:r>
            </a:p>
          </p:txBody>
        </p:sp>
      </p:grpSp>
      <p:grpSp>
        <p:nvGrpSpPr>
          <p:cNvPr id="15" name="Group 14">
            <a:extLst>
              <a:ext uri="{FF2B5EF4-FFF2-40B4-BE49-F238E27FC236}">
                <a16:creationId xmlns:a16="http://schemas.microsoft.com/office/drawing/2014/main" id="{1BEEE31F-08FC-57B7-F6F8-40269F05ADA3}"/>
              </a:ext>
            </a:extLst>
          </p:cNvPr>
          <p:cNvGrpSpPr/>
          <p:nvPr/>
        </p:nvGrpSpPr>
        <p:grpSpPr>
          <a:xfrm>
            <a:off x="4668441" y="4421866"/>
            <a:ext cx="3926731" cy="369332"/>
            <a:chOff x="3832699" y="4185892"/>
            <a:chExt cx="3926731" cy="369332"/>
          </a:xfrm>
        </p:grpSpPr>
        <p:sp>
          <p:nvSpPr>
            <p:cNvPr id="11" name="TextBox 10">
              <a:extLst>
                <a:ext uri="{FF2B5EF4-FFF2-40B4-BE49-F238E27FC236}">
                  <a16:creationId xmlns:a16="http://schemas.microsoft.com/office/drawing/2014/main" id="{CCFD5476-B349-5746-B437-5518F23816C4}"/>
                </a:ext>
              </a:extLst>
            </p:cNvPr>
            <p:cNvSpPr txBox="1"/>
            <p:nvPr/>
          </p:nvSpPr>
          <p:spPr>
            <a:xfrm>
              <a:off x="3832699" y="4185892"/>
              <a:ext cx="544749" cy="369332"/>
            </a:xfrm>
            <a:prstGeom prst="rect">
              <a:avLst/>
            </a:prstGeom>
            <a:noFill/>
          </p:spPr>
          <p:txBody>
            <a:bodyPr wrap="square" rtlCol="0">
              <a:spAutoFit/>
            </a:bodyPr>
            <a:lstStyle/>
            <a:p>
              <a:r>
                <a:rPr lang="en-US" dirty="0"/>
                <a:t>(5)</a:t>
              </a:r>
            </a:p>
          </p:txBody>
        </p:sp>
        <p:sp>
          <p:nvSpPr>
            <p:cNvPr id="12" name="TextBox 11">
              <a:extLst>
                <a:ext uri="{FF2B5EF4-FFF2-40B4-BE49-F238E27FC236}">
                  <a16:creationId xmlns:a16="http://schemas.microsoft.com/office/drawing/2014/main" id="{4BF408E0-AE1C-0DC3-ACD3-6853B96FCAD5}"/>
                </a:ext>
              </a:extLst>
            </p:cNvPr>
            <p:cNvSpPr txBox="1"/>
            <p:nvPr/>
          </p:nvSpPr>
          <p:spPr>
            <a:xfrm>
              <a:off x="7214681" y="4185892"/>
              <a:ext cx="544749" cy="369332"/>
            </a:xfrm>
            <a:prstGeom prst="rect">
              <a:avLst/>
            </a:prstGeom>
            <a:noFill/>
          </p:spPr>
          <p:txBody>
            <a:bodyPr wrap="square" rtlCol="0">
              <a:spAutoFit/>
            </a:bodyPr>
            <a:lstStyle/>
            <a:p>
              <a:r>
                <a:rPr lang="en-US" dirty="0"/>
                <a:t>(6)</a:t>
              </a:r>
            </a:p>
          </p:txBody>
        </p:sp>
      </p:grpSp>
      <p:cxnSp>
        <p:nvCxnSpPr>
          <p:cNvPr id="16" name="Straight Arrow Connector 15">
            <a:extLst>
              <a:ext uri="{FF2B5EF4-FFF2-40B4-BE49-F238E27FC236}">
                <a16:creationId xmlns:a16="http://schemas.microsoft.com/office/drawing/2014/main" id="{5553D963-D416-D559-C546-80DA7A0344E9}"/>
              </a:ext>
            </a:extLst>
          </p:cNvPr>
          <p:cNvCxnSpPr>
            <a:cxnSpLocks/>
          </p:cNvCxnSpPr>
          <p:nvPr/>
        </p:nvCxnSpPr>
        <p:spPr>
          <a:xfrm>
            <a:off x="7258050" y="2305050"/>
            <a:ext cx="3073400" cy="24861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716187"/>
      </p:ext>
    </p:extLst>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7E85-882B-D045-46E0-D801F9425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A73B0-50B3-3D98-8081-7F2ED806908C}"/>
              </a:ext>
            </a:extLst>
          </p:cNvPr>
          <p:cNvSpPr>
            <a:spLocks noGrp="1"/>
          </p:cNvSpPr>
          <p:nvPr>
            <p:ph type="title"/>
          </p:nvPr>
        </p:nvSpPr>
        <p:spPr/>
        <p:txBody>
          <a:bodyPr/>
          <a:lstStyle/>
          <a:p>
            <a:r>
              <a:rPr lang="en-US" dirty="0"/>
              <a:t> Gradiometer Implementation</a:t>
            </a:r>
          </a:p>
        </p:txBody>
      </p:sp>
      <p:sp>
        <p:nvSpPr>
          <p:cNvPr id="3" name="Text Placeholder 2">
            <a:extLst>
              <a:ext uri="{FF2B5EF4-FFF2-40B4-BE49-F238E27FC236}">
                <a16:creationId xmlns:a16="http://schemas.microsoft.com/office/drawing/2014/main" id="{1EAC0AC3-448D-3BC4-D766-69BFFC5160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AB4CD7-374E-267A-AC79-1D796AE6480F}"/>
              </a:ext>
            </a:extLst>
          </p:cNvPr>
          <p:cNvSpPr>
            <a:spLocks noGrp="1"/>
          </p:cNvSpPr>
          <p:nvPr>
            <p:ph type="sldNum" sz="quarter" idx="4"/>
          </p:nvPr>
        </p:nvSpPr>
        <p:spPr/>
        <p:txBody>
          <a:bodyPr/>
          <a:lstStyle/>
          <a:p>
            <a:fld id="{4A6E37D3-C5B8-47CF-A969-131D6B6A5E01}" type="slidenum">
              <a:rPr lang="en-US" smtClean="0"/>
              <a:t>20</a:t>
            </a:fld>
            <a:endParaRPr lang="en-US" dirty="0"/>
          </a:p>
        </p:txBody>
      </p:sp>
    </p:spTree>
    <p:extLst>
      <p:ext uri="{BB962C8B-B14F-4D97-AF65-F5344CB8AC3E}">
        <p14:creationId xmlns:p14="http://schemas.microsoft.com/office/powerpoint/2010/main" val="904324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DA5D01-FC46-DE8B-F4F3-70E2B29B8BCB}"/>
              </a:ext>
            </a:extLst>
          </p:cNvPr>
          <p:cNvSpPr>
            <a:spLocks noGrp="1"/>
          </p:cNvSpPr>
          <p:nvPr>
            <p:ph sz="half" idx="1"/>
          </p:nvPr>
        </p:nvSpPr>
        <p:spPr>
          <a:xfrm>
            <a:off x="587290" y="2324284"/>
            <a:ext cx="3689364" cy="1440361"/>
          </a:xfrm>
        </p:spPr>
        <p:txBody>
          <a:bodyPr>
            <a:normAutofit fontScale="55000" lnSpcReduction="20000"/>
          </a:bodyPr>
          <a:lstStyle/>
          <a:p>
            <a:pPr marL="0" indent="0">
              <a:buNone/>
            </a:pPr>
            <a:r>
              <a:rPr lang="en-US" sz="2200" b="1" dirty="0"/>
              <a:t>Option 1: Single Spacecraft, 1 m long Gradiometer</a:t>
            </a:r>
          </a:p>
          <a:p>
            <a:pPr marL="0" indent="0">
              <a:buNone/>
            </a:pPr>
            <a:r>
              <a:rPr lang="en-US" sz="1900" dirty="0"/>
              <a:t>Noise requirements:</a:t>
            </a:r>
          </a:p>
          <a:p>
            <a:pPr lvl="1"/>
            <a:r>
              <a:rPr lang="en-US" sz="1800" dirty="0"/>
              <a:t>White noise &lt; 7.7 pT / √Hz  @ 1 Hz</a:t>
            </a:r>
          </a:p>
          <a:p>
            <a:pPr lvl="1"/>
            <a:r>
              <a:rPr lang="en-US" sz="1800" dirty="0"/>
              <a:t> 1/f noise &lt; 380 fT / √Hz  @ 1 Hz</a:t>
            </a:r>
            <a:endParaRPr lang="en-US" sz="1800" b="1" dirty="0"/>
          </a:p>
          <a:p>
            <a:pPr marL="0" indent="0">
              <a:buNone/>
            </a:pPr>
            <a:r>
              <a:rPr lang="en-US" sz="1900" dirty="0">
                <a:solidFill>
                  <a:srgbClr val="00B050"/>
                </a:solidFill>
              </a:rPr>
              <a:t>Use  </a:t>
            </a:r>
            <a:r>
              <a:rPr lang="en-US" sz="1900" b="1" dirty="0">
                <a:solidFill>
                  <a:srgbClr val="00B050"/>
                </a:solidFill>
              </a:rPr>
              <a:t>HTS SQUID </a:t>
            </a:r>
            <a:r>
              <a:rPr lang="en-US" sz="1900" dirty="0">
                <a:solidFill>
                  <a:srgbClr val="00B050"/>
                </a:solidFill>
              </a:rPr>
              <a:t>magnetometers</a:t>
            </a:r>
            <a:r>
              <a:rPr lang="en-US" sz="1900" dirty="0"/>
              <a:t> </a:t>
            </a:r>
          </a:p>
          <a:p>
            <a:pPr lvl="1"/>
            <a:r>
              <a:rPr lang="en-US" sz="1800" dirty="0"/>
              <a:t>White noise: ~ 20 fT / √Hz</a:t>
            </a:r>
          </a:p>
          <a:p>
            <a:pPr lvl="1"/>
            <a:r>
              <a:rPr lang="en-US" sz="1800" dirty="0"/>
              <a:t>1/f noise ~22 fT / √Hz  @ 1 Hz</a:t>
            </a:r>
          </a:p>
        </p:txBody>
      </p:sp>
      <p:sp>
        <p:nvSpPr>
          <p:cNvPr id="3" name="Content Placeholder 2">
            <a:extLst>
              <a:ext uri="{FF2B5EF4-FFF2-40B4-BE49-F238E27FC236}">
                <a16:creationId xmlns:a16="http://schemas.microsoft.com/office/drawing/2014/main" id="{328AE782-B27F-B883-7F2F-2401F01E6EBB}"/>
              </a:ext>
            </a:extLst>
          </p:cNvPr>
          <p:cNvSpPr>
            <a:spLocks noGrp="1"/>
          </p:cNvSpPr>
          <p:nvPr>
            <p:ph sz="half" idx="2"/>
          </p:nvPr>
        </p:nvSpPr>
        <p:spPr>
          <a:xfrm>
            <a:off x="4276654" y="2335996"/>
            <a:ext cx="3689365" cy="1298969"/>
          </a:xfrm>
        </p:spPr>
        <p:txBody>
          <a:bodyPr>
            <a:normAutofit fontScale="70000" lnSpcReduction="20000"/>
          </a:bodyPr>
          <a:lstStyle/>
          <a:p>
            <a:pPr marL="0" indent="0">
              <a:buNone/>
            </a:pPr>
            <a:r>
              <a:rPr lang="en-US" sz="1600" b="1" dirty="0"/>
              <a:t>Option 2: Paired spacecraft, 1 km apart</a:t>
            </a:r>
          </a:p>
          <a:p>
            <a:pPr marL="0" indent="0">
              <a:buNone/>
            </a:pPr>
            <a:r>
              <a:rPr lang="en-US" sz="1400" dirty="0"/>
              <a:t>Noise requirements:</a:t>
            </a:r>
          </a:p>
          <a:p>
            <a:pPr lvl="1"/>
            <a:r>
              <a:rPr lang="en-US" sz="1400" dirty="0"/>
              <a:t>White noise &lt; 7.7 nT / √Hz  </a:t>
            </a:r>
          </a:p>
          <a:p>
            <a:pPr lvl="1"/>
            <a:r>
              <a:rPr lang="en-US" sz="1400" dirty="0"/>
              <a:t>1/f noise requirement:  &lt; 7.7 pT / √Hz @ 1 Hz</a:t>
            </a:r>
          </a:p>
          <a:p>
            <a:pPr marL="0" indent="0">
              <a:buNone/>
            </a:pPr>
            <a:r>
              <a:rPr lang="en-US" sz="1700" dirty="0">
                <a:solidFill>
                  <a:srgbClr val="00B050"/>
                </a:solidFill>
              </a:rPr>
              <a:t>Use </a:t>
            </a:r>
            <a:r>
              <a:rPr lang="en-US" sz="1700" b="1" dirty="0">
                <a:solidFill>
                  <a:srgbClr val="00B050"/>
                </a:solidFill>
              </a:rPr>
              <a:t>fluxgat</a:t>
            </a:r>
            <a:r>
              <a:rPr lang="en-US" sz="1700" dirty="0">
                <a:solidFill>
                  <a:srgbClr val="00B050"/>
                </a:solidFill>
              </a:rPr>
              <a:t>e magnetometers </a:t>
            </a:r>
          </a:p>
          <a:p>
            <a:pPr lvl="1"/>
            <a:r>
              <a:rPr lang="en-US" sz="1400" dirty="0"/>
              <a:t>White noise:  ~50 pT / √Hz </a:t>
            </a:r>
          </a:p>
          <a:p>
            <a:pPr lvl="1"/>
            <a:r>
              <a:rPr lang="en-US" sz="1400" dirty="0"/>
              <a:t>1/f noise: 100 pT / √Hz @ 1 Hz</a:t>
            </a:r>
          </a:p>
          <a:p>
            <a:pPr lvl="1"/>
            <a:endParaRPr lang="en-US" sz="1200" dirty="0"/>
          </a:p>
        </p:txBody>
      </p:sp>
      <p:sp>
        <p:nvSpPr>
          <p:cNvPr id="4" name="Slide Number Placeholder 3">
            <a:extLst>
              <a:ext uri="{FF2B5EF4-FFF2-40B4-BE49-F238E27FC236}">
                <a16:creationId xmlns:a16="http://schemas.microsoft.com/office/drawing/2014/main" id="{5D6DDDB0-B008-7D4F-FCFE-CD14F4C6241D}"/>
              </a:ext>
            </a:extLst>
          </p:cNvPr>
          <p:cNvSpPr>
            <a:spLocks noGrp="1"/>
          </p:cNvSpPr>
          <p:nvPr>
            <p:ph type="sldNum" sz="quarter" idx="4"/>
          </p:nvPr>
        </p:nvSpPr>
        <p:spPr/>
        <p:txBody>
          <a:bodyPr/>
          <a:lstStyle/>
          <a:p>
            <a:fld id="{4A6E37D3-C5B8-47CF-A969-131D6B6A5E01}" type="slidenum">
              <a:rPr lang="en-US" smtClean="0"/>
              <a:t>21</a:t>
            </a:fld>
            <a:endParaRPr lang="en-US" dirty="0"/>
          </a:p>
        </p:txBody>
      </p:sp>
      <p:sp>
        <p:nvSpPr>
          <p:cNvPr id="5" name="Title 4">
            <a:extLst>
              <a:ext uri="{FF2B5EF4-FFF2-40B4-BE49-F238E27FC236}">
                <a16:creationId xmlns:a16="http://schemas.microsoft.com/office/drawing/2014/main" id="{8F467014-1C1D-3794-80DE-5C43425C71E8}"/>
              </a:ext>
            </a:extLst>
          </p:cNvPr>
          <p:cNvSpPr>
            <a:spLocks noGrp="1"/>
          </p:cNvSpPr>
          <p:nvPr>
            <p:ph type="title"/>
          </p:nvPr>
        </p:nvSpPr>
        <p:spPr/>
        <p:txBody>
          <a:bodyPr/>
          <a:lstStyle/>
          <a:p>
            <a:r>
              <a:rPr dirty="0"/>
              <a:t>Gradiometer </a:t>
            </a:r>
            <a:r>
              <a:rPr lang="en-US" dirty="0"/>
              <a:t>Requirements</a:t>
            </a:r>
            <a:endParaRPr dirty="0"/>
          </a:p>
        </p:txBody>
      </p:sp>
      <p:grpSp>
        <p:nvGrpSpPr>
          <p:cNvPr id="8" name="Group 7">
            <a:extLst>
              <a:ext uri="{FF2B5EF4-FFF2-40B4-BE49-F238E27FC236}">
                <a16:creationId xmlns:a16="http://schemas.microsoft.com/office/drawing/2014/main" id="{F2C40E9E-A8A3-F2BA-8678-777ED5E17A32}"/>
              </a:ext>
            </a:extLst>
          </p:cNvPr>
          <p:cNvGrpSpPr/>
          <p:nvPr/>
        </p:nvGrpSpPr>
        <p:grpSpPr>
          <a:xfrm>
            <a:off x="1790769" y="5224435"/>
            <a:ext cx="1112668" cy="483100"/>
            <a:chOff x="6585358" y="4301416"/>
            <a:chExt cx="4152039" cy="1927941"/>
          </a:xfrm>
        </p:grpSpPr>
        <p:pic>
          <p:nvPicPr>
            <p:cNvPr id="9" name="Picture 8">
              <a:extLst>
                <a:ext uri="{FF2B5EF4-FFF2-40B4-BE49-F238E27FC236}">
                  <a16:creationId xmlns:a16="http://schemas.microsoft.com/office/drawing/2014/main" id="{69AD59E5-6DAA-FD2D-DC5C-2B429FC75AF2}"/>
                </a:ext>
              </a:extLst>
            </p:cNvPr>
            <p:cNvPicPr>
              <a:picLocks noChangeAspect="1"/>
            </p:cNvPicPr>
            <p:nvPr/>
          </p:nvPicPr>
          <p:blipFill rotWithShape="1">
            <a:blip r:embed="rId2"/>
            <a:srcRect t="12977"/>
            <a:stretch/>
          </p:blipFill>
          <p:spPr>
            <a:xfrm>
              <a:off x="6585358" y="4421441"/>
              <a:ext cx="4152039" cy="1807916"/>
            </a:xfrm>
            <a:prstGeom prst="rect">
              <a:avLst/>
            </a:prstGeom>
          </p:spPr>
        </p:pic>
        <p:sp>
          <p:nvSpPr>
            <p:cNvPr id="10" name="Rectangle 9">
              <a:extLst>
                <a:ext uri="{FF2B5EF4-FFF2-40B4-BE49-F238E27FC236}">
                  <a16:creationId xmlns:a16="http://schemas.microsoft.com/office/drawing/2014/main" id="{BF55EFDE-73E5-CD62-5375-96EA21123E5A}"/>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6EC9443-12D9-BF21-DB13-EBEC7C9C0DEB}"/>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7BBBE17-4350-E32F-CBD9-D241670B7197}"/>
                </a:ext>
              </a:extLst>
            </p:cNvPr>
            <p:cNvSpPr/>
            <p:nvPr/>
          </p:nvSpPr>
          <p:spPr>
            <a:xfrm>
              <a:off x="9164043" y="4301416"/>
              <a:ext cx="856550" cy="641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FB2DC5BF-DC5C-41EF-AE10-39624A965835}"/>
              </a:ext>
            </a:extLst>
          </p:cNvPr>
          <p:cNvGrpSpPr/>
          <p:nvPr/>
        </p:nvGrpSpPr>
        <p:grpSpPr>
          <a:xfrm>
            <a:off x="6189813" y="5018190"/>
            <a:ext cx="828831" cy="309398"/>
            <a:chOff x="6079331" y="3919706"/>
            <a:chExt cx="4658066" cy="1807916"/>
          </a:xfrm>
        </p:grpSpPr>
        <p:pic>
          <p:nvPicPr>
            <p:cNvPr id="14" name="Picture 13">
              <a:extLst>
                <a:ext uri="{FF2B5EF4-FFF2-40B4-BE49-F238E27FC236}">
                  <a16:creationId xmlns:a16="http://schemas.microsoft.com/office/drawing/2014/main" id="{3CC6DC86-FE34-F98A-63BF-156149B6A5FD}"/>
                </a:ext>
              </a:extLst>
            </p:cNvPr>
            <p:cNvPicPr>
              <a:picLocks noChangeAspect="1"/>
            </p:cNvPicPr>
            <p:nvPr/>
          </p:nvPicPr>
          <p:blipFill rotWithShape="1">
            <a:blip r:embed="rId2"/>
            <a:srcRect t="12977"/>
            <a:stretch/>
          </p:blipFill>
          <p:spPr>
            <a:xfrm>
              <a:off x="6079331" y="3919706"/>
              <a:ext cx="4152039" cy="1807916"/>
            </a:xfrm>
            <a:prstGeom prst="rect">
              <a:avLst/>
            </a:prstGeom>
          </p:spPr>
        </p:pic>
        <p:sp>
          <p:nvSpPr>
            <p:cNvPr id="15" name="Rectangle 14">
              <a:extLst>
                <a:ext uri="{FF2B5EF4-FFF2-40B4-BE49-F238E27FC236}">
                  <a16:creationId xmlns:a16="http://schemas.microsoft.com/office/drawing/2014/main" id="{94C83BD5-5245-3957-249F-C07357A33BC4}"/>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C9FC8B4-F014-08B5-4C34-7DD707026913}"/>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2C6F7444-9AB9-D9ED-19BA-8DDDE2B6FC20}"/>
              </a:ext>
            </a:extLst>
          </p:cNvPr>
          <p:cNvGrpSpPr/>
          <p:nvPr/>
        </p:nvGrpSpPr>
        <p:grpSpPr>
          <a:xfrm>
            <a:off x="5053672" y="5268713"/>
            <a:ext cx="738791" cy="445271"/>
            <a:chOff x="6585358" y="4301416"/>
            <a:chExt cx="4152039" cy="1927941"/>
          </a:xfrm>
        </p:grpSpPr>
        <p:pic>
          <p:nvPicPr>
            <p:cNvPr id="19" name="Picture 18">
              <a:extLst>
                <a:ext uri="{FF2B5EF4-FFF2-40B4-BE49-F238E27FC236}">
                  <a16:creationId xmlns:a16="http://schemas.microsoft.com/office/drawing/2014/main" id="{D549DEB0-112D-5189-FE77-A957DD6DBC16}"/>
                </a:ext>
              </a:extLst>
            </p:cNvPr>
            <p:cNvPicPr>
              <a:picLocks noChangeAspect="1"/>
            </p:cNvPicPr>
            <p:nvPr/>
          </p:nvPicPr>
          <p:blipFill rotWithShape="1">
            <a:blip r:embed="rId2"/>
            <a:srcRect t="12977"/>
            <a:stretch/>
          </p:blipFill>
          <p:spPr>
            <a:xfrm>
              <a:off x="6585358" y="4421441"/>
              <a:ext cx="4152039" cy="1807916"/>
            </a:xfrm>
            <a:prstGeom prst="rect">
              <a:avLst/>
            </a:prstGeom>
          </p:spPr>
        </p:pic>
        <p:sp>
          <p:nvSpPr>
            <p:cNvPr id="20" name="Rectangle 19">
              <a:extLst>
                <a:ext uri="{FF2B5EF4-FFF2-40B4-BE49-F238E27FC236}">
                  <a16:creationId xmlns:a16="http://schemas.microsoft.com/office/drawing/2014/main" id="{6048841A-6E16-DB35-2BB4-BC6DFFBF6125}"/>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F1072558-1AED-0854-DD23-6E9579D3A59D}"/>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A705F704-7FEC-9D4C-A5E0-F0080856C4C6}"/>
                </a:ext>
              </a:extLst>
            </p:cNvPr>
            <p:cNvSpPr/>
            <p:nvPr/>
          </p:nvSpPr>
          <p:spPr>
            <a:xfrm>
              <a:off x="9164043" y="4301416"/>
              <a:ext cx="856550" cy="641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4" name="Picture 23">
            <a:extLst>
              <a:ext uri="{FF2B5EF4-FFF2-40B4-BE49-F238E27FC236}">
                <a16:creationId xmlns:a16="http://schemas.microsoft.com/office/drawing/2014/main" id="{64C241A7-1664-2EC0-9F7A-3E0CE1CFF20A}"/>
              </a:ext>
            </a:extLst>
          </p:cNvPr>
          <p:cNvPicPr>
            <a:picLocks noChangeAspect="1"/>
          </p:cNvPicPr>
          <p:nvPr/>
        </p:nvPicPr>
        <p:blipFill rotWithShape="1">
          <a:blip r:embed="rId3"/>
          <a:srcRect l="1221" t="911" r="1492"/>
          <a:stretch/>
        </p:blipFill>
        <p:spPr>
          <a:xfrm>
            <a:off x="2434428" y="4208523"/>
            <a:ext cx="938018" cy="882281"/>
          </a:xfrm>
          <a:prstGeom prst="rect">
            <a:avLst/>
          </a:prstGeom>
        </p:spPr>
      </p:pic>
      <p:cxnSp>
        <p:nvCxnSpPr>
          <p:cNvPr id="30" name="Straight Arrow Connector 29">
            <a:extLst>
              <a:ext uri="{FF2B5EF4-FFF2-40B4-BE49-F238E27FC236}">
                <a16:creationId xmlns:a16="http://schemas.microsoft.com/office/drawing/2014/main" id="{FD3876C0-62E4-9FA8-DAFF-C40FDC85BA55}"/>
              </a:ext>
            </a:extLst>
          </p:cNvPr>
          <p:cNvCxnSpPr/>
          <p:nvPr/>
        </p:nvCxnSpPr>
        <p:spPr>
          <a:xfrm flipV="1">
            <a:off x="2772757" y="5171708"/>
            <a:ext cx="523141" cy="15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F504A80-4B1F-7F5B-3AD4-786597881088}"/>
              </a:ext>
            </a:extLst>
          </p:cNvPr>
          <p:cNvCxnSpPr/>
          <p:nvPr/>
        </p:nvCxnSpPr>
        <p:spPr>
          <a:xfrm flipV="1">
            <a:off x="1665306" y="5661381"/>
            <a:ext cx="523141" cy="15245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F492185-DFE1-4656-4D50-C78574213FA1}"/>
              </a:ext>
            </a:extLst>
          </p:cNvPr>
          <p:cNvCxnSpPr/>
          <p:nvPr/>
        </p:nvCxnSpPr>
        <p:spPr>
          <a:xfrm flipV="1">
            <a:off x="6915806" y="4836460"/>
            <a:ext cx="523141" cy="15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1134A86-D7F8-14FD-3289-0E383D4C12E2}"/>
              </a:ext>
            </a:extLst>
          </p:cNvPr>
          <p:cNvSpPr txBox="1"/>
          <p:nvPr/>
        </p:nvSpPr>
        <p:spPr>
          <a:xfrm rot="19369609">
            <a:off x="2444689" y="5796554"/>
            <a:ext cx="973130" cy="369332"/>
          </a:xfrm>
          <a:prstGeom prst="rect">
            <a:avLst/>
          </a:prstGeom>
          <a:noFill/>
        </p:spPr>
        <p:txBody>
          <a:bodyPr wrap="square" rtlCol="0">
            <a:spAutoFit/>
          </a:bodyPr>
          <a:lstStyle/>
          <a:p>
            <a:r>
              <a:rPr lang="en-US" dirty="0"/>
              <a:t>1 m</a:t>
            </a:r>
          </a:p>
        </p:txBody>
      </p:sp>
      <p:cxnSp>
        <p:nvCxnSpPr>
          <p:cNvPr id="35" name="Straight Arrow Connector 34">
            <a:extLst>
              <a:ext uri="{FF2B5EF4-FFF2-40B4-BE49-F238E27FC236}">
                <a16:creationId xmlns:a16="http://schemas.microsoft.com/office/drawing/2014/main" id="{9D7779AB-74B3-3FBE-BBEE-61D79F1F76A9}"/>
              </a:ext>
            </a:extLst>
          </p:cNvPr>
          <p:cNvCxnSpPr/>
          <p:nvPr/>
        </p:nvCxnSpPr>
        <p:spPr>
          <a:xfrm flipV="1">
            <a:off x="5774417" y="5255316"/>
            <a:ext cx="523141" cy="15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ight Brace 35">
            <a:extLst>
              <a:ext uri="{FF2B5EF4-FFF2-40B4-BE49-F238E27FC236}">
                <a16:creationId xmlns:a16="http://schemas.microsoft.com/office/drawing/2014/main" id="{F62F04FF-8561-E15B-F4BD-16A96F5A80BC}"/>
              </a:ext>
            </a:extLst>
          </p:cNvPr>
          <p:cNvSpPr/>
          <p:nvPr/>
        </p:nvSpPr>
        <p:spPr>
          <a:xfrm rot="3059612">
            <a:off x="2461500" y="5767359"/>
            <a:ext cx="154774" cy="222123"/>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7" name="TextBox 36">
            <a:extLst>
              <a:ext uri="{FF2B5EF4-FFF2-40B4-BE49-F238E27FC236}">
                <a16:creationId xmlns:a16="http://schemas.microsoft.com/office/drawing/2014/main" id="{E1C96548-7AC9-7992-FBF4-5E3AAB8B2C91}"/>
              </a:ext>
            </a:extLst>
          </p:cNvPr>
          <p:cNvSpPr txBox="1"/>
          <p:nvPr/>
        </p:nvSpPr>
        <p:spPr>
          <a:xfrm rot="19708596">
            <a:off x="6337740" y="5669638"/>
            <a:ext cx="763961" cy="369332"/>
          </a:xfrm>
          <a:prstGeom prst="rect">
            <a:avLst/>
          </a:prstGeom>
          <a:noFill/>
        </p:spPr>
        <p:txBody>
          <a:bodyPr wrap="square" rtlCol="0">
            <a:spAutoFit/>
          </a:bodyPr>
          <a:lstStyle/>
          <a:p>
            <a:r>
              <a:rPr lang="en-US" dirty="0"/>
              <a:t>1 km</a:t>
            </a:r>
          </a:p>
        </p:txBody>
      </p:sp>
      <p:sp>
        <p:nvSpPr>
          <p:cNvPr id="38" name="Right Brace 37">
            <a:extLst>
              <a:ext uri="{FF2B5EF4-FFF2-40B4-BE49-F238E27FC236}">
                <a16:creationId xmlns:a16="http://schemas.microsoft.com/office/drawing/2014/main" id="{1EC56AAB-1BEF-BAC7-5496-78930F7B3DC1}"/>
              </a:ext>
            </a:extLst>
          </p:cNvPr>
          <p:cNvSpPr/>
          <p:nvPr/>
        </p:nvSpPr>
        <p:spPr>
          <a:xfrm rot="3696069">
            <a:off x="6467271" y="5326021"/>
            <a:ext cx="82723" cy="666708"/>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4" name="Picture 43">
            <a:extLst>
              <a:ext uri="{FF2B5EF4-FFF2-40B4-BE49-F238E27FC236}">
                <a16:creationId xmlns:a16="http://schemas.microsoft.com/office/drawing/2014/main" id="{552E316B-0A23-2A88-51A0-8D13326A8F4C}"/>
              </a:ext>
            </a:extLst>
          </p:cNvPr>
          <p:cNvPicPr>
            <a:picLocks noChangeAspect="1"/>
          </p:cNvPicPr>
          <p:nvPr/>
        </p:nvPicPr>
        <p:blipFill rotWithShape="1">
          <a:blip r:embed="rId3"/>
          <a:srcRect l="1221" t="911" r="1492"/>
          <a:stretch/>
        </p:blipFill>
        <p:spPr>
          <a:xfrm>
            <a:off x="6471326" y="4045197"/>
            <a:ext cx="888959" cy="836136"/>
          </a:xfrm>
          <a:prstGeom prst="rect">
            <a:avLst/>
          </a:prstGeom>
        </p:spPr>
      </p:pic>
      <p:sp>
        <p:nvSpPr>
          <p:cNvPr id="6" name="TextBox 5">
            <a:extLst>
              <a:ext uri="{FF2B5EF4-FFF2-40B4-BE49-F238E27FC236}">
                <a16:creationId xmlns:a16="http://schemas.microsoft.com/office/drawing/2014/main" id="{54EDF4E4-FFC3-EDCC-033D-EB999D786C27}"/>
              </a:ext>
            </a:extLst>
          </p:cNvPr>
          <p:cNvSpPr txBox="1"/>
          <p:nvPr/>
        </p:nvSpPr>
        <p:spPr>
          <a:xfrm>
            <a:off x="965092" y="1189907"/>
            <a:ext cx="9676660" cy="984885"/>
          </a:xfrm>
          <a:prstGeom prst="rect">
            <a:avLst/>
          </a:prstGeom>
          <a:noFill/>
        </p:spPr>
        <p:txBody>
          <a:bodyPr wrap="square" rtlCol="0">
            <a:spAutoFit/>
          </a:bodyPr>
          <a:lstStyle/>
          <a:p>
            <a:pPr marL="285750" indent="-285750">
              <a:buFont typeface="Arial" panose="020B0604020202020204" pitchFamily="34" charset="0"/>
              <a:buChar char="•"/>
            </a:pPr>
            <a:r>
              <a:rPr lang="en-US" sz="2000" dirty="0"/>
              <a:t>Want to resolve gradients of ~ 1 pT/m to measure 5% variations in ocean conductivity</a:t>
            </a:r>
          </a:p>
          <a:p>
            <a:pPr marL="285750" indent="-285750">
              <a:buFont typeface="Arial" panose="020B0604020202020204" pitchFamily="34" charset="0"/>
              <a:buChar char="•"/>
            </a:pPr>
            <a:r>
              <a:rPr lang="en-US" dirty="0"/>
              <a:t>Bandwidth:  0 to 9 mHz used to resolve 160 km surface regions shown every 140 seconds</a:t>
            </a:r>
          </a:p>
          <a:p>
            <a:pPr marL="285750" indent="-285750">
              <a:buFont typeface="Arial" panose="020B0604020202020204" pitchFamily="34" charset="0"/>
              <a:buChar char="•"/>
            </a:pPr>
            <a:r>
              <a:rPr lang="en-US" sz="2000" dirty="0"/>
              <a:t>Well within the capabilities of existing magnetometers</a:t>
            </a:r>
          </a:p>
        </p:txBody>
      </p:sp>
      <p:sp>
        <p:nvSpPr>
          <p:cNvPr id="7" name="Content Placeholder 2">
            <a:extLst>
              <a:ext uri="{FF2B5EF4-FFF2-40B4-BE49-F238E27FC236}">
                <a16:creationId xmlns:a16="http://schemas.microsoft.com/office/drawing/2014/main" id="{999C6F7F-D395-A052-DB9E-F1D8DCBEB5B3}"/>
              </a:ext>
            </a:extLst>
          </p:cNvPr>
          <p:cNvSpPr txBox="1">
            <a:spLocks/>
          </p:cNvSpPr>
          <p:nvPr/>
        </p:nvSpPr>
        <p:spPr>
          <a:xfrm>
            <a:off x="8502650" y="2324284"/>
            <a:ext cx="3361843" cy="1298969"/>
          </a:xfrm>
          <a:prstGeom prst="rect">
            <a:avLst/>
          </a:prstGeom>
        </p:spPr>
        <p:txBody>
          <a:bodyPr vert="horz" lIns="91440" tIns="45720" rIns="91440" bIns="45720" rtlCol="0">
            <a:normAutofit fontScale="92500" lnSpcReduction="10000"/>
          </a:bodyPr>
          <a:lstStyle>
            <a:lvl1pPr marL="171399" indent="-171399" algn="l" defTabSz="685594" rtl="0" eaLnBrk="1" latinLnBrk="0" hangingPunct="1">
              <a:lnSpc>
                <a:spcPct val="90000"/>
              </a:lnSpc>
              <a:spcBef>
                <a:spcPts val="750"/>
              </a:spcBef>
              <a:buFont typeface="Arial"/>
              <a:buChar char="•"/>
              <a:defRPr sz="2099" b="0" i="0" kern="1200">
                <a:solidFill>
                  <a:schemeClr val="tx1"/>
                </a:solidFill>
                <a:latin typeface="Helvetica Neue Thin" charset="0"/>
                <a:ea typeface="Helvetica Neue Thin" charset="0"/>
                <a:cs typeface="Helvetica Neue Thin" charset="0"/>
              </a:defRPr>
            </a:lvl1pPr>
            <a:lvl2pPr marL="514196" indent="-171399" algn="l" defTabSz="685594" rtl="0" eaLnBrk="1" latinLnBrk="0" hangingPunct="1">
              <a:lnSpc>
                <a:spcPct val="90000"/>
              </a:lnSpc>
              <a:spcBef>
                <a:spcPts val="375"/>
              </a:spcBef>
              <a:buFont typeface="Arial"/>
              <a:buChar char="•"/>
              <a:defRPr sz="1799" b="0" i="0" kern="1200">
                <a:solidFill>
                  <a:schemeClr val="tx1"/>
                </a:solidFill>
                <a:latin typeface="Helvetica Neue Thin" charset="0"/>
                <a:ea typeface="Helvetica Neue Thin" charset="0"/>
                <a:cs typeface="Helvetica Neue Thin" charset="0"/>
              </a:defRPr>
            </a:lvl2pPr>
            <a:lvl3pPr marL="856993" indent="-171399" algn="l" defTabSz="685594" rtl="0" eaLnBrk="1" latinLnBrk="0" hangingPunct="1">
              <a:lnSpc>
                <a:spcPct val="90000"/>
              </a:lnSpc>
              <a:spcBef>
                <a:spcPts val="375"/>
              </a:spcBef>
              <a:buFont typeface="Arial"/>
              <a:buChar char="•"/>
              <a:defRPr sz="1500" b="0" i="1" kern="1200">
                <a:solidFill>
                  <a:schemeClr val="tx1"/>
                </a:solidFill>
                <a:latin typeface="Helvetica Neue Thin" charset="0"/>
                <a:ea typeface="Helvetica Neue Thin" charset="0"/>
                <a:cs typeface="Helvetica Neue Thin" charset="0"/>
              </a:defRPr>
            </a:lvl3pPr>
            <a:lvl4pPr marL="1199790"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4pPr>
            <a:lvl5pPr marL="1542587"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5pPr>
            <a:lvl6pPr marL="1885384"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181"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0978"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3776"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r>
              <a:rPr lang="en-US" sz="1300" b="1" dirty="0"/>
              <a:t>Option 3: 10 m boom, rotating flux gates to modulate signal @ 10 Hz, above 1/f noise</a:t>
            </a:r>
          </a:p>
          <a:p>
            <a:pPr marL="0" indent="0">
              <a:buNone/>
            </a:pPr>
            <a:r>
              <a:rPr lang="en-US" sz="1200" dirty="0"/>
              <a:t>Noise requirements:</a:t>
            </a:r>
          </a:p>
          <a:p>
            <a:pPr lvl="1"/>
            <a:r>
              <a:rPr lang="en-US" sz="1200" dirty="0"/>
              <a:t>White noise &lt; 77 nT / √Hz  n/f noise </a:t>
            </a:r>
          </a:p>
          <a:p>
            <a:pPr marL="0" indent="0">
              <a:buNone/>
            </a:pPr>
            <a:r>
              <a:rPr lang="en-US" sz="1300" dirty="0">
                <a:solidFill>
                  <a:srgbClr val="00B050"/>
                </a:solidFill>
              </a:rPr>
              <a:t>Use </a:t>
            </a:r>
            <a:r>
              <a:rPr lang="en-US" sz="1300" b="1" dirty="0">
                <a:solidFill>
                  <a:srgbClr val="00B050"/>
                </a:solidFill>
              </a:rPr>
              <a:t>fluxgat</a:t>
            </a:r>
            <a:r>
              <a:rPr lang="en-US" sz="1300" dirty="0">
                <a:solidFill>
                  <a:srgbClr val="00B050"/>
                </a:solidFill>
              </a:rPr>
              <a:t>e magnetometers </a:t>
            </a:r>
          </a:p>
          <a:p>
            <a:pPr lvl="1"/>
            <a:r>
              <a:rPr lang="en-US" sz="1100" dirty="0"/>
              <a:t>White noise:  ~50 pT / √Hz  </a:t>
            </a:r>
          </a:p>
          <a:p>
            <a:pPr lvl="1"/>
            <a:endParaRPr lang="en-US" sz="1200" dirty="0"/>
          </a:p>
        </p:txBody>
      </p:sp>
      <p:grpSp>
        <p:nvGrpSpPr>
          <p:cNvPr id="17" name="Group 16">
            <a:extLst>
              <a:ext uri="{FF2B5EF4-FFF2-40B4-BE49-F238E27FC236}">
                <a16:creationId xmlns:a16="http://schemas.microsoft.com/office/drawing/2014/main" id="{325AC335-53AE-DC59-42D8-9E1B4EBA6ECE}"/>
              </a:ext>
            </a:extLst>
          </p:cNvPr>
          <p:cNvGrpSpPr/>
          <p:nvPr/>
        </p:nvGrpSpPr>
        <p:grpSpPr>
          <a:xfrm>
            <a:off x="9745724" y="4909079"/>
            <a:ext cx="828831" cy="309398"/>
            <a:chOff x="6079331" y="3919706"/>
            <a:chExt cx="4658066" cy="1807916"/>
          </a:xfrm>
        </p:grpSpPr>
        <p:pic>
          <p:nvPicPr>
            <p:cNvPr id="23" name="Picture 22">
              <a:extLst>
                <a:ext uri="{FF2B5EF4-FFF2-40B4-BE49-F238E27FC236}">
                  <a16:creationId xmlns:a16="http://schemas.microsoft.com/office/drawing/2014/main" id="{11E959A3-6082-3172-2B05-6832F11E7F99}"/>
                </a:ext>
              </a:extLst>
            </p:cNvPr>
            <p:cNvPicPr>
              <a:picLocks noChangeAspect="1"/>
            </p:cNvPicPr>
            <p:nvPr/>
          </p:nvPicPr>
          <p:blipFill rotWithShape="1">
            <a:blip r:embed="rId2"/>
            <a:srcRect t="12977"/>
            <a:stretch/>
          </p:blipFill>
          <p:spPr>
            <a:xfrm>
              <a:off x="6079331" y="3919706"/>
              <a:ext cx="4152039" cy="1807916"/>
            </a:xfrm>
            <a:prstGeom prst="rect">
              <a:avLst/>
            </a:prstGeom>
          </p:spPr>
        </p:pic>
        <p:sp>
          <p:nvSpPr>
            <p:cNvPr id="25" name="Rectangle 24">
              <a:extLst>
                <a:ext uri="{FF2B5EF4-FFF2-40B4-BE49-F238E27FC236}">
                  <a16:creationId xmlns:a16="http://schemas.microsoft.com/office/drawing/2014/main" id="{872140BA-9467-A53E-EAD9-AA221ECD351D}"/>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369DF4E7-4F84-F711-0810-B3FA816666EB}"/>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1" name="Straight Arrow Connector 40">
            <a:extLst>
              <a:ext uri="{FF2B5EF4-FFF2-40B4-BE49-F238E27FC236}">
                <a16:creationId xmlns:a16="http://schemas.microsoft.com/office/drawing/2014/main" id="{2996895A-E1E0-7396-34CC-B7259AB14918}"/>
              </a:ext>
            </a:extLst>
          </p:cNvPr>
          <p:cNvCxnSpPr/>
          <p:nvPr/>
        </p:nvCxnSpPr>
        <p:spPr>
          <a:xfrm flipV="1">
            <a:off x="10471717" y="4727349"/>
            <a:ext cx="523141" cy="15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C589F1B-EE28-20E9-FFB7-B5202A6B4D86}"/>
              </a:ext>
            </a:extLst>
          </p:cNvPr>
          <p:cNvSpPr txBox="1"/>
          <p:nvPr/>
        </p:nvSpPr>
        <p:spPr>
          <a:xfrm rot="19708596">
            <a:off x="10116369" y="5307844"/>
            <a:ext cx="763961" cy="369332"/>
          </a:xfrm>
          <a:prstGeom prst="rect">
            <a:avLst/>
          </a:prstGeom>
          <a:noFill/>
        </p:spPr>
        <p:txBody>
          <a:bodyPr wrap="square" rtlCol="0">
            <a:spAutoFit/>
          </a:bodyPr>
          <a:lstStyle/>
          <a:p>
            <a:r>
              <a:rPr lang="en-US" dirty="0"/>
              <a:t>10  m</a:t>
            </a:r>
          </a:p>
        </p:txBody>
      </p:sp>
      <p:sp>
        <p:nvSpPr>
          <p:cNvPr id="45" name="Right Brace 44">
            <a:extLst>
              <a:ext uri="{FF2B5EF4-FFF2-40B4-BE49-F238E27FC236}">
                <a16:creationId xmlns:a16="http://schemas.microsoft.com/office/drawing/2014/main" id="{C19F9AD0-0AD8-F673-F494-C786C2BD73B0}"/>
              </a:ext>
            </a:extLst>
          </p:cNvPr>
          <p:cNvSpPr/>
          <p:nvPr/>
        </p:nvSpPr>
        <p:spPr>
          <a:xfrm rot="3696069">
            <a:off x="10184395" y="5191186"/>
            <a:ext cx="63137" cy="220913"/>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6" name="Picture 45">
            <a:extLst>
              <a:ext uri="{FF2B5EF4-FFF2-40B4-BE49-F238E27FC236}">
                <a16:creationId xmlns:a16="http://schemas.microsoft.com/office/drawing/2014/main" id="{1C554CB2-C375-AC81-C24E-CA7B3C0E1265}"/>
              </a:ext>
            </a:extLst>
          </p:cNvPr>
          <p:cNvPicPr>
            <a:picLocks noChangeAspect="1"/>
          </p:cNvPicPr>
          <p:nvPr/>
        </p:nvPicPr>
        <p:blipFill rotWithShape="1">
          <a:blip r:embed="rId3"/>
          <a:srcRect l="1221" t="911" r="1492"/>
          <a:stretch/>
        </p:blipFill>
        <p:spPr>
          <a:xfrm>
            <a:off x="10027237" y="3936086"/>
            <a:ext cx="888959" cy="836136"/>
          </a:xfrm>
          <a:prstGeom prst="rect">
            <a:avLst/>
          </a:prstGeom>
        </p:spPr>
      </p:pic>
      <p:sp>
        <p:nvSpPr>
          <p:cNvPr id="47" name="TextBox 46">
            <a:extLst>
              <a:ext uri="{FF2B5EF4-FFF2-40B4-BE49-F238E27FC236}">
                <a16:creationId xmlns:a16="http://schemas.microsoft.com/office/drawing/2014/main" id="{2FC0614F-B462-691E-2767-B52F666C3397}"/>
              </a:ext>
            </a:extLst>
          </p:cNvPr>
          <p:cNvSpPr txBox="1"/>
          <p:nvPr/>
        </p:nvSpPr>
        <p:spPr>
          <a:xfrm>
            <a:off x="1076745" y="5775466"/>
            <a:ext cx="1327130" cy="369332"/>
          </a:xfrm>
          <a:prstGeom prst="rect">
            <a:avLst/>
          </a:prstGeom>
          <a:noFill/>
        </p:spPr>
        <p:txBody>
          <a:bodyPr wrap="square" rtlCol="0">
            <a:spAutoFit/>
          </a:bodyPr>
          <a:lstStyle/>
          <a:p>
            <a:r>
              <a:rPr lang="en-US" dirty="0"/>
              <a:t>SQUIDs</a:t>
            </a:r>
          </a:p>
        </p:txBody>
      </p:sp>
      <p:sp>
        <p:nvSpPr>
          <p:cNvPr id="48" name="TextBox 47">
            <a:extLst>
              <a:ext uri="{FF2B5EF4-FFF2-40B4-BE49-F238E27FC236}">
                <a16:creationId xmlns:a16="http://schemas.microsoft.com/office/drawing/2014/main" id="{526674B6-8FBD-60DE-D15C-63F16D1762E9}"/>
              </a:ext>
            </a:extLst>
          </p:cNvPr>
          <p:cNvSpPr txBox="1"/>
          <p:nvPr/>
        </p:nvSpPr>
        <p:spPr>
          <a:xfrm>
            <a:off x="4234882" y="5775985"/>
            <a:ext cx="1276360" cy="369332"/>
          </a:xfrm>
          <a:prstGeom prst="rect">
            <a:avLst/>
          </a:prstGeom>
          <a:noFill/>
        </p:spPr>
        <p:txBody>
          <a:bodyPr wrap="square" rtlCol="0">
            <a:spAutoFit/>
          </a:bodyPr>
          <a:lstStyle/>
          <a:p>
            <a:r>
              <a:rPr lang="en-US" dirty="0"/>
              <a:t>Fluxgates</a:t>
            </a:r>
          </a:p>
        </p:txBody>
      </p:sp>
      <p:cxnSp>
        <p:nvCxnSpPr>
          <p:cNvPr id="49" name="Straight Arrow Connector 48">
            <a:extLst>
              <a:ext uri="{FF2B5EF4-FFF2-40B4-BE49-F238E27FC236}">
                <a16:creationId xmlns:a16="http://schemas.microsoft.com/office/drawing/2014/main" id="{D326AF8B-4E31-2569-EDDD-ADA2B15A27BE}"/>
              </a:ext>
            </a:extLst>
          </p:cNvPr>
          <p:cNvCxnSpPr>
            <a:cxnSpLocks/>
          </p:cNvCxnSpPr>
          <p:nvPr/>
        </p:nvCxnSpPr>
        <p:spPr>
          <a:xfrm flipV="1">
            <a:off x="4873062" y="5699276"/>
            <a:ext cx="429996" cy="17966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C8B7F6BB-74FD-6A79-A01D-93D8E5FABF9F}"/>
              </a:ext>
            </a:extLst>
          </p:cNvPr>
          <p:cNvSpPr txBox="1"/>
          <p:nvPr/>
        </p:nvSpPr>
        <p:spPr>
          <a:xfrm>
            <a:off x="9272776" y="5672431"/>
            <a:ext cx="1276360" cy="646331"/>
          </a:xfrm>
          <a:prstGeom prst="rect">
            <a:avLst/>
          </a:prstGeom>
          <a:noFill/>
        </p:spPr>
        <p:txBody>
          <a:bodyPr wrap="square" rtlCol="0">
            <a:spAutoFit/>
          </a:bodyPr>
          <a:lstStyle/>
          <a:p>
            <a:r>
              <a:rPr lang="en-US" dirty="0"/>
              <a:t>Rotating </a:t>
            </a:r>
          </a:p>
          <a:p>
            <a:r>
              <a:rPr lang="en-US" dirty="0"/>
              <a:t>Fluxgates </a:t>
            </a:r>
          </a:p>
        </p:txBody>
      </p:sp>
      <p:cxnSp>
        <p:nvCxnSpPr>
          <p:cNvPr id="53" name="Straight Arrow Connector 52">
            <a:extLst>
              <a:ext uri="{FF2B5EF4-FFF2-40B4-BE49-F238E27FC236}">
                <a16:creationId xmlns:a16="http://schemas.microsoft.com/office/drawing/2014/main" id="{FFBEC2CA-2693-7CC8-EC78-C98B71E70C7B}"/>
              </a:ext>
            </a:extLst>
          </p:cNvPr>
          <p:cNvCxnSpPr>
            <a:cxnSpLocks/>
          </p:cNvCxnSpPr>
          <p:nvPr/>
        </p:nvCxnSpPr>
        <p:spPr>
          <a:xfrm flipV="1">
            <a:off x="9442685" y="5218477"/>
            <a:ext cx="543462" cy="389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161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6C61-C4C1-9F9F-67FE-DBB0FE9B26EF}"/>
              </a:ext>
            </a:extLst>
          </p:cNvPr>
          <p:cNvSpPr>
            <a:spLocks noGrp="1"/>
          </p:cNvSpPr>
          <p:nvPr>
            <p:ph type="title"/>
          </p:nvPr>
        </p:nvSpPr>
        <p:spPr/>
        <p:txBody>
          <a:bodyPr>
            <a:normAutofit/>
          </a:bodyPr>
          <a:lstStyle/>
          <a:p>
            <a:r>
              <a:rPr lang="en-US" dirty="0"/>
              <a:t>SQUID Technology</a:t>
            </a:r>
          </a:p>
        </p:txBody>
      </p:sp>
      <p:sp>
        <p:nvSpPr>
          <p:cNvPr id="3" name="Content Placeholder 2">
            <a:extLst>
              <a:ext uri="{FF2B5EF4-FFF2-40B4-BE49-F238E27FC236}">
                <a16:creationId xmlns:a16="http://schemas.microsoft.com/office/drawing/2014/main" id="{09B90550-FDF7-4ACC-AC37-6C957720AD50}"/>
              </a:ext>
            </a:extLst>
          </p:cNvPr>
          <p:cNvSpPr>
            <a:spLocks noGrp="1"/>
          </p:cNvSpPr>
          <p:nvPr>
            <p:ph idx="1"/>
          </p:nvPr>
        </p:nvSpPr>
        <p:spPr>
          <a:xfrm>
            <a:off x="211874" y="1270725"/>
            <a:ext cx="5949229" cy="5015570"/>
          </a:xfrm>
        </p:spPr>
        <p:txBody>
          <a:bodyPr>
            <a:normAutofit fontScale="92500" lnSpcReduction="20000"/>
          </a:bodyPr>
          <a:lstStyle/>
          <a:p>
            <a:r>
              <a:rPr lang="en-US" dirty="0"/>
              <a:t>Superconducting Quantum Interference Device</a:t>
            </a:r>
          </a:p>
          <a:p>
            <a:r>
              <a:rPr lang="en-US" dirty="0"/>
              <a:t>Electric current quantum-tunnels through two insulating junctions</a:t>
            </a:r>
          </a:p>
          <a:p>
            <a:r>
              <a:rPr lang="en-US" dirty="0"/>
              <a:t>Tunneling depends on quantum interference of (+) and (-) waves</a:t>
            </a:r>
          </a:p>
          <a:p>
            <a:r>
              <a:rPr dirty="0"/>
              <a:t>How the waves interfere depends on the magnetic flux in the loop area</a:t>
            </a:r>
          </a:p>
          <a:p>
            <a:pPr lvl="1"/>
            <a:r>
              <a:rPr lang="en-US" dirty="0"/>
              <a:t>Flux shifts the phase of (-) wave compared to (+) wave</a:t>
            </a:r>
          </a:p>
          <a:p>
            <a:pPr lvl="1"/>
            <a:r>
              <a:rPr lang="en-US" dirty="0"/>
              <a:t>Modulates the tunnel current</a:t>
            </a:r>
          </a:p>
          <a:p>
            <a:r>
              <a:rPr lang="en-US" dirty="0"/>
              <a:t>Extremely well calibrated: because depends on area of loop and flux quantum (h/2e)</a:t>
            </a:r>
          </a:p>
          <a:p>
            <a:r>
              <a:rPr lang="en-US" dirty="0"/>
              <a:t>S</a:t>
            </a:r>
            <a:r>
              <a:rPr dirty="0"/>
              <a:t>ensitive and very fast</a:t>
            </a:r>
          </a:p>
          <a:p>
            <a:r>
              <a:rPr dirty="0"/>
              <a:t>Our proposed implementation: High Temperature Superconductor (HTS) SQUID system</a:t>
            </a:r>
          </a:p>
          <a:p>
            <a:pPr lvl="1"/>
            <a:r>
              <a:rPr lang="en-US" dirty="0"/>
              <a:t>Demonstrated 77K sensitivity: 1000 X more sensitive than ECM Fluxgates</a:t>
            </a:r>
          </a:p>
          <a:p>
            <a:pPr lvl="1"/>
            <a:r>
              <a:rPr lang="en-US" dirty="0"/>
              <a:t>30 fT / Hz</a:t>
            </a:r>
            <a:r>
              <a:rPr lang="en-US" baseline="30000" dirty="0"/>
              <a:t>1/2</a:t>
            </a:r>
            <a:r>
              <a:rPr lang="en-US" dirty="0"/>
              <a:t> noise</a:t>
            </a:r>
          </a:p>
          <a:p>
            <a:pPr lvl="1"/>
            <a:r>
              <a:rPr dirty="0"/>
              <a:t>Much larger frequency range than other technologies (0 to tens of MHz), such as search coils</a:t>
            </a:r>
          </a:p>
          <a:p>
            <a:endParaRPr lang="en-US" dirty="0"/>
          </a:p>
        </p:txBody>
      </p:sp>
      <p:sp>
        <p:nvSpPr>
          <p:cNvPr id="4" name="Slide Number Placeholder 3">
            <a:extLst>
              <a:ext uri="{FF2B5EF4-FFF2-40B4-BE49-F238E27FC236}">
                <a16:creationId xmlns:a16="http://schemas.microsoft.com/office/drawing/2014/main" id="{4E830602-56B4-1E7D-3EE6-D738BA955462}"/>
              </a:ext>
            </a:extLst>
          </p:cNvPr>
          <p:cNvSpPr>
            <a:spLocks noGrp="1"/>
          </p:cNvSpPr>
          <p:nvPr>
            <p:ph type="sldNum" sz="quarter" idx="4"/>
          </p:nvPr>
        </p:nvSpPr>
        <p:spPr/>
        <p:txBody>
          <a:bodyPr/>
          <a:lstStyle/>
          <a:p>
            <a:fld id="{4A6E37D3-C5B8-47CF-A969-131D6B6A5E01}" type="slidenum">
              <a:rPr lang="en-US" smtClean="0"/>
              <a:t>22</a:t>
            </a:fld>
            <a:endParaRPr lang="en-US" dirty="0"/>
          </a:p>
        </p:txBody>
      </p:sp>
      <p:sp>
        <p:nvSpPr>
          <p:cNvPr id="5" name="Oval 4">
            <a:extLst>
              <a:ext uri="{FF2B5EF4-FFF2-40B4-BE49-F238E27FC236}">
                <a16:creationId xmlns:a16="http://schemas.microsoft.com/office/drawing/2014/main" id="{1D560C6C-600D-08A2-8DA5-95A043F5EC85}"/>
              </a:ext>
            </a:extLst>
          </p:cNvPr>
          <p:cNvSpPr/>
          <p:nvPr/>
        </p:nvSpPr>
        <p:spPr>
          <a:xfrm>
            <a:off x="8651289" y="2986092"/>
            <a:ext cx="1677879" cy="1544714"/>
          </a:xfrm>
          <a:prstGeom prst="ellipse">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587164C2-CC6E-5EA6-C5C9-8DBA41FBB607}"/>
              </a:ext>
            </a:extLst>
          </p:cNvPr>
          <p:cNvCxnSpPr/>
          <p:nvPr/>
        </p:nvCxnSpPr>
        <p:spPr>
          <a:xfrm>
            <a:off x="8540318" y="3685294"/>
            <a:ext cx="221942" cy="186431"/>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6D45A67-E3F7-E033-0B57-7112DD83FB0E}"/>
              </a:ext>
            </a:extLst>
          </p:cNvPr>
          <p:cNvPicPr>
            <a:picLocks noChangeAspect="1"/>
          </p:cNvPicPr>
          <p:nvPr/>
        </p:nvPicPr>
        <p:blipFill rotWithShape="1">
          <a:blip r:embed="rId2"/>
          <a:srcRect l="22442" r="12196"/>
          <a:stretch/>
        </p:blipFill>
        <p:spPr>
          <a:xfrm>
            <a:off x="8464873" y="1400887"/>
            <a:ext cx="2068498" cy="892926"/>
          </a:xfrm>
          <a:prstGeom prst="rect">
            <a:avLst/>
          </a:prstGeom>
          <a:ln>
            <a:noFill/>
          </a:ln>
        </p:spPr>
      </p:pic>
      <p:cxnSp>
        <p:nvCxnSpPr>
          <p:cNvPr id="14" name="Straight Connector 13">
            <a:extLst>
              <a:ext uri="{FF2B5EF4-FFF2-40B4-BE49-F238E27FC236}">
                <a16:creationId xmlns:a16="http://schemas.microsoft.com/office/drawing/2014/main" id="{FCBD6396-672B-2329-126A-A848A02ECA8A}"/>
              </a:ext>
            </a:extLst>
          </p:cNvPr>
          <p:cNvCxnSpPr>
            <a:cxnSpLocks/>
          </p:cNvCxnSpPr>
          <p:nvPr/>
        </p:nvCxnSpPr>
        <p:spPr>
          <a:xfrm flipV="1">
            <a:off x="8540318" y="3685294"/>
            <a:ext cx="221942" cy="17432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543D2EF8-ADD9-C339-7A38-B39D2FB7C48E}"/>
              </a:ext>
            </a:extLst>
          </p:cNvPr>
          <p:cNvPicPr>
            <a:picLocks noChangeAspect="1"/>
          </p:cNvPicPr>
          <p:nvPr/>
        </p:nvPicPr>
        <p:blipFill rotWithShape="1">
          <a:blip r:embed="rId2"/>
          <a:srcRect l="14387" r="20982"/>
          <a:stretch/>
        </p:blipFill>
        <p:spPr>
          <a:xfrm>
            <a:off x="8455978" y="5135268"/>
            <a:ext cx="2068498" cy="892926"/>
          </a:xfrm>
          <a:prstGeom prst="rect">
            <a:avLst/>
          </a:prstGeom>
        </p:spPr>
      </p:pic>
      <p:cxnSp>
        <p:nvCxnSpPr>
          <p:cNvPr id="19" name="Straight Connector 18">
            <a:extLst>
              <a:ext uri="{FF2B5EF4-FFF2-40B4-BE49-F238E27FC236}">
                <a16:creationId xmlns:a16="http://schemas.microsoft.com/office/drawing/2014/main" id="{769E4B2A-B15E-CFD4-3B4C-8396906A4B4E}"/>
              </a:ext>
            </a:extLst>
          </p:cNvPr>
          <p:cNvCxnSpPr/>
          <p:nvPr/>
        </p:nvCxnSpPr>
        <p:spPr>
          <a:xfrm>
            <a:off x="10218197" y="3664582"/>
            <a:ext cx="221942" cy="186431"/>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2356FF2-7531-E751-752C-3A09121D5956}"/>
              </a:ext>
            </a:extLst>
          </p:cNvPr>
          <p:cNvCxnSpPr>
            <a:cxnSpLocks/>
          </p:cNvCxnSpPr>
          <p:nvPr/>
        </p:nvCxnSpPr>
        <p:spPr>
          <a:xfrm flipV="1">
            <a:off x="10218197" y="3664582"/>
            <a:ext cx="221942" cy="17432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3" name="Arrow: Down 22">
            <a:extLst>
              <a:ext uri="{FF2B5EF4-FFF2-40B4-BE49-F238E27FC236}">
                <a16:creationId xmlns:a16="http://schemas.microsoft.com/office/drawing/2014/main" id="{FFB8FA4D-8055-5EC8-020B-173404ADD787}"/>
              </a:ext>
            </a:extLst>
          </p:cNvPr>
          <p:cNvSpPr/>
          <p:nvPr/>
        </p:nvSpPr>
        <p:spPr>
          <a:xfrm>
            <a:off x="9139576" y="2157810"/>
            <a:ext cx="719091" cy="524474"/>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Arrow: Down 23">
            <a:extLst>
              <a:ext uri="{FF2B5EF4-FFF2-40B4-BE49-F238E27FC236}">
                <a16:creationId xmlns:a16="http://schemas.microsoft.com/office/drawing/2014/main" id="{A9317034-FE66-99AF-6870-1F9DED4A933F}"/>
              </a:ext>
            </a:extLst>
          </p:cNvPr>
          <p:cNvSpPr/>
          <p:nvPr/>
        </p:nvSpPr>
        <p:spPr>
          <a:xfrm rot="10800000">
            <a:off x="9139575" y="4834614"/>
            <a:ext cx="719091" cy="524474"/>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935C2020-5EB1-4061-6FFC-081F93140324}"/>
              </a:ext>
            </a:extLst>
          </p:cNvPr>
          <p:cNvCxnSpPr>
            <a:cxnSpLocks/>
            <a:stCxn id="5" idx="0"/>
          </p:cNvCxnSpPr>
          <p:nvPr/>
        </p:nvCxnSpPr>
        <p:spPr>
          <a:xfrm flipV="1">
            <a:off x="9490229" y="2770447"/>
            <a:ext cx="8891" cy="215645"/>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CCE4361-9103-8761-B34A-D3E18D0F5331}"/>
              </a:ext>
            </a:extLst>
          </p:cNvPr>
          <p:cNvCxnSpPr>
            <a:cxnSpLocks/>
          </p:cNvCxnSpPr>
          <p:nvPr/>
        </p:nvCxnSpPr>
        <p:spPr>
          <a:xfrm flipV="1">
            <a:off x="9490229" y="4541891"/>
            <a:ext cx="8891" cy="215645"/>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C927ACB-8FAD-0021-36FC-774B387DCC63}"/>
              </a:ext>
            </a:extLst>
          </p:cNvPr>
          <p:cNvCxnSpPr>
            <a:cxnSpLocks/>
          </p:cNvCxnSpPr>
          <p:nvPr/>
        </p:nvCxnSpPr>
        <p:spPr>
          <a:xfrm>
            <a:off x="7803472" y="2770447"/>
            <a:ext cx="1695648" cy="0"/>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BF73C2-B734-7517-5C1E-DAD6F94D5E59}"/>
              </a:ext>
            </a:extLst>
          </p:cNvPr>
          <p:cNvCxnSpPr>
            <a:cxnSpLocks/>
          </p:cNvCxnSpPr>
          <p:nvPr/>
        </p:nvCxnSpPr>
        <p:spPr>
          <a:xfrm flipH="1">
            <a:off x="7803472" y="4730627"/>
            <a:ext cx="1686755" cy="15823"/>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F7550C-483C-5895-A567-DE0953952CEE}"/>
              </a:ext>
            </a:extLst>
          </p:cNvPr>
          <p:cNvSpPr txBox="1"/>
          <p:nvPr/>
        </p:nvSpPr>
        <p:spPr>
          <a:xfrm>
            <a:off x="7386236" y="2585781"/>
            <a:ext cx="621437" cy="369332"/>
          </a:xfrm>
          <a:prstGeom prst="rect">
            <a:avLst/>
          </a:prstGeom>
          <a:noFill/>
        </p:spPr>
        <p:txBody>
          <a:bodyPr wrap="square" rtlCol="0">
            <a:spAutoFit/>
          </a:bodyPr>
          <a:lstStyle/>
          <a:p>
            <a:r>
              <a:rPr lang="en-US" dirty="0"/>
              <a:t>(+)</a:t>
            </a:r>
          </a:p>
        </p:txBody>
      </p:sp>
      <p:sp>
        <p:nvSpPr>
          <p:cNvPr id="38" name="TextBox 37">
            <a:extLst>
              <a:ext uri="{FF2B5EF4-FFF2-40B4-BE49-F238E27FC236}">
                <a16:creationId xmlns:a16="http://schemas.microsoft.com/office/drawing/2014/main" id="{91B5ECE6-0DDA-97A5-E3E2-199F1E5AE852}"/>
              </a:ext>
            </a:extLst>
          </p:cNvPr>
          <p:cNvSpPr txBox="1"/>
          <p:nvPr/>
        </p:nvSpPr>
        <p:spPr>
          <a:xfrm>
            <a:off x="7386235" y="4514982"/>
            <a:ext cx="621437" cy="369332"/>
          </a:xfrm>
          <a:prstGeom prst="rect">
            <a:avLst/>
          </a:prstGeom>
          <a:noFill/>
        </p:spPr>
        <p:txBody>
          <a:bodyPr wrap="square" rtlCol="0">
            <a:spAutoFit/>
          </a:bodyPr>
          <a:lstStyle/>
          <a:p>
            <a:r>
              <a:rPr lang="en-US" dirty="0"/>
              <a:t>(-)</a:t>
            </a:r>
          </a:p>
        </p:txBody>
      </p:sp>
      <p:grpSp>
        <p:nvGrpSpPr>
          <p:cNvPr id="39" name="Group 38">
            <a:extLst>
              <a:ext uri="{FF2B5EF4-FFF2-40B4-BE49-F238E27FC236}">
                <a16:creationId xmlns:a16="http://schemas.microsoft.com/office/drawing/2014/main" id="{0AD5B788-8CF0-795A-D8E3-9D03F465584C}"/>
              </a:ext>
            </a:extLst>
          </p:cNvPr>
          <p:cNvGrpSpPr/>
          <p:nvPr/>
        </p:nvGrpSpPr>
        <p:grpSpPr>
          <a:xfrm rot="13261916">
            <a:off x="10265264" y="2316959"/>
            <a:ext cx="465190" cy="834062"/>
            <a:chOff x="10275808" y="1197747"/>
            <a:chExt cx="465190" cy="339684"/>
          </a:xfrm>
        </p:grpSpPr>
        <p:cxnSp>
          <p:nvCxnSpPr>
            <p:cNvPr id="40" name="Straight Arrow Connector 39">
              <a:extLst>
                <a:ext uri="{FF2B5EF4-FFF2-40B4-BE49-F238E27FC236}">
                  <a16:creationId xmlns:a16="http://schemas.microsoft.com/office/drawing/2014/main" id="{CEC458E9-D34A-C10C-1A48-3E839585D699}"/>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EB1AE28-0966-7B0E-0763-5107DC64313A}"/>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EBBDAAF-F9E4-7075-AE55-1AEB6B1880C7}"/>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A7DD8633-94C6-281B-2200-838E576A2390}"/>
              </a:ext>
            </a:extLst>
          </p:cNvPr>
          <p:cNvSpPr txBox="1"/>
          <p:nvPr/>
        </p:nvSpPr>
        <p:spPr>
          <a:xfrm>
            <a:off x="10666550" y="2895881"/>
            <a:ext cx="1282577" cy="923330"/>
          </a:xfrm>
          <a:prstGeom prst="rect">
            <a:avLst/>
          </a:prstGeom>
          <a:noFill/>
        </p:spPr>
        <p:txBody>
          <a:bodyPr wrap="square" rtlCol="0">
            <a:spAutoFit/>
          </a:bodyPr>
          <a:lstStyle/>
          <a:p>
            <a:r>
              <a:rPr lang="en-US" dirty="0"/>
              <a:t>Magnetic Flux into loop</a:t>
            </a:r>
          </a:p>
        </p:txBody>
      </p:sp>
      <p:cxnSp>
        <p:nvCxnSpPr>
          <p:cNvPr id="45" name="Straight Arrow Connector 44">
            <a:extLst>
              <a:ext uri="{FF2B5EF4-FFF2-40B4-BE49-F238E27FC236}">
                <a16:creationId xmlns:a16="http://schemas.microsoft.com/office/drawing/2014/main" id="{A67806E5-AE46-3315-D800-7702B4E28AC8}"/>
              </a:ext>
            </a:extLst>
          </p:cNvPr>
          <p:cNvCxnSpPr>
            <a:cxnSpLocks/>
          </p:cNvCxnSpPr>
          <p:nvPr/>
        </p:nvCxnSpPr>
        <p:spPr>
          <a:xfrm>
            <a:off x="8540318" y="5921406"/>
            <a:ext cx="1908699" cy="0"/>
          </a:xfrm>
          <a:prstGeom prst="straightConnector1">
            <a:avLst/>
          </a:prstGeom>
          <a:ln>
            <a:solidFill>
              <a:schemeClr val="tx1">
                <a:lumMod val="95000"/>
                <a:lumOff val="5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4AEE71D-2EDB-E97C-876C-0A18DD2D0011}"/>
              </a:ext>
            </a:extLst>
          </p:cNvPr>
          <p:cNvSpPr txBox="1"/>
          <p:nvPr/>
        </p:nvSpPr>
        <p:spPr>
          <a:xfrm>
            <a:off x="7386235" y="5941452"/>
            <a:ext cx="4325738" cy="369332"/>
          </a:xfrm>
          <a:prstGeom prst="rect">
            <a:avLst/>
          </a:prstGeom>
          <a:noFill/>
        </p:spPr>
        <p:txBody>
          <a:bodyPr wrap="square" rtlCol="0">
            <a:spAutoFit/>
          </a:bodyPr>
          <a:lstStyle/>
          <a:p>
            <a:r>
              <a:rPr lang="en-US" dirty="0"/>
              <a:t>Phase shifts depend on magnetic flux</a:t>
            </a:r>
          </a:p>
        </p:txBody>
      </p:sp>
      <p:sp>
        <p:nvSpPr>
          <p:cNvPr id="6" name="TextBox 5">
            <a:extLst>
              <a:ext uri="{FF2B5EF4-FFF2-40B4-BE49-F238E27FC236}">
                <a16:creationId xmlns:a16="http://schemas.microsoft.com/office/drawing/2014/main" id="{974FB03E-3B54-D043-9BF7-7BC0BAD6480B}"/>
              </a:ext>
            </a:extLst>
          </p:cNvPr>
          <p:cNvSpPr txBox="1"/>
          <p:nvPr/>
        </p:nvSpPr>
        <p:spPr>
          <a:xfrm>
            <a:off x="7497003" y="1276979"/>
            <a:ext cx="3719726" cy="369332"/>
          </a:xfrm>
          <a:prstGeom prst="rect">
            <a:avLst/>
          </a:prstGeom>
          <a:noFill/>
        </p:spPr>
        <p:txBody>
          <a:bodyPr wrap="square" rtlCol="0">
            <a:spAutoFit/>
          </a:bodyPr>
          <a:lstStyle/>
          <a:p>
            <a:r>
              <a:rPr lang="en-US" dirty="0"/>
              <a:t>Wave of superconducting electrons</a:t>
            </a:r>
          </a:p>
        </p:txBody>
      </p:sp>
      <p:sp>
        <p:nvSpPr>
          <p:cNvPr id="9" name="TextBox 8">
            <a:extLst>
              <a:ext uri="{FF2B5EF4-FFF2-40B4-BE49-F238E27FC236}">
                <a16:creationId xmlns:a16="http://schemas.microsoft.com/office/drawing/2014/main" id="{656B47E9-7065-3C89-CA66-F3025D5E4BA2}"/>
              </a:ext>
            </a:extLst>
          </p:cNvPr>
          <p:cNvSpPr txBox="1"/>
          <p:nvPr/>
        </p:nvSpPr>
        <p:spPr>
          <a:xfrm>
            <a:off x="7523650" y="1695961"/>
            <a:ext cx="1411345" cy="369332"/>
          </a:xfrm>
          <a:prstGeom prst="rect">
            <a:avLst/>
          </a:prstGeom>
          <a:noFill/>
        </p:spPr>
        <p:txBody>
          <a:bodyPr wrap="square">
            <a:spAutoFit/>
          </a:bodyPr>
          <a:lstStyle/>
          <a:p>
            <a:r>
              <a:rPr dirty="0"/>
              <a:t>Wave (+)</a:t>
            </a:r>
          </a:p>
        </p:txBody>
      </p:sp>
      <p:sp>
        <p:nvSpPr>
          <p:cNvPr id="10" name="TextBox 9">
            <a:extLst>
              <a:ext uri="{FF2B5EF4-FFF2-40B4-BE49-F238E27FC236}">
                <a16:creationId xmlns:a16="http://schemas.microsoft.com/office/drawing/2014/main" id="{0F78FD92-EDB6-AF0C-6BCD-17324663FAB9}"/>
              </a:ext>
            </a:extLst>
          </p:cNvPr>
          <p:cNvSpPr txBox="1"/>
          <p:nvPr/>
        </p:nvSpPr>
        <p:spPr>
          <a:xfrm>
            <a:off x="7386235" y="5396355"/>
            <a:ext cx="1411345" cy="369332"/>
          </a:xfrm>
          <a:prstGeom prst="rect">
            <a:avLst/>
          </a:prstGeom>
          <a:noFill/>
        </p:spPr>
        <p:txBody>
          <a:bodyPr wrap="square">
            <a:spAutoFit/>
          </a:bodyPr>
          <a:lstStyle/>
          <a:p>
            <a:r>
              <a:rPr dirty="0"/>
              <a:t>Wave (-)</a:t>
            </a:r>
          </a:p>
        </p:txBody>
      </p:sp>
      <p:cxnSp>
        <p:nvCxnSpPr>
          <p:cNvPr id="12" name="Straight Arrow Connector 11">
            <a:extLst>
              <a:ext uri="{FF2B5EF4-FFF2-40B4-BE49-F238E27FC236}">
                <a16:creationId xmlns:a16="http://schemas.microsoft.com/office/drawing/2014/main" id="{34007CD6-838D-8CC4-0C4A-2FFDF1422053}"/>
              </a:ext>
            </a:extLst>
          </p:cNvPr>
          <p:cNvCxnSpPr>
            <a:cxnSpLocks/>
          </p:cNvCxnSpPr>
          <p:nvPr/>
        </p:nvCxnSpPr>
        <p:spPr>
          <a:xfrm>
            <a:off x="8464873" y="3543114"/>
            <a:ext cx="0" cy="41726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890148-91AA-7FD4-7FD2-0A750A5C1ECF}"/>
              </a:ext>
            </a:extLst>
          </p:cNvPr>
          <p:cNvSpPr txBox="1"/>
          <p:nvPr/>
        </p:nvSpPr>
        <p:spPr>
          <a:xfrm>
            <a:off x="6769271" y="3283650"/>
            <a:ext cx="1620158" cy="954107"/>
          </a:xfrm>
          <a:prstGeom prst="rect">
            <a:avLst/>
          </a:prstGeom>
          <a:noFill/>
        </p:spPr>
        <p:txBody>
          <a:bodyPr wrap="square" rtlCol="0">
            <a:spAutoFit/>
          </a:bodyPr>
          <a:lstStyle/>
          <a:p>
            <a:r>
              <a:rPr lang="en-US" sz="1400" dirty="0"/>
              <a:t>Josephson Junctions: thin layers of insulator which block current</a:t>
            </a:r>
            <a:endParaRPr lang="en-US" dirty="0"/>
          </a:p>
        </p:txBody>
      </p:sp>
      <p:cxnSp>
        <p:nvCxnSpPr>
          <p:cNvPr id="22" name="Straight Arrow Connector 21">
            <a:extLst>
              <a:ext uri="{FF2B5EF4-FFF2-40B4-BE49-F238E27FC236}">
                <a16:creationId xmlns:a16="http://schemas.microsoft.com/office/drawing/2014/main" id="{1EF64660-55D7-751E-198D-945084DE65C9}"/>
              </a:ext>
            </a:extLst>
          </p:cNvPr>
          <p:cNvCxnSpPr>
            <a:cxnSpLocks/>
          </p:cNvCxnSpPr>
          <p:nvPr/>
        </p:nvCxnSpPr>
        <p:spPr>
          <a:xfrm>
            <a:off x="7852210" y="2673074"/>
            <a:ext cx="425850"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8E5392D-96CE-2274-F05D-498CE61EE465}"/>
              </a:ext>
            </a:extLst>
          </p:cNvPr>
          <p:cNvCxnSpPr>
            <a:cxnSpLocks/>
          </p:cNvCxnSpPr>
          <p:nvPr/>
        </p:nvCxnSpPr>
        <p:spPr>
          <a:xfrm>
            <a:off x="10093604" y="3595133"/>
            <a:ext cx="0" cy="41726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F41AD4F-189A-E6CE-A362-3A471DCCFCF8}"/>
              </a:ext>
            </a:extLst>
          </p:cNvPr>
          <p:cNvCxnSpPr>
            <a:cxnSpLocks/>
          </p:cNvCxnSpPr>
          <p:nvPr/>
        </p:nvCxnSpPr>
        <p:spPr>
          <a:xfrm flipH="1">
            <a:off x="7878634" y="4649713"/>
            <a:ext cx="426545"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48BE4AD-B21F-F2D3-161C-8063F240C7A2}"/>
              </a:ext>
            </a:extLst>
          </p:cNvPr>
          <p:cNvSpPr txBox="1"/>
          <p:nvPr/>
        </p:nvSpPr>
        <p:spPr>
          <a:xfrm>
            <a:off x="7648096" y="4333747"/>
            <a:ext cx="1367250" cy="369332"/>
          </a:xfrm>
          <a:prstGeom prst="rect">
            <a:avLst/>
          </a:prstGeom>
          <a:noFill/>
        </p:spPr>
        <p:txBody>
          <a:bodyPr wrap="square" rtlCol="0">
            <a:spAutoFit/>
          </a:bodyPr>
          <a:lstStyle/>
          <a:p>
            <a:r>
              <a:rPr lang="en-US" dirty="0"/>
              <a:t>Current</a:t>
            </a:r>
          </a:p>
        </p:txBody>
      </p:sp>
    </p:spTree>
    <p:extLst>
      <p:ext uri="{BB962C8B-B14F-4D97-AF65-F5344CB8AC3E}">
        <p14:creationId xmlns:p14="http://schemas.microsoft.com/office/powerpoint/2010/main" val="1613052629"/>
      </p:ext>
    </p:extLst>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14B247C-94EB-4ED1-B08D-66CEF78CE9AA}"/>
              </a:ext>
            </a:extLst>
          </p:cNvPr>
          <p:cNvGrpSpPr/>
          <p:nvPr/>
        </p:nvGrpSpPr>
        <p:grpSpPr>
          <a:xfrm>
            <a:off x="6096000" y="4318758"/>
            <a:ext cx="4152039" cy="1927941"/>
            <a:chOff x="6585358" y="4301416"/>
            <a:chExt cx="4152039" cy="1927941"/>
          </a:xfrm>
        </p:grpSpPr>
        <p:pic>
          <p:nvPicPr>
            <p:cNvPr id="9" name="Picture 8">
              <a:extLst>
                <a:ext uri="{FF2B5EF4-FFF2-40B4-BE49-F238E27FC236}">
                  <a16:creationId xmlns:a16="http://schemas.microsoft.com/office/drawing/2014/main" id="{CDAAA978-9D45-C14C-A94F-ED868F564B7F}"/>
                </a:ext>
              </a:extLst>
            </p:cNvPr>
            <p:cNvPicPr>
              <a:picLocks noChangeAspect="1"/>
            </p:cNvPicPr>
            <p:nvPr/>
          </p:nvPicPr>
          <p:blipFill rotWithShape="1">
            <a:blip r:embed="rId2"/>
            <a:srcRect t="12977"/>
            <a:stretch/>
          </p:blipFill>
          <p:spPr>
            <a:xfrm>
              <a:off x="6585358" y="4421441"/>
              <a:ext cx="4152039" cy="1807916"/>
            </a:xfrm>
            <a:prstGeom prst="rect">
              <a:avLst/>
            </a:prstGeom>
          </p:spPr>
        </p:pic>
        <p:sp>
          <p:nvSpPr>
            <p:cNvPr id="14" name="Rectangle 13">
              <a:extLst>
                <a:ext uri="{FF2B5EF4-FFF2-40B4-BE49-F238E27FC236}">
                  <a16:creationId xmlns:a16="http://schemas.microsoft.com/office/drawing/2014/main" id="{BAABAB11-174E-CAE3-FCAD-4F37F9C7F5EB}"/>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4E31041-3B31-C457-59DD-A9315627B8C5}"/>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F2AB3FD-30EA-A22E-9C8E-56FCA6C5F5DD}"/>
                </a:ext>
              </a:extLst>
            </p:cNvPr>
            <p:cNvSpPr/>
            <p:nvPr/>
          </p:nvSpPr>
          <p:spPr>
            <a:xfrm>
              <a:off x="9164043" y="4301416"/>
              <a:ext cx="856550" cy="641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9B4EA327-781F-4B31-9584-6AFF43184D24}"/>
              </a:ext>
            </a:extLst>
          </p:cNvPr>
          <p:cNvSpPr>
            <a:spLocks noGrp="1"/>
          </p:cNvSpPr>
          <p:nvPr>
            <p:ph type="title"/>
          </p:nvPr>
        </p:nvSpPr>
        <p:spPr/>
        <p:txBody>
          <a:bodyPr/>
          <a:lstStyle/>
          <a:p>
            <a:r>
              <a:rPr lang="en-US" dirty="0"/>
              <a:t>Implementation on a spacecraft</a:t>
            </a:r>
          </a:p>
        </p:txBody>
      </p:sp>
      <p:sp>
        <p:nvSpPr>
          <p:cNvPr id="3" name="Content Placeholder 2">
            <a:extLst>
              <a:ext uri="{FF2B5EF4-FFF2-40B4-BE49-F238E27FC236}">
                <a16:creationId xmlns:a16="http://schemas.microsoft.com/office/drawing/2014/main" id="{D5AD252D-235B-4826-A63D-60C95CAD5BCE}"/>
              </a:ext>
            </a:extLst>
          </p:cNvPr>
          <p:cNvSpPr>
            <a:spLocks noGrp="1"/>
          </p:cNvSpPr>
          <p:nvPr>
            <p:ph idx="1"/>
          </p:nvPr>
        </p:nvSpPr>
        <p:spPr>
          <a:xfrm>
            <a:off x="211875" y="1270725"/>
            <a:ext cx="3974690" cy="5015570"/>
          </a:xfrm>
        </p:spPr>
        <p:txBody>
          <a:bodyPr>
            <a:normAutofit/>
          </a:bodyPr>
          <a:lstStyle/>
          <a:p>
            <a:r>
              <a:rPr lang="en-US" b="1" dirty="0"/>
              <a:t>Couple SQUIDs with appropriate input coils are smaller than ~1mm</a:t>
            </a:r>
          </a:p>
          <a:p>
            <a:r>
              <a:rPr lang="en-US" b="1" dirty="0"/>
              <a:t>Wrap one in a 4 cm-scale XYZ package to measure the magnetic field vector in three dimensions</a:t>
            </a:r>
          </a:p>
          <a:p>
            <a:r>
              <a:rPr lang="en-US" b="1" dirty="0"/>
              <a:t>Mount multiple XYZ packages on a spacecraft boom</a:t>
            </a:r>
          </a:p>
          <a:p>
            <a:r>
              <a:rPr dirty="0"/>
              <a:t>Electronic readout</a:t>
            </a:r>
            <a:endParaRPr lang="en-US" dirty="0"/>
          </a:p>
          <a:p>
            <a:pPr marL="0" indent="0">
              <a:buNone/>
            </a:pPr>
            <a:endParaRPr lang="en-US" dirty="0"/>
          </a:p>
          <a:p>
            <a:pPr marL="342797" lvl="1" indent="0">
              <a:buNone/>
            </a:pPr>
            <a:endParaRPr lang="en-US" dirty="0"/>
          </a:p>
          <a:p>
            <a:pPr marL="342797" lvl="1" indent="0">
              <a:buNone/>
            </a:pPr>
            <a:endParaRPr lang="en-US" dirty="0"/>
          </a:p>
          <a:p>
            <a:pPr marL="342797" lvl="1" indent="0">
              <a:buNone/>
            </a:pPr>
            <a:endParaRPr lang="en-US" dirty="0"/>
          </a:p>
          <a:p>
            <a:endParaRPr lang="en-US" dirty="0"/>
          </a:p>
        </p:txBody>
      </p:sp>
      <p:sp>
        <p:nvSpPr>
          <p:cNvPr id="4" name="Slide Number Placeholder 3">
            <a:extLst>
              <a:ext uri="{FF2B5EF4-FFF2-40B4-BE49-F238E27FC236}">
                <a16:creationId xmlns:a16="http://schemas.microsoft.com/office/drawing/2014/main" id="{40659418-D483-4B2E-959E-FBF7FB1416E2}"/>
              </a:ext>
            </a:extLst>
          </p:cNvPr>
          <p:cNvSpPr>
            <a:spLocks noGrp="1"/>
          </p:cNvSpPr>
          <p:nvPr>
            <p:ph type="sldNum" sz="quarter" idx="4"/>
          </p:nvPr>
        </p:nvSpPr>
        <p:spPr/>
        <p:txBody>
          <a:bodyPr/>
          <a:lstStyle/>
          <a:p>
            <a:fld id="{4A6E37D3-C5B8-47CF-A969-131D6B6A5E01}" type="slidenum">
              <a:rPr lang="en-US" smtClean="0"/>
              <a:t>23</a:t>
            </a:fld>
            <a:endParaRPr lang="en-US" dirty="0"/>
          </a:p>
        </p:txBody>
      </p:sp>
      <p:pic>
        <p:nvPicPr>
          <p:cNvPr id="5" name="Picture 4">
            <a:extLst>
              <a:ext uri="{FF2B5EF4-FFF2-40B4-BE49-F238E27FC236}">
                <a16:creationId xmlns:a16="http://schemas.microsoft.com/office/drawing/2014/main" id="{3937BF37-B579-4111-B244-955110F0B485}"/>
              </a:ext>
            </a:extLst>
          </p:cNvPr>
          <p:cNvPicPr>
            <a:picLocks noChangeAspect="1"/>
          </p:cNvPicPr>
          <p:nvPr/>
        </p:nvPicPr>
        <p:blipFill>
          <a:blip r:embed="rId3"/>
          <a:stretch>
            <a:fillRect/>
          </a:stretch>
        </p:blipFill>
        <p:spPr>
          <a:xfrm>
            <a:off x="6581028" y="1163358"/>
            <a:ext cx="1922774" cy="1449476"/>
          </a:xfrm>
          <a:prstGeom prst="rect">
            <a:avLst/>
          </a:prstGeom>
        </p:spPr>
      </p:pic>
      <p:sp>
        <p:nvSpPr>
          <p:cNvPr id="7" name="Rectangle 6">
            <a:extLst>
              <a:ext uri="{FF2B5EF4-FFF2-40B4-BE49-F238E27FC236}">
                <a16:creationId xmlns:a16="http://schemas.microsoft.com/office/drawing/2014/main" id="{ABE22098-3B05-4179-A1C9-A9EC53EB3F8F}"/>
              </a:ext>
            </a:extLst>
          </p:cNvPr>
          <p:cNvSpPr/>
          <p:nvPr/>
        </p:nvSpPr>
        <p:spPr>
          <a:xfrm>
            <a:off x="6177042" y="2591065"/>
            <a:ext cx="2394463" cy="523220"/>
          </a:xfrm>
          <a:prstGeom prst="rect">
            <a:avLst/>
          </a:prstGeom>
        </p:spPr>
        <p:txBody>
          <a:bodyPr wrap="square">
            <a:spAutoFit/>
          </a:bodyPr>
          <a:lstStyle/>
          <a:p>
            <a:r>
              <a:rPr lang="en-US" sz="1400" dirty="0"/>
              <a:t>Low noise HTS SQUID</a:t>
            </a:r>
          </a:p>
          <a:p>
            <a:r>
              <a:rPr lang="en-US" sz="1400" dirty="0"/>
              <a:t>(&lt;1 mm)</a:t>
            </a:r>
          </a:p>
        </p:txBody>
      </p:sp>
      <p:pic>
        <p:nvPicPr>
          <p:cNvPr id="10" name="Picture 9">
            <a:extLst>
              <a:ext uri="{FF2B5EF4-FFF2-40B4-BE49-F238E27FC236}">
                <a16:creationId xmlns:a16="http://schemas.microsoft.com/office/drawing/2014/main" id="{00EA524F-6D81-47D0-BEB2-B9402CAAC835}"/>
              </a:ext>
            </a:extLst>
          </p:cNvPr>
          <p:cNvPicPr>
            <a:picLocks noChangeAspect="1"/>
          </p:cNvPicPr>
          <p:nvPr/>
        </p:nvPicPr>
        <p:blipFill>
          <a:blip r:embed="rId4"/>
          <a:stretch>
            <a:fillRect/>
          </a:stretch>
        </p:blipFill>
        <p:spPr>
          <a:xfrm>
            <a:off x="9316505" y="1181820"/>
            <a:ext cx="2373839" cy="1834330"/>
          </a:xfrm>
          <a:prstGeom prst="rect">
            <a:avLst/>
          </a:prstGeom>
        </p:spPr>
      </p:pic>
      <p:cxnSp>
        <p:nvCxnSpPr>
          <p:cNvPr id="11" name="Straight Arrow Connector 10">
            <a:extLst>
              <a:ext uri="{FF2B5EF4-FFF2-40B4-BE49-F238E27FC236}">
                <a16:creationId xmlns:a16="http://schemas.microsoft.com/office/drawing/2014/main" id="{C74BCF70-C1F5-4FEE-826E-3405666A0043}"/>
              </a:ext>
            </a:extLst>
          </p:cNvPr>
          <p:cNvCxnSpPr>
            <a:cxnSpLocks/>
          </p:cNvCxnSpPr>
          <p:nvPr/>
        </p:nvCxnSpPr>
        <p:spPr>
          <a:xfrm>
            <a:off x="8358464" y="1806281"/>
            <a:ext cx="1611159" cy="250232"/>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73054B7-AC82-4F2B-B7E0-39FEE3A8A052}"/>
              </a:ext>
            </a:extLst>
          </p:cNvPr>
          <p:cNvSpPr/>
          <p:nvPr/>
        </p:nvSpPr>
        <p:spPr>
          <a:xfrm>
            <a:off x="9532309" y="2887744"/>
            <a:ext cx="2394463" cy="1169551"/>
          </a:xfrm>
          <a:prstGeom prst="rect">
            <a:avLst/>
          </a:prstGeom>
        </p:spPr>
        <p:txBody>
          <a:bodyPr wrap="square">
            <a:spAutoFit/>
          </a:bodyPr>
          <a:lstStyle/>
          <a:p>
            <a:r>
              <a:rPr lang="en-US" sz="1400" dirty="0"/>
              <a:t>Package of 3 for X, Y, Z components, with input coils , shielding etc. (~4 cm x 4cm x 4 cm)</a:t>
            </a:r>
          </a:p>
          <a:p>
            <a:endParaRPr lang="en-US" sz="1400" dirty="0"/>
          </a:p>
        </p:txBody>
      </p:sp>
      <p:cxnSp>
        <p:nvCxnSpPr>
          <p:cNvPr id="13" name="Straight Arrow Connector 12">
            <a:extLst>
              <a:ext uri="{FF2B5EF4-FFF2-40B4-BE49-F238E27FC236}">
                <a16:creationId xmlns:a16="http://schemas.microsoft.com/office/drawing/2014/main" id="{63A346B7-BC31-4B70-8A3C-56A8BC8097FA}"/>
              </a:ext>
            </a:extLst>
          </p:cNvPr>
          <p:cNvCxnSpPr>
            <a:cxnSpLocks/>
          </p:cNvCxnSpPr>
          <p:nvPr/>
        </p:nvCxnSpPr>
        <p:spPr>
          <a:xfrm flipH="1">
            <a:off x="7936637" y="2894341"/>
            <a:ext cx="1595672" cy="2868878"/>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926330"/>
      </p:ext>
    </p:extLst>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88987-1E97-359E-4A87-E8732551DBA8}"/>
              </a:ext>
            </a:extLst>
          </p:cNvPr>
          <p:cNvSpPr>
            <a:spLocks noGrp="1"/>
          </p:cNvSpPr>
          <p:nvPr>
            <p:ph type="title"/>
          </p:nvPr>
        </p:nvSpPr>
        <p:spPr/>
        <p:txBody>
          <a:bodyPr/>
          <a:lstStyle/>
          <a:p>
            <a:r>
              <a:rPr lang="en-US" dirty="0"/>
              <a:t>Fluxgate Technology</a:t>
            </a:r>
          </a:p>
        </p:txBody>
      </p:sp>
      <p:sp>
        <p:nvSpPr>
          <p:cNvPr id="4" name="Slide Number Placeholder 3">
            <a:extLst>
              <a:ext uri="{FF2B5EF4-FFF2-40B4-BE49-F238E27FC236}">
                <a16:creationId xmlns:a16="http://schemas.microsoft.com/office/drawing/2014/main" id="{86FE46AE-33BB-EB20-6762-2EDD68E016C4}"/>
              </a:ext>
            </a:extLst>
          </p:cNvPr>
          <p:cNvSpPr>
            <a:spLocks noGrp="1"/>
          </p:cNvSpPr>
          <p:nvPr>
            <p:ph type="sldNum" sz="quarter" idx="4"/>
          </p:nvPr>
        </p:nvSpPr>
        <p:spPr/>
        <p:txBody>
          <a:bodyPr/>
          <a:lstStyle/>
          <a:p>
            <a:fld id="{4A6E37D3-C5B8-47CF-A969-131D6B6A5E01}" type="slidenum">
              <a:rPr lang="en-US" smtClean="0"/>
              <a:t>24</a:t>
            </a:fld>
            <a:endParaRPr lang="en-US" dirty="0"/>
          </a:p>
        </p:txBody>
      </p:sp>
      <p:grpSp>
        <p:nvGrpSpPr>
          <p:cNvPr id="139" name="Group 138">
            <a:extLst>
              <a:ext uri="{FF2B5EF4-FFF2-40B4-BE49-F238E27FC236}">
                <a16:creationId xmlns:a16="http://schemas.microsoft.com/office/drawing/2014/main" id="{6F1B387A-DBB4-923D-78F0-7508183A3E51}"/>
              </a:ext>
            </a:extLst>
          </p:cNvPr>
          <p:cNvGrpSpPr/>
          <p:nvPr/>
        </p:nvGrpSpPr>
        <p:grpSpPr>
          <a:xfrm>
            <a:off x="4690354" y="1768987"/>
            <a:ext cx="3587948" cy="3240360"/>
            <a:chOff x="673188" y="2076932"/>
            <a:chExt cx="3456803" cy="3865658"/>
          </a:xfrm>
        </p:grpSpPr>
        <p:pic>
          <p:nvPicPr>
            <p:cNvPr id="5" name="Picture 4">
              <a:extLst>
                <a:ext uri="{FF2B5EF4-FFF2-40B4-BE49-F238E27FC236}">
                  <a16:creationId xmlns:a16="http://schemas.microsoft.com/office/drawing/2014/main" id="{AC40DEF1-70E6-E76D-5346-AD0C4E42F0F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73188" y="2076932"/>
              <a:ext cx="3456803" cy="2379990"/>
            </a:xfrm>
            <a:prstGeom prst="rect">
              <a:avLst/>
            </a:prstGeom>
          </p:spPr>
        </p:pic>
        <p:pic>
          <p:nvPicPr>
            <p:cNvPr id="6" name="Picture 5">
              <a:extLst>
                <a:ext uri="{FF2B5EF4-FFF2-40B4-BE49-F238E27FC236}">
                  <a16:creationId xmlns:a16="http://schemas.microsoft.com/office/drawing/2014/main" id="{828FEEA7-B56B-7C5F-3C0F-D0845EDD58A9}"/>
                </a:ext>
              </a:extLst>
            </p:cNvPr>
            <p:cNvPicPr>
              <a:picLocks noChangeAspect="1"/>
            </p:cNvPicPr>
            <p:nvPr/>
          </p:nvPicPr>
          <p:blipFill rotWithShape="1">
            <a:blip r:embed="rId3"/>
            <a:srcRect l="18234" r="9502"/>
            <a:stretch/>
          </p:blipFill>
          <p:spPr>
            <a:xfrm>
              <a:off x="792930" y="4229766"/>
              <a:ext cx="1786552" cy="1637905"/>
            </a:xfrm>
            <a:prstGeom prst="rect">
              <a:avLst/>
            </a:prstGeom>
          </p:spPr>
        </p:pic>
        <p:cxnSp>
          <p:nvCxnSpPr>
            <p:cNvPr id="11" name="Straight Connector 10">
              <a:extLst>
                <a:ext uri="{FF2B5EF4-FFF2-40B4-BE49-F238E27FC236}">
                  <a16:creationId xmlns:a16="http://schemas.microsoft.com/office/drawing/2014/main" id="{A1DBF0BA-9573-C70B-EAD6-96F7986927C1}"/>
                </a:ext>
              </a:extLst>
            </p:cNvPr>
            <p:cNvCxnSpPr>
              <a:cxnSpLocks/>
            </p:cNvCxnSpPr>
            <p:nvPr/>
          </p:nvCxnSpPr>
          <p:spPr>
            <a:xfrm flipV="1">
              <a:off x="2191282" y="4104029"/>
              <a:ext cx="815059" cy="470779"/>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EFC6146-887C-E3DE-C54A-07078BECB5DC}"/>
                </a:ext>
              </a:extLst>
            </p:cNvPr>
            <p:cNvCxnSpPr>
              <a:cxnSpLocks/>
            </p:cNvCxnSpPr>
            <p:nvPr/>
          </p:nvCxnSpPr>
          <p:spPr>
            <a:xfrm flipV="1">
              <a:off x="2154521" y="4248225"/>
              <a:ext cx="1307491" cy="413578"/>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B6E1486-3857-92E9-5988-C2F5B6198E76}"/>
                </a:ext>
              </a:extLst>
            </p:cNvPr>
            <p:cNvCxnSpPr>
              <a:cxnSpLocks/>
            </p:cNvCxnSpPr>
            <p:nvPr/>
          </p:nvCxnSpPr>
          <p:spPr>
            <a:xfrm flipV="1">
              <a:off x="2213713" y="4455014"/>
              <a:ext cx="1683584" cy="321191"/>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13B6336-2063-454C-F09B-54B3FCE3BC00}"/>
                </a:ext>
              </a:extLst>
            </p:cNvPr>
            <p:cNvSpPr txBox="1"/>
            <p:nvPr/>
          </p:nvSpPr>
          <p:spPr>
            <a:xfrm>
              <a:off x="810723" y="5573258"/>
              <a:ext cx="1945505" cy="369332"/>
            </a:xfrm>
            <a:prstGeom prst="rect">
              <a:avLst/>
            </a:prstGeom>
            <a:noFill/>
          </p:spPr>
          <p:txBody>
            <a:bodyPr wrap="square" rtlCol="0">
              <a:spAutoFit/>
            </a:bodyPr>
            <a:lstStyle/>
            <a:p>
              <a:r>
                <a:rPr lang="en-US" dirty="0"/>
                <a:t>ECM sensors</a:t>
              </a:r>
            </a:p>
          </p:txBody>
        </p:sp>
      </p:grpSp>
      <p:sp>
        <p:nvSpPr>
          <p:cNvPr id="15" name="TextBox 14">
            <a:extLst>
              <a:ext uri="{FF2B5EF4-FFF2-40B4-BE49-F238E27FC236}">
                <a16:creationId xmlns:a16="http://schemas.microsoft.com/office/drawing/2014/main" id="{A14EBF87-85A1-57F8-4EEF-5A8D9B10513A}"/>
              </a:ext>
            </a:extLst>
          </p:cNvPr>
          <p:cNvSpPr txBox="1"/>
          <p:nvPr/>
        </p:nvSpPr>
        <p:spPr>
          <a:xfrm>
            <a:off x="435005" y="1304864"/>
            <a:ext cx="4243603" cy="5632311"/>
          </a:xfrm>
          <a:prstGeom prst="rect">
            <a:avLst/>
          </a:prstGeom>
          <a:noFill/>
        </p:spPr>
        <p:txBody>
          <a:bodyPr wrap="square" rtlCol="0">
            <a:spAutoFit/>
          </a:bodyPr>
          <a:lstStyle/>
          <a:p>
            <a:pPr marL="285750" indent="-285750">
              <a:buFont typeface="Arial" panose="020B0604020202020204" pitchFamily="34" charset="0"/>
              <a:buChar char="•"/>
            </a:pPr>
            <a:r>
              <a:rPr lang="en-US" dirty="0"/>
              <a:t>Fluxgate magnetometers such as The Europa Clipper Magnetometer work by applying an alternating magnetic field to a magnetic material</a:t>
            </a:r>
          </a:p>
          <a:p>
            <a:pPr marL="285750" indent="-285750">
              <a:buFont typeface="Arial" panose="020B0604020202020204" pitchFamily="34" charset="0"/>
              <a:buChar char="•"/>
            </a:pPr>
            <a:r>
              <a:rPr lang="en-US" dirty="0"/>
              <a:t>The ambient magnetic field adds to the applied field to determine how the magnetization saturates during each cycle.</a:t>
            </a:r>
          </a:p>
          <a:p>
            <a:pPr marL="285750" indent="-285750">
              <a:buFont typeface="Arial" panose="020B0604020202020204" pitchFamily="34" charset="0"/>
              <a:buChar char="•"/>
            </a:pPr>
            <a:r>
              <a:rPr lang="en-US" dirty="0"/>
              <a:t>The magnetization is measured by a readout circuit to find the ambient field</a:t>
            </a:r>
          </a:p>
          <a:p>
            <a:pPr marL="285750" indent="-285750">
              <a:buFont typeface="Arial" panose="020B0604020202020204" pitchFamily="34" charset="0"/>
              <a:buChar char="•"/>
            </a:pPr>
            <a:r>
              <a:rPr lang="en-US" dirty="0"/>
              <a:t>Placing these magnetometers on different spacecraft with km of separation would provide a sensitive measurement of the magnetic gradient (pT/m level)</a:t>
            </a:r>
          </a:p>
          <a:p>
            <a:pPr marL="285750" indent="-285750">
              <a:buFont typeface="Arial" panose="020B0604020202020204" pitchFamily="34" charset="0"/>
              <a:buChar char="•"/>
            </a:pPr>
            <a:r>
              <a:rPr lang="en-US" dirty="0"/>
              <a:t>About 1000 X less sensitive than SQUIDs, but workable with a long baseline</a:t>
            </a:r>
          </a:p>
          <a:p>
            <a:endParaRPr lang="en-US" dirty="0"/>
          </a:p>
          <a:p>
            <a:endParaRPr lang="en-US" dirty="0"/>
          </a:p>
        </p:txBody>
      </p:sp>
      <p:grpSp>
        <p:nvGrpSpPr>
          <p:cNvPr id="76" name="Group 75">
            <a:extLst>
              <a:ext uri="{FF2B5EF4-FFF2-40B4-BE49-F238E27FC236}">
                <a16:creationId xmlns:a16="http://schemas.microsoft.com/office/drawing/2014/main" id="{9BBE17AD-755C-3030-33A7-EB7E1DB89387}"/>
              </a:ext>
            </a:extLst>
          </p:cNvPr>
          <p:cNvGrpSpPr/>
          <p:nvPr/>
        </p:nvGrpSpPr>
        <p:grpSpPr>
          <a:xfrm flipV="1">
            <a:off x="11269472" y="3086015"/>
            <a:ext cx="825917" cy="778524"/>
            <a:chOff x="10001384" y="1270725"/>
            <a:chExt cx="825917" cy="778524"/>
          </a:xfrm>
        </p:grpSpPr>
        <p:sp>
          <p:nvSpPr>
            <p:cNvPr id="77" name="Oval 76">
              <a:extLst>
                <a:ext uri="{FF2B5EF4-FFF2-40B4-BE49-F238E27FC236}">
                  <a16:creationId xmlns:a16="http://schemas.microsoft.com/office/drawing/2014/main" id="{D2C559EA-2F21-DABC-A39B-235EC1B54BEF}"/>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8" name="Straight Arrow Connector 77">
              <a:extLst>
                <a:ext uri="{FF2B5EF4-FFF2-40B4-BE49-F238E27FC236}">
                  <a16:creationId xmlns:a16="http://schemas.microsoft.com/office/drawing/2014/main" id="{D2E3E61B-3A0D-F6E6-541C-AE803A38D998}"/>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B486D7E-0BC4-6504-7673-DC1FEEFFB29F}"/>
                </a:ext>
              </a:extLst>
            </p:cNvPr>
            <p:cNvCxnSpPr>
              <a:cxnSpLocks/>
            </p:cNvCxnSpPr>
            <p:nvPr/>
          </p:nvCxnSpPr>
          <p:spPr>
            <a:xfrm flipV="1">
              <a:off x="10596519" y="1507587"/>
              <a:ext cx="83333"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9723202-36EE-89B3-BA7B-F3034F20CB4F}"/>
                </a:ext>
              </a:extLst>
            </p:cNvPr>
            <p:cNvCxnSpPr>
              <a:cxnSpLocks/>
            </p:cNvCxnSpPr>
            <p:nvPr/>
          </p:nvCxnSpPr>
          <p:spPr>
            <a:xfrm flipH="1" flipV="1">
              <a:off x="10251610" y="1500596"/>
              <a:ext cx="36121" cy="15240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B6F2BCD-7B45-AC64-121D-8915C9C3BD6A}"/>
                </a:ext>
              </a:extLst>
            </p:cNvPr>
            <p:cNvCxnSpPr>
              <a:cxnSpLocks/>
            </p:cNvCxnSpPr>
            <p:nvPr/>
          </p:nvCxnSpPr>
          <p:spPr>
            <a:xfrm flipV="1">
              <a:off x="10404010" y="1652996"/>
              <a:ext cx="0" cy="15657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7E12480-EB34-056B-AD88-27265356F42E}"/>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97698662-2B41-B22C-B693-D37CAB4040A3}"/>
                </a:ext>
              </a:extLst>
            </p:cNvPr>
            <p:cNvCxnSpPr>
              <a:cxnSpLocks/>
            </p:cNvCxnSpPr>
            <p:nvPr/>
          </p:nvCxnSpPr>
          <p:spPr>
            <a:xfrm flipH="1" flipV="1">
              <a:off x="10251610" y="1809567"/>
              <a:ext cx="36121" cy="138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B91CE0DF-5D46-81DB-76E5-335106517FA3}"/>
              </a:ext>
            </a:extLst>
          </p:cNvPr>
          <p:cNvGrpSpPr/>
          <p:nvPr/>
        </p:nvGrpSpPr>
        <p:grpSpPr>
          <a:xfrm flipV="1">
            <a:off x="10033821" y="4745821"/>
            <a:ext cx="825917" cy="778524"/>
            <a:chOff x="10001384" y="1270725"/>
            <a:chExt cx="825917" cy="778524"/>
          </a:xfrm>
        </p:grpSpPr>
        <p:sp>
          <p:nvSpPr>
            <p:cNvPr id="85" name="Oval 84">
              <a:extLst>
                <a:ext uri="{FF2B5EF4-FFF2-40B4-BE49-F238E27FC236}">
                  <a16:creationId xmlns:a16="http://schemas.microsoft.com/office/drawing/2014/main" id="{98952690-9850-DF61-EEFD-5541B25D7A12}"/>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Straight Arrow Connector 85">
              <a:extLst>
                <a:ext uri="{FF2B5EF4-FFF2-40B4-BE49-F238E27FC236}">
                  <a16:creationId xmlns:a16="http://schemas.microsoft.com/office/drawing/2014/main" id="{968B606F-485D-73B1-4739-FF87EC4275B4}"/>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F40B27F4-8110-115F-3941-3DF7110D80E6}"/>
                </a:ext>
              </a:extLst>
            </p:cNvPr>
            <p:cNvCxnSpPr>
              <a:cxnSpLocks/>
            </p:cNvCxnSpPr>
            <p:nvPr/>
          </p:nvCxnSpPr>
          <p:spPr>
            <a:xfrm flipV="1">
              <a:off x="10596519" y="15034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B9BFFEA2-CAB1-4AE7-DE62-FF954D9F73D2}"/>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85FAF1DC-4487-723C-93BA-38781B0EF851}"/>
                </a:ext>
              </a:extLst>
            </p:cNvPr>
            <p:cNvCxnSpPr>
              <a:cxnSpLocks/>
            </p:cNvCxnSpPr>
            <p:nvPr/>
          </p:nvCxnSpPr>
          <p:spPr>
            <a:xfrm flipV="1">
              <a:off x="10404010" y="16529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06D0AE3-CC0D-BCE1-8802-1C26D299722D}"/>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23CFA21C-787D-E64B-22AF-3BA1B41ABE61}"/>
                </a:ext>
              </a:extLst>
            </p:cNvPr>
            <p:cNvCxnSpPr>
              <a:cxnSpLocks/>
            </p:cNvCxnSpPr>
            <p:nvPr/>
          </p:nvCxnSpPr>
          <p:spPr>
            <a:xfrm flipV="1">
              <a:off x="10287731" y="1791739"/>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074AF783-115F-7088-127A-5FD0C59F52A7}"/>
              </a:ext>
            </a:extLst>
          </p:cNvPr>
          <p:cNvGrpSpPr/>
          <p:nvPr/>
        </p:nvGrpSpPr>
        <p:grpSpPr>
          <a:xfrm flipV="1">
            <a:off x="10030131" y="1615406"/>
            <a:ext cx="825917" cy="778524"/>
            <a:chOff x="10001384" y="1270725"/>
            <a:chExt cx="825917" cy="778524"/>
          </a:xfrm>
        </p:grpSpPr>
        <p:sp>
          <p:nvSpPr>
            <p:cNvPr id="93" name="Oval 92">
              <a:extLst>
                <a:ext uri="{FF2B5EF4-FFF2-40B4-BE49-F238E27FC236}">
                  <a16:creationId xmlns:a16="http://schemas.microsoft.com/office/drawing/2014/main" id="{BE430C5D-8F40-B408-459A-F8CE12569BE2}"/>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4" name="Straight Arrow Connector 93">
              <a:extLst>
                <a:ext uri="{FF2B5EF4-FFF2-40B4-BE49-F238E27FC236}">
                  <a16:creationId xmlns:a16="http://schemas.microsoft.com/office/drawing/2014/main" id="{88B35BFA-A620-3B88-E715-9407777AC818}"/>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C5078E0-3C36-C7CD-A909-933A37CEB0FF}"/>
                </a:ext>
              </a:extLst>
            </p:cNvPr>
            <p:cNvCxnSpPr>
              <a:cxnSpLocks/>
            </p:cNvCxnSpPr>
            <p:nvPr/>
          </p:nvCxnSpPr>
          <p:spPr>
            <a:xfrm flipV="1">
              <a:off x="10596519" y="15034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61640086-916B-233F-B382-23D447976937}"/>
                </a:ext>
              </a:extLst>
            </p:cNvPr>
            <p:cNvCxnSpPr>
              <a:cxnSpLocks/>
            </p:cNvCxnSpPr>
            <p:nvPr/>
          </p:nvCxnSpPr>
          <p:spPr>
            <a:xfrm flipV="1">
              <a:off x="10251610" y="15005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79BCC2F9-D062-DAB5-C110-ADAEC0856DA6}"/>
                </a:ext>
              </a:extLst>
            </p:cNvPr>
            <p:cNvCxnSpPr>
              <a:cxnSpLocks/>
            </p:cNvCxnSpPr>
            <p:nvPr/>
          </p:nvCxnSpPr>
          <p:spPr>
            <a:xfrm flipV="1">
              <a:off x="10404010" y="16529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009F3DD0-1967-6471-8539-FC408CC09F8B}"/>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5907498A-646C-0A8C-332B-72C0C4DA973A}"/>
                </a:ext>
              </a:extLst>
            </p:cNvPr>
            <p:cNvCxnSpPr>
              <a:cxnSpLocks/>
            </p:cNvCxnSpPr>
            <p:nvPr/>
          </p:nvCxnSpPr>
          <p:spPr>
            <a:xfrm flipV="1">
              <a:off x="10287731" y="1791739"/>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29673348-4DC4-9567-CBBA-81D86F1F7E71}"/>
              </a:ext>
            </a:extLst>
          </p:cNvPr>
          <p:cNvGrpSpPr/>
          <p:nvPr/>
        </p:nvGrpSpPr>
        <p:grpSpPr>
          <a:xfrm flipV="1">
            <a:off x="8721843" y="3147839"/>
            <a:ext cx="825917" cy="778524"/>
            <a:chOff x="10001384" y="1270725"/>
            <a:chExt cx="825917" cy="778524"/>
          </a:xfrm>
        </p:grpSpPr>
        <p:sp>
          <p:nvSpPr>
            <p:cNvPr id="101" name="Oval 100">
              <a:extLst>
                <a:ext uri="{FF2B5EF4-FFF2-40B4-BE49-F238E27FC236}">
                  <a16:creationId xmlns:a16="http://schemas.microsoft.com/office/drawing/2014/main" id="{5AE085D2-6601-BEED-9EAE-E2C6F9A80C0A}"/>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2" name="Straight Arrow Connector 101">
              <a:extLst>
                <a:ext uri="{FF2B5EF4-FFF2-40B4-BE49-F238E27FC236}">
                  <a16:creationId xmlns:a16="http://schemas.microsoft.com/office/drawing/2014/main" id="{04DA3C50-2224-B7E5-F79B-02ACA868A6E3}"/>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C0CC018C-286F-6F01-B70A-93BD0832FEA1}"/>
                </a:ext>
              </a:extLst>
            </p:cNvPr>
            <p:cNvCxnSpPr>
              <a:cxnSpLocks/>
            </p:cNvCxnSpPr>
            <p:nvPr/>
          </p:nvCxnSpPr>
          <p:spPr>
            <a:xfrm flipH="1" flipV="1">
              <a:off x="10596519" y="1503416"/>
              <a:ext cx="100576"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8E175E8-EA3B-AF80-0E94-CB91C9FD966B}"/>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82F943B-A38B-24F1-C798-6C40B2A4B413}"/>
                </a:ext>
              </a:extLst>
            </p:cNvPr>
            <p:cNvCxnSpPr>
              <a:cxnSpLocks/>
            </p:cNvCxnSpPr>
            <p:nvPr/>
          </p:nvCxnSpPr>
          <p:spPr>
            <a:xfrm flipV="1">
              <a:off x="10404010" y="1659987"/>
              <a:ext cx="40109" cy="1495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755FB0C7-C020-C72A-78BB-91E1B92B9E7E}"/>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6DC851E2-B786-BB97-580D-19616B590561}"/>
                </a:ext>
              </a:extLst>
            </p:cNvPr>
            <p:cNvCxnSpPr>
              <a:cxnSpLocks/>
            </p:cNvCxnSpPr>
            <p:nvPr/>
          </p:nvCxnSpPr>
          <p:spPr>
            <a:xfrm flipV="1">
              <a:off x="10251610" y="1791739"/>
              <a:ext cx="36121" cy="170228"/>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8" name="Arrow: Right 107">
            <a:extLst>
              <a:ext uri="{FF2B5EF4-FFF2-40B4-BE49-F238E27FC236}">
                <a16:creationId xmlns:a16="http://schemas.microsoft.com/office/drawing/2014/main" id="{D57812B4-C5DD-AD4C-E797-6A3175D4C8DB}"/>
              </a:ext>
            </a:extLst>
          </p:cNvPr>
          <p:cNvSpPr/>
          <p:nvPr/>
        </p:nvSpPr>
        <p:spPr>
          <a:xfrm rot="7839999">
            <a:off x="9742306" y="2419553"/>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Arrow: Right 108">
            <a:extLst>
              <a:ext uri="{FF2B5EF4-FFF2-40B4-BE49-F238E27FC236}">
                <a16:creationId xmlns:a16="http://schemas.microsoft.com/office/drawing/2014/main" id="{DAFC10E4-FFC2-C45E-D10B-9F0C513F9908}"/>
              </a:ext>
            </a:extLst>
          </p:cNvPr>
          <p:cNvSpPr/>
          <p:nvPr/>
        </p:nvSpPr>
        <p:spPr>
          <a:xfrm rot="2146738">
            <a:off x="9770720" y="4053569"/>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Arrow: Right 109">
            <a:extLst>
              <a:ext uri="{FF2B5EF4-FFF2-40B4-BE49-F238E27FC236}">
                <a16:creationId xmlns:a16="http://schemas.microsoft.com/office/drawing/2014/main" id="{52AD806F-D125-CEFE-4185-697D7D321826}"/>
              </a:ext>
            </a:extLst>
          </p:cNvPr>
          <p:cNvSpPr/>
          <p:nvPr/>
        </p:nvSpPr>
        <p:spPr>
          <a:xfrm rot="18635847">
            <a:off x="10766521" y="4088797"/>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Arrow: Right 110">
            <a:extLst>
              <a:ext uri="{FF2B5EF4-FFF2-40B4-BE49-F238E27FC236}">
                <a16:creationId xmlns:a16="http://schemas.microsoft.com/office/drawing/2014/main" id="{CB84004A-F4DE-387F-2293-31730BFFBC8E}"/>
              </a:ext>
            </a:extLst>
          </p:cNvPr>
          <p:cNvSpPr/>
          <p:nvPr/>
        </p:nvSpPr>
        <p:spPr>
          <a:xfrm rot="12952359">
            <a:off x="10898690" y="2423108"/>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2" name="Group 111">
            <a:extLst>
              <a:ext uri="{FF2B5EF4-FFF2-40B4-BE49-F238E27FC236}">
                <a16:creationId xmlns:a16="http://schemas.microsoft.com/office/drawing/2014/main" id="{2697801E-E5C1-65B4-EA9E-B37C1C811737}"/>
              </a:ext>
            </a:extLst>
          </p:cNvPr>
          <p:cNvGrpSpPr/>
          <p:nvPr/>
        </p:nvGrpSpPr>
        <p:grpSpPr>
          <a:xfrm>
            <a:off x="10177946" y="1286105"/>
            <a:ext cx="465190" cy="252584"/>
            <a:chOff x="10275808" y="1197747"/>
            <a:chExt cx="465190" cy="339684"/>
          </a:xfrm>
        </p:grpSpPr>
        <p:cxnSp>
          <p:nvCxnSpPr>
            <p:cNvPr id="113" name="Straight Arrow Connector 112">
              <a:extLst>
                <a:ext uri="{FF2B5EF4-FFF2-40B4-BE49-F238E27FC236}">
                  <a16:creationId xmlns:a16="http://schemas.microsoft.com/office/drawing/2014/main" id="{7B8EDC0A-1355-F9B6-0A6D-A3429EF4D124}"/>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958C5C76-5DD0-D1C5-1816-051357E07A4E}"/>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A403974F-5118-6DF2-E747-FD3A19AC2D05}"/>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D269A4C4-C375-D70E-B5DC-2E04C1F1CFEA}"/>
              </a:ext>
            </a:extLst>
          </p:cNvPr>
          <p:cNvGrpSpPr/>
          <p:nvPr/>
        </p:nvGrpSpPr>
        <p:grpSpPr>
          <a:xfrm>
            <a:off x="10202686" y="2515261"/>
            <a:ext cx="465190" cy="252584"/>
            <a:chOff x="10275808" y="1197747"/>
            <a:chExt cx="465190" cy="339684"/>
          </a:xfrm>
        </p:grpSpPr>
        <p:cxnSp>
          <p:nvCxnSpPr>
            <p:cNvPr id="117" name="Straight Arrow Connector 116">
              <a:extLst>
                <a:ext uri="{FF2B5EF4-FFF2-40B4-BE49-F238E27FC236}">
                  <a16:creationId xmlns:a16="http://schemas.microsoft.com/office/drawing/2014/main" id="{4F17AE50-D532-1C65-9F57-7CBA8D9C5F1C}"/>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806E8D5-7758-2878-0B9E-56C27C4BFCD6}"/>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B989011-ABF1-7DD5-56BA-FC7B09DD9639}"/>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A4928F71-2FF2-0312-BF64-D94DBC315888}"/>
              </a:ext>
            </a:extLst>
          </p:cNvPr>
          <p:cNvGrpSpPr/>
          <p:nvPr/>
        </p:nvGrpSpPr>
        <p:grpSpPr>
          <a:xfrm rot="10800000">
            <a:off x="10262113" y="5549482"/>
            <a:ext cx="465190" cy="252584"/>
            <a:chOff x="10275808" y="1197747"/>
            <a:chExt cx="465190" cy="339684"/>
          </a:xfrm>
        </p:grpSpPr>
        <p:cxnSp>
          <p:nvCxnSpPr>
            <p:cNvPr id="121" name="Straight Arrow Connector 120">
              <a:extLst>
                <a:ext uri="{FF2B5EF4-FFF2-40B4-BE49-F238E27FC236}">
                  <a16:creationId xmlns:a16="http://schemas.microsoft.com/office/drawing/2014/main" id="{EADF8DAA-C761-0652-1B94-89A889E8575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2F79D7E7-07EA-9292-E923-AA7EE8C884B9}"/>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06A19C75-49D3-7B34-7BB4-26AEBD303212}"/>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48E65B1F-D057-6E92-54D7-16B623F7E36F}"/>
              </a:ext>
            </a:extLst>
          </p:cNvPr>
          <p:cNvGrpSpPr/>
          <p:nvPr/>
        </p:nvGrpSpPr>
        <p:grpSpPr>
          <a:xfrm rot="10800000">
            <a:off x="10237463" y="4407081"/>
            <a:ext cx="465190" cy="252584"/>
            <a:chOff x="10275808" y="1197747"/>
            <a:chExt cx="465190" cy="339684"/>
          </a:xfrm>
        </p:grpSpPr>
        <p:cxnSp>
          <p:nvCxnSpPr>
            <p:cNvPr id="125" name="Straight Arrow Connector 124">
              <a:extLst>
                <a:ext uri="{FF2B5EF4-FFF2-40B4-BE49-F238E27FC236}">
                  <a16:creationId xmlns:a16="http://schemas.microsoft.com/office/drawing/2014/main" id="{E5D97828-3AD7-1AA2-8C20-01FC18C87CB1}"/>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D35C20A-6A2D-2DFA-6FEE-4125D35D33A5}"/>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45996E46-8498-979E-C72D-620227D3D64C}"/>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8" name="TextBox 127">
            <a:extLst>
              <a:ext uri="{FF2B5EF4-FFF2-40B4-BE49-F238E27FC236}">
                <a16:creationId xmlns:a16="http://schemas.microsoft.com/office/drawing/2014/main" id="{D3DE7C52-E370-9861-096A-4DB395EA473F}"/>
              </a:ext>
            </a:extLst>
          </p:cNvPr>
          <p:cNvSpPr txBox="1"/>
          <p:nvPr/>
        </p:nvSpPr>
        <p:spPr>
          <a:xfrm>
            <a:off x="10823340" y="1178177"/>
            <a:ext cx="1124600" cy="369332"/>
          </a:xfrm>
          <a:prstGeom prst="rect">
            <a:avLst/>
          </a:prstGeom>
          <a:noFill/>
        </p:spPr>
        <p:txBody>
          <a:bodyPr wrap="square" rtlCol="0">
            <a:spAutoFit/>
          </a:bodyPr>
          <a:lstStyle/>
          <a:p>
            <a:r>
              <a:rPr lang="en-US" dirty="0"/>
              <a:t>Polarized</a:t>
            </a:r>
          </a:p>
        </p:txBody>
      </p:sp>
      <p:sp>
        <p:nvSpPr>
          <p:cNvPr id="129" name="TextBox 128">
            <a:extLst>
              <a:ext uri="{FF2B5EF4-FFF2-40B4-BE49-F238E27FC236}">
                <a16:creationId xmlns:a16="http://schemas.microsoft.com/office/drawing/2014/main" id="{C931BB8B-5EDD-5479-3282-1F50E22AC683}"/>
              </a:ext>
            </a:extLst>
          </p:cNvPr>
          <p:cNvSpPr txBox="1"/>
          <p:nvPr/>
        </p:nvSpPr>
        <p:spPr>
          <a:xfrm>
            <a:off x="10855982" y="4797723"/>
            <a:ext cx="1309524" cy="646331"/>
          </a:xfrm>
          <a:prstGeom prst="rect">
            <a:avLst/>
          </a:prstGeom>
          <a:noFill/>
        </p:spPr>
        <p:txBody>
          <a:bodyPr wrap="square" rtlCol="0">
            <a:spAutoFit/>
          </a:bodyPr>
          <a:lstStyle/>
          <a:p>
            <a:r>
              <a:rPr lang="en-US" dirty="0"/>
              <a:t>Reversed polarization</a:t>
            </a:r>
          </a:p>
        </p:txBody>
      </p:sp>
      <p:sp>
        <p:nvSpPr>
          <p:cNvPr id="131" name="TextBox 130">
            <a:extLst>
              <a:ext uri="{FF2B5EF4-FFF2-40B4-BE49-F238E27FC236}">
                <a16:creationId xmlns:a16="http://schemas.microsoft.com/office/drawing/2014/main" id="{02CD3A29-CCA7-911F-B7F0-85C00700CAFA}"/>
              </a:ext>
            </a:extLst>
          </p:cNvPr>
          <p:cNvSpPr txBox="1"/>
          <p:nvPr/>
        </p:nvSpPr>
        <p:spPr>
          <a:xfrm>
            <a:off x="9000457" y="2048832"/>
            <a:ext cx="1224474" cy="646331"/>
          </a:xfrm>
          <a:prstGeom prst="rect">
            <a:avLst/>
          </a:prstGeom>
          <a:noFill/>
        </p:spPr>
        <p:txBody>
          <a:bodyPr wrap="square" rtlCol="0">
            <a:spAutoFit/>
          </a:bodyPr>
          <a:lstStyle/>
          <a:p>
            <a:r>
              <a:rPr lang="en-US" dirty="0"/>
              <a:t>8 kHz</a:t>
            </a:r>
          </a:p>
          <a:p>
            <a:r>
              <a:rPr lang="en-US" dirty="0"/>
              <a:t>Cycle</a:t>
            </a:r>
          </a:p>
        </p:txBody>
      </p:sp>
      <p:sp>
        <p:nvSpPr>
          <p:cNvPr id="135" name="TextBox 134">
            <a:extLst>
              <a:ext uri="{FF2B5EF4-FFF2-40B4-BE49-F238E27FC236}">
                <a16:creationId xmlns:a16="http://schemas.microsoft.com/office/drawing/2014/main" id="{A8405997-1B5B-6FBE-8E82-41192472B506}"/>
              </a:ext>
            </a:extLst>
          </p:cNvPr>
          <p:cNvSpPr txBox="1"/>
          <p:nvPr/>
        </p:nvSpPr>
        <p:spPr>
          <a:xfrm>
            <a:off x="10911474" y="1731744"/>
            <a:ext cx="1754022" cy="523220"/>
          </a:xfrm>
          <a:prstGeom prst="rect">
            <a:avLst/>
          </a:prstGeom>
          <a:noFill/>
          <a:ln>
            <a:noFill/>
          </a:ln>
        </p:spPr>
        <p:txBody>
          <a:bodyPr wrap="square" rtlCol="0">
            <a:spAutoFit/>
          </a:bodyPr>
          <a:lstStyle/>
          <a:p>
            <a:r>
              <a:rPr sz="1400" dirty="0"/>
              <a:t>(magnetic</a:t>
            </a:r>
          </a:p>
          <a:p>
            <a:r>
              <a:rPr lang="en-US" sz="1400" dirty="0"/>
              <a:t>domains)</a:t>
            </a:r>
          </a:p>
        </p:txBody>
      </p:sp>
      <p:sp>
        <p:nvSpPr>
          <p:cNvPr id="140" name="TextBox 139">
            <a:extLst>
              <a:ext uri="{FF2B5EF4-FFF2-40B4-BE49-F238E27FC236}">
                <a16:creationId xmlns:a16="http://schemas.microsoft.com/office/drawing/2014/main" id="{C0B54FAD-843E-8CBE-1AC6-B95373C97746}"/>
              </a:ext>
            </a:extLst>
          </p:cNvPr>
          <p:cNvSpPr txBox="1"/>
          <p:nvPr/>
        </p:nvSpPr>
        <p:spPr>
          <a:xfrm>
            <a:off x="7445638" y="4645594"/>
            <a:ext cx="2446917" cy="923330"/>
          </a:xfrm>
          <a:prstGeom prst="rect">
            <a:avLst/>
          </a:prstGeom>
          <a:noFill/>
        </p:spPr>
        <p:txBody>
          <a:bodyPr wrap="square" rtlCol="0">
            <a:spAutoFit/>
          </a:bodyPr>
          <a:lstStyle/>
          <a:p>
            <a:r>
              <a:rPr lang="en-US" dirty="0"/>
              <a:t>Onset of saturation is a measure of the ambient field</a:t>
            </a:r>
          </a:p>
        </p:txBody>
      </p:sp>
    </p:spTree>
    <p:extLst>
      <p:ext uri="{BB962C8B-B14F-4D97-AF65-F5344CB8AC3E}">
        <p14:creationId xmlns:p14="http://schemas.microsoft.com/office/powerpoint/2010/main" val="1265829065"/>
      </p:ext>
    </p:extLst>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4CC0-AD98-A564-B74A-4093AB4B3B90}"/>
              </a:ext>
            </a:extLst>
          </p:cNvPr>
          <p:cNvSpPr>
            <a:spLocks noGrp="1"/>
          </p:cNvSpPr>
          <p:nvPr>
            <p:ph type="title"/>
          </p:nvPr>
        </p:nvSpPr>
        <p:spPr/>
        <p:txBody>
          <a:bodyPr/>
          <a:lstStyle/>
          <a:p>
            <a:r>
              <a:rPr dirty="0"/>
              <a:t>Spacecraft noise</a:t>
            </a:r>
          </a:p>
        </p:txBody>
      </p:sp>
      <p:sp>
        <p:nvSpPr>
          <p:cNvPr id="4" name="Slide Number Placeholder 3">
            <a:extLst>
              <a:ext uri="{FF2B5EF4-FFF2-40B4-BE49-F238E27FC236}">
                <a16:creationId xmlns:a16="http://schemas.microsoft.com/office/drawing/2014/main" id="{319F7A45-922A-EF50-3840-376884784174}"/>
              </a:ext>
            </a:extLst>
          </p:cNvPr>
          <p:cNvSpPr>
            <a:spLocks noGrp="1"/>
          </p:cNvSpPr>
          <p:nvPr>
            <p:ph type="sldNum" sz="quarter" idx="4"/>
          </p:nvPr>
        </p:nvSpPr>
        <p:spPr/>
        <p:txBody>
          <a:bodyPr/>
          <a:lstStyle/>
          <a:p>
            <a:fld id="{4A6E37D3-C5B8-47CF-A969-131D6B6A5E01}" type="slidenum">
              <a:rPr lang="en-US" smtClean="0"/>
              <a:t>25</a:t>
            </a:fld>
            <a:endParaRPr lang="en-US" dirty="0"/>
          </a:p>
        </p:txBody>
      </p:sp>
      <p:sp>
        <p:nvSpPr>
          <p:cNvPr id="5" name="Content Placeholder 4">
            <a:extLst>
              <a:ext uri="{FF2B5EF4-FFF2-40B4-BE49-F238E27FC236}">
                <a16:creationId xmlns:a16="http://schemas.microsoft.com/office/drawing/2014/main" id="{5E457B39-1DE7-C131-5CA0-AFAC4B6DC931}"/>
              </a:ext>
            </a:extLst>
          </p:cNvPr>
          <p:cNvSpPr txBox="1">
            <a:spLocks noGrp="1"/>
          </p:cNvSpPr>
          <p:nvPr>
            <p:ph idx="1"/>
          </p:nvPr>
        </p:nvSpPr>
        <p:spPr>
          <a:xfrm>
            <a:off x="552550" y="1285532"/>
            <a:ext cx="5903962" cy="5196294"/>
          </a:xfrm>
          <a:prstGeom prst="rect">
            <a:avLst/>
          </a:prstGeom>
          <a:solidFill>
            <a:schemeClr val="bg1"/>
          </a:solidFill>
          <a:ln>
            <a:noFill/>
          </a:ln>
        </p:spPr>
        <p:txBody>
          <a:bodyPr wrap="square" rtlCol="0">
            <a:spAutoFit/>
          </a:bodyPr>
          <a:lstStyle/>
          <a:p>
            <a:r>
              <a:rPr dirty="0"/>
              <a:t>Issue: Spacecraft noise can dominate the magnetic field</a:t>
            </a:r>
          </a:p>
          <a:p>
            <a:r>
              <a:rPr lang="en-US" sz="1800" dirty="0"/>
              <a:t>Spacecraft Design</a:t>
            </a:r>
          </a:p>
          <a:p>
            <a:pPr lvl="1"/>
            <a:r>
              <a:rPr lang="en-US" sz="1400" dirty="0"/>
              <a:t>Short Coax cables should have very low emissions</a:t>
            </a:r>
          </a:p>
          <a:p>
            <a:pPr lvl="1"/>
            <a:r>
              <a:rPr lang="en-US" sz="1400" dirty="0"/>
              <a:t>Block low frequencies with capacitors and use ac electronics</a:t>
            </a:r>
          </a:p>
          <a:p>
            <a:pPr lvl="1"/>
            <a:r>
              <a:rPr lang="en-US" sz="1400" dirty="0"/>
              <a:t>Concentrate digital circuitry in small shielded boxes</a:t>
            </a:r>
          </a:p>
          <a:p>
            <a:pPr lvl="1"/>
            <a:r>
              <a:rPr lang="en-US" sz="1400" dirty="0"/>
              <a:t>Power with stable ac or DC circuits whose frequency content is not greatly affected by varying loads</a:t>
            </a:r>
          </a:p>
          <a:p>
            <a:pPr lvl="1"/>
            <a:r>
              <a:rPr lang="en-US" sz="1400" dirty="0"/>
              <a:t>Ideally signaling is via fiber optic</a:t>
            </a:r>
          </a:p>
          <a:p>
            <a:pPr lvl="1"/>
            <a:r>
              <a:rPr lang="en-US" sz="1400" dirty="0"/>
              <a:t>Chopping: Could rotate spacecraft to separate signal from noise</a:t>
            </a:r>
          </a:p>
          <a:p>
            <a:r>
              <a:rPr lang="en-US" dirty="0"/>
              <a:t>F</a:t>
            </a:r>
            <a:r>
              <a:rPr dirty="0"/>
              <a:t>itting data from several sensors can separate this noise from the ambient field</a:t>
            </a:r>
          </a:p>
          <a:p>
            <a:pPr lvl="1"/>
            <a:r>
              <a:rPr lang="en-US" sz="1400" dirty="0"/>
              <a:t>Numerical simulation shows that fitting magnetic field of several sensors can effectively separate spacecraft fields from ambient field</a:t>
            </a:r>
          </a:p>
          <a:p>
            <a:r>
              <a:rPr lang="en-US" sz="2000" dirty="0"/>
              <a:t>Gradiometer using paired spacecraft greatly reduces impact of spacecraft noise</a:t>
            </a:r>
          </a:p>
          <a:p>
            <a:endParaRPr lang="en-US" sz="1700" dirty="0"/>
          </a:p>
        </p:txBody>
      </p:sp>
      <p:pic>
        <p:nvPicPr>
          <p:cNvPr id="7" name="Picture 6">
            <a:extLst>
              <a:ext uri="{FF2B5EF4-FFF2-40B4-BE49-F238E27FC236}">
                <a16:creationId xmlns:a16="http://schemas.microsoft.com/office/drawing/2014/main" id="{2AD50DAD-2A82-08BA-7AEF-A0DE2893112E}"/>
              </a:ext>
            </a:extLst>
          </p:cNvPr>
          <p:cNvPicPr>
            <a:picLocks noChangeAspect="1"/>
          </p:cNvPicPr>
          <p:nvPr/>
        </p:nvPicPr>
        <p:blipFill>
          <a:blip r:embed="rId2"/>
          <a:stretch>
            <a:fillRect/>
          </a:stretch>
        </p:blipFill>
        <p:spPr>
          <a:xfrm>
            <a:off x="7544732" y="2264424"/>
            <a:ext cx="3851173" cy="2329152"/>
          </a:xfrm>
          <a:prstGeom prst="rect">
            <a:avLst/>
          </a:prstGeom>
        </p:spPr>
      </p:pic>
      <p:sp>
        <p:nvSpPr>
          <p:cNvPr id="10" name="TextBox 9">
            <a:extLst>
              <a:ext uri="{FF2B5EF4-FFF2-40B4-BE49-F238E27FC236}">
                <a16:creationId xmlns:a16="http://schemas.microsoft.com/office/drawing/2014/main" id="{32CF49C2-7D58-BB51-6D17-4DD70E882CC6}"/>
              </a:ext>
            </a:extLst>
          </p:cNvPr>
          <p:cNvSpPr txBox="1"/>
          <p:nvPr/>
        </p:nvSpPr>
        <p:spPr>
          <a:xfrm>
            <a:off x="8543930" y="4743684"/>
            <a:ext cx="2533208" cy="646331"/>
          </a:xfrm>
          <a:prstGeom prst="rect">
            <a:avLst/>
          </a:prstGeom>
          <a:noFill/>
        </p:spPr>
        <p:txBody>
          <a:bodyPr wrap="square" rtlCol="0">
            <a:spAutoFit/>
          </a:bodyPr>
          <a:lstStyle/>
          <a:p>
            <a:r>
              <a:rPr lang="en-US" dirty="0"/>
              <a:t>EC Spacecraft Magnetic noise (C. Cochrane)</a:t>
            </a:r>
          </a:p>
        </p:txBody>
      </p:sp>
    </p:spTree>
    <p:extLst>
      <p:ext uri="{BB962C8B-B14F-4D97-AF65-F5344CB8AC3E}">
        <p14:creationId xmlns:p14="http://schemas.microsoft.com/office/powerpoint/2010/main" val="3926857421"/>
      </p:ext>
    </p:extLst>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6D3A3-2243-1E93-0E6C-E47DE6998F14}"/>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9D26E9CC-6EA8-FC9A-35AD-10CE7B19C069}"/>
              </a:ext>
            </a:extLst>
          </p:cNvPr>
          <p:cNvSpPr>
            <a:spLocks noGrp="1"/>
          </p:cNvSpPr>
          <p:nvPr>
            <p:ph idx="1"/>
          </p:nvPr>
        </p:nvSpPr>
        <p:spPr>
          <a:xfrm>
            <a:off x="211874" y="1270724"/>
            <a:ext cx="11462262" cy="5236607"/>
          </a:xfrm>
        </p:spPr>
        <p:txBody>
          <a:bodyPr>
            <a:normAutofit/>
          </a:bodyPr>
          <a:lstStyle/>
          <a:p>
            <a:r>
              <a:rPr lang="en-US" sz="2400" dirty="0"/>
              <a:t>Magnetic gradiometry may open a new window into ocean worlds hidden under ice</a:t>
            </a:r>
          </a:p>
          <a:p>
            <a:r>
              <a:rPr lang="en-US" sz="2000" dirty="0"/>
              <a:t>Subsurface ocean mapping of  subsurface lakes, ocean convection, hydrothermal vents, saline gradients</a:t>
            </a:r>
            <a:endParaRPr lang="en-US" sz="2100" dirty="0"/>
          </a:p>
          <a:p>
            <a:r>
              <a:rPr lang="en-US" sz="2400" dirty="0"/>
              <a:t>Targets for gradiometer technology</a:t>
            </a:r>
          </a:p>
          <a:p>
            <a:pPr lvl="1"/>
            <a:r>
              <a:rPr lang="en-US" sz="1800" dirty="0"/>
              <a:t>Weakly magnetic asteroids</a:t>
            </a:r>
          </a:p>
          <a:p>
            <a:pPr lvl="1"/>
            <a:r>
              <a:rPr lang="en-US" sz="1800" dirty="0"/>
              <a:t>Terrestrial magnetic objects such as subs, meteors, and geological formations</a:t>
            </a:r>
            <a:endParaRPr lang="en-US" sz="2100" dirty="0"/>
          </a:p>
          <a:p>
            <a:r>
              <a:rPr lang="en-US" sz="2400" dirty="0"/>
              <a:t>Observable at the pT/m sensitivity </a:t>
            </a:r>
          </a:p>
          <a:p>
            <a:r>
              <a:rPr lang="en-US" sz="2400" dirty="0"/>
              <a:t>Calculations indicate that existing magnetometers can enable magnetic radiometry</a:t>
            </a:r>
          </a:p>
          <a:p>
            <a:pPr lvl="1">
              <a:lnSpc>
                <a:spcPct val="100000"/>
              </a:lnSpc>
            </a:pPr>
            <a:r>
              <a:rPr lang="en-US" sz="2100" dirty="0"/>
              <a:t>SQUIDs or Fluxgates could be used depending on the implementation</a:t>
            </a:r>
            <a:endParaRPr lang="en-US" sz="2400" dirty="0"/>
          </a:p>
          <a:p>
            <a:endParaRPr lang="en-US" sz="2400" dirty="0"/>
          </a:p>
        </p:txBody>
      </p:sp>
      <p:sp>
        <p:nvSpPr>
          <p:cNvPr id="4" name="Slide Number Placeholder 3">
            <a:extLst>
              <a:ext uri="{FF2B5EF4-FFF2-40B4-BE49-F238E27FC236}">
                <a16:creationId xmlns:a16="http://schemas.microsoft.com/office/drawing/2014/main" id="{FE0CC42B-CA23-BF44-E378-718213AD18D2}"/>
              </a:ext>
            </a:extLst>
          </p:cNvPr>
          <p:cNvSpPr>
            <a:spLocks noGrp="1"/>
          </p:cNvSpPr>
          <p:nvPr>
            <p:ph type="sldNum" sz="quarter" idx="4"/>
          </p:nvPr>
        </p:nvSpPr>
        <p:spPr/>
        <p:txBody>
          <a:bodyPr/>
          <a:lstStyle/>
          <a:p>
            <a:fld id="{4A6E37D3-C5B8-47CF-A969-131D6B6A5E01}" type="slidenum">
              <a:rPr lang="en-US" smtClean="0"/>
              <a:t>26</a:t>
            </a:fld>
            <a:endParaRPr lang="en-US" dirty="0"/>
          </a:p>
        </p:txBody>
      </p:sp>
    </p:spTree>
    <p:extLst>
      <p:ext uri="{BB962C8B-B14F-4D97-AF65-F5344CB8AC3E}">
        <p14:creationId xmlns:p14="http://schemas.microsoft.com/office/powerpoint/2010/main" val="447179413"/>
      </p:ext>
    </p:extLst>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C37AA-AEC8-FAF6-690B-26B20EDB3FF3}"/>
              </a:ext>
            </a:extLst>
          </p:cNvPr>
          <p:cNvSpPr>
            <a:spLocks noGrp="1"/>
          </p:cNvSpPr>
          <p:nvPr>
            <p:ph type="title"/>
          </p:nvPr>
        </p:nvSpPr>
        <p:spPr/>
        <p:txBody>
          <a:bodyPr/>
          <a:lstStyle/>
          <a:p>
            <a:r>
              <a:rPr lang="en-US" dirty="0"/>
              <a:t>Back Up Slides</a:t>
            </a:r>
          </a:p>
        </p:txBody>
      </p:sp>
      <p:sp>
        <p:nvSpPr>
          <p:cNvPr id="3" name="Text Placeholder 2">
            <a:extLst>
              <a:ext uri="{FF2B5EF4-FFF2-40B4-BE49-F238E27FC236}">
                <a16:creationId xmlns:a16="http://schemas.microsoft.com/office/drawing/2014/main" id="{2B23195D-FB91-A8CB-17AF-37C988CB52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46082C-2B2B-B48B-0269-083EC6FA38B0}"/>
              </a:ext>
            </a:extLst>
          </p:cNvPr>
          <p:cNvSpPr>
            <a:spLocks noGrp="1"/>
          </p:cNvSpPr>
          <p:nvPr>
            <p:ph type="sldNum" sz="quarter" idx="4"/>
          </p:nvPr>
        </p:nvSpPr>
        <p:spPr/>
        <p:txBody>
          <a:bodyPr/>
          <a:lstStyle/>
          <a:p>
            <a:fld id="{4A6E37D3-C5B8-47CF-A969-131D6B6A5E01}" type="slidenum">
              <a:rPr lang="en-US" smtClean="0"/>
              <a:t>27</a:t>
            </a:fld>
            <a:endParaRPr lang="en-US" dirty="0"/>
          </a:p>
        </p:txBody>
      </p:sp>
    </p:spTree>
    <p:extLst>
      <p:ext uri="{BB962C8B-B14F-4D97-AF65-F5344CB8AC3E}">
        <p14:creationId xmlns:p14="http://schemas.microsoft.com/office/powerpoint/2010/main" val="1379587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8EA1-9CC6-1339-EFF6-D2D8CE3AE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A470A-ADF5-1742-5661-022FE7AD3637}"/>
              </a:ext>
            </a:extLst>
          </p:cNvPr>
          <p:cNvSpPr>
            <a:spLocks noGrp="1"/>
          </p:cNvSpPr>
          <p:nvPr>
            <p:ph type="title"/>
          </p:nvPr>
        </p:nvSpPr>
        <p:spPr/>
        <p:txBody>
          <a:bodyPr/>
          <a:lstStyle/>
          <a:p>
            <a:r>
              <a:rPr lang="en-US" dirty="0"/>
              <a:t>Orbital Properties</a:t>
            </a:r>
          </a:p>
        </p:txBody>
      </p:sp>
      <p:sp>
        <p:nvSpPr>
          <p:cNvPr id="3" name="Content Placeholder 2">
            <a:extLst>
              <a:ext uri="{FF2B5EF4-FFF2-40B4-BE49-F238E27FC236}">
                <a16:creationId xmlns:a16="http://schemas.microsoft.com/office/drawing/2014/main" id="{9DF6551A-095A-4B99-2C7B-BD240D4D7488}"/>
              </a:ext>
            </a:extLst>
          </p:cNvPr>
          <p:cNvSpPr>
            <a:spLocks noGrp="1"/>
          </p:cNvSpPr>
          <p:nvPr>
            <p:ph idx="1"/>
          </p:nvPr>
        </p:nvSpPr>
        <p:spPr>
          <a:xfrm>
            <a:off x="707174" y="1340575"/>
            <a:ext cx="3115526" cy="5015570"/>
          </a:xfrm>
        </p:spPr>
        <p:txBody>
          <a:bodyPr>
            <a:normAutofit/>
          </a:bodyPr>
          <a:lstStyle/>
          <a:p>
            <a:r>
              <a:rPr lang="en-US" dirty="0"/>
              <a:t>Sampling the magnetic field from orbit</a:t>
            </a:r>
          </a:p>
          <a:p>
            <a:pPr lvl="1"/>
            <a:r>
              <a:rPr lang="en-US" dirty="0"/>
              <a:t>100 km altitude</a:t>
            </a:r>
          </a:p>
          <a:p>
            <a:pPr lvl="1"/>
            <a:r>
              <a:rPr lang="en-US" dirty="0"/>
              <a:t>Orbital period = 2.086 hours</a:t>
            </a:r>
          </a:p>
          <a:p>
            <a:pPr lvl="1"/>
            <a:r>
              <a:rPr lang="en-US" dirty="0"/>
              <a:t>speed = 1389.215 m/s</a:t>
            </a:r>
          </a:p>
          <a:p>
            <a:r>
              <a:rPr lang="en-US" dirty="0"/>
              <a:t>Initial Modeling used 160 km ground pixels (not shown)</a:t>
            </a:r>
          </a:p>
          <a:p>
            <a:r>
              <a:rPr lang="en-US" dirty="0"/>
              <a:t>node drift per orbit = 1.605 nodes</a:t>
            </a:r>
          </a:p>
          <a:p>
            <a:pPr lvl="1"/>
            <a:r>
              <a:rPr lang="en-US" dirty="0"/>
              <a:t>114 s crossing time</a:t>
            </a:r>
          </a:p>
          <a:p>
            <a:pPr lvl="1"/>
            <a:endParaRPr lang="en-US" dirty="0"/>
          </a:p>
          <a:p>
            <a:endParaRPr lang="en-US" dirty="0"/>
          </a:p>
        </p:txBody>
      </p:sp>
      <p:sp>
        <p:nvSpPr>
          <p:cNvPr id="4" name="Slide Number Placeholder 3">
            <a:extLst>
              <a:ext uri="{FF2B5EF4-FFF2-40B4-BE49-F238E27FC236}">
                <a16:creationId xmlns:a16="http://schemas.microsoft.com/office/drawing/2014/main" id="{AE831F45-96F6-9753-4D1F-33BF1554BA95}"/>
              </a:ext>
            </a:extLst>
          </p:cNvPr>
          <p:cNvSpPr>
            <a:spLocks noGrp="1"/>
          </p:cNvSpPr>
          <p:nvPr>
            <p:ph type="sldNum" sz="quarter" idx="4"/>
          </p:nvPr>
        </p:nvSpPr>
        <p:spPr>
          <a:xfrm>
            <a:off x="11239396" y="6408702"/>
            <a:ext cx="838200" cy="365125"/>
          </a:xfrm>
        </p:spPr>
        <p:txBody>
          <a:bodyPr/>
          <a:lstStyle/>
          <a:p>
            <a:fld id="{4A6E37D3-C5B8-47CF-A969-131D6B6A5E01}" type="slidenum">
              <a:rPr lang="en-US" smtClean="0"/>
              <a:t>28</a:t>
            </a:fld>
            <a:endParaRPr lang="en-US" dirty="0"/>
          </a:p>
        </p:txBody>
      </p:sp>
      <p:grpSp>
        <p:nvGrpSpPr>
          <p:cNvPr id="9" name="Group 8">
            <a:extLst>
              <a:ext uri="{FF2B5EF4-FFF2-40B4-BE49-F238E27FC236}">
                <a16:creationId xmlns:a16="http://schemas.microsoft.com/office/drawing/2014/main" id="{D57D7840-118A-DD89-0140-9255A3EF41EB}"/>
              </a:ext>
            </a:extLst>
          </p:cNvPr>
          <p:cNvGrpSpPr/>
          <p:nvPr/>
        </p:nvGrpSpPr>
        <p:grpSpPr>
          <a:xfrm>
            <a:off x="6590406" y="1560328"/>
            <a:ext cx="3557791" cy="3617004"/>
            <a:chOff x="4825856" y="1805799"/>
            <a:chExt cx="3314987" cy="3246401"/>
          </a:xfrm>
        </p:grpSpPr>
        <p:pic>
          <p:nvPicPr>
            <p:cNvPr id="6" name="Picture 5">
              <a:extLst>
                <a:ext uri="{FF2B5EF4-FFF2-40B4-BE49-F238E27FC236}">
                  <a16:creationId xmlns:a16="http://schemas.microsoft.com/office/drawing/2014/main" id="{9AEC1ED1-119B-91B1-C37D-DE9AA29427DD}"/>
                </a:ext>
              </a:extLst>
            </p:cNvPr>
            <p:cNvPicPr>
              <a:picLocks noChangeAspect="1"/>
            </p:cNvPicPr>
            <p:nvPr/>
          </p:nvPicPr>
          <p:blipFill>
            <a:blip r:embed="rId2"/>
            <a:stretch>
              <a:fillRect/>
            </a:stretch>
          </p:blipFill>
          <p:spPr>
            <a:xfrm>
              <a:off x="4825856" y="1805799"/>
              <a:ext cx="3314987" cy="3246401"/>
            </a:xfrm>
            <a:prstGeom prst="rect">
              <a:avLst/>
            </a:prstGeom>
          </p:spPr>
        </p:pic>
        <p:sp>
          <p:nvSpPr>
            <p:cNvPr id="7" name="Isosceles Triangle 6">
              <a:extLst>
                <a:ext uri="{FF2B5EF4-FFF2-40B4-BE49-F238E27FC236}">
                  <a16:creationId xmlns:a16="http://schemas.microsoft.com/office/drawing/2014/main" id="{30163086-3E32-E5BE-8E39-8020DFCBAA33}"/>
                </a:ext>
              </a:extLst>
            </p:cNvPr>
            <p:cNvSpPr/>
            <p:nvPr/>
          </p:nvSpPr>
          <p:spPr>
            <a:xfrm rot="10222317">
              <a:off x="6811346" y="3882640"/>
              <a:ext cx="176694" cy="16077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a:extLst>
              <a:ext uri="{FF2B5EF4-FFF2-40B4-BE49-F238E27FC236}">
                <a16:creationId xmlns:a16="http://schemas.microsoft.com/office/drawing/2014/main" id="{0B5CB3A6-F8F8-BBC8-0359-98492F4B42BE}"/>
              </a:ext>
            </a:extLst>
          </p:cNvPr>
          <p:cNvSpPr txBox="1"/>
          <p:nvPr/>
        </p:nvSpPr>
        <p:spPr>
          <a:xfrm>
            <a:off x="7836854" y="5085674"/>
            <a:ext cx="1555750" cy="646331"/>
          </a:xfrm>
          <a:prstGeom prst="rect">
            <a:avLst/>
          </a:prstGeom>
          <a:noFill/>
        </p:spPr>
        <p:txBody>
          <a:bodyPr wrap="square" rtlCol="0">
            <a:spAutoFit/>
          </a:bodyPr>
          <a:lstStyle/>
          <a:p>
            <a:r>
              <a:rPr lang="en-US" dirty="0"/>
              <a:t>Orbit 100 km above surface</a:t>
            </a:r>
          </a:p>
        </p:txBody>
      </p:sp>
    </p:spTree>
    <p:extLst>
      <p:ext uri="{BB962C8B-B14F-4D97-AF65-F5344CB8AC3E}">
        <p14:creationId xmlns:p14="http://schemas.microsoft.com/office/powerpoint/2010/main" val="3404872977"/>
      </p:ext>
    </p:extLst>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76556-FC5E-A443-4B6C-BD2C02B44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738B2-3515-DDD5-6A2F-3A96C8DD641A}"/>
              </a:ext>
            </a:extLst>
          </p:cNvPr>
          <p:cNvSpPr>
            <a:spLocks noGrp="1"/>
          </p:cNvSpPr>
          <p:nvPr>
            <p:ph type="title"/>
          </p:nvPr>
        </p:nvSpPr>
        <p:spPr/>
        <p:txBody>
          <a:bodyPr/>
          <a:lstStyle/>
          <a:p>
            <a:r>
              <a:rPr lang="en-US" dirty="0"/>
              <a:t>Detecting Terrestrial Magnetic Objects</a:t>
            </a:r>
          </a:p>
        </p:txBody>
      </p:sp>
      <p:sp>
        <p:nvSpPr>
          <p:cNvPr id="3" name="Content Placeholder 2">
            <a:extLst>
              <a:ext uri="{FF2B5EF4-FFF2-40B4-BE49-F238E27FC236}">
                <a16:creationId xmlns:a16="http://schemas.microsoft.com/office/drawing/2014/main" id="{0777FEB2-BD3B-662F-0E87-AA8B51D51DCE}"/>
              </a:ext>
            </a:extLst>
          </p:cNvPr>
          <p:cNvSpPr>
            <a:spLocks noGrp="1"/>
          </p:cNvSpPr>
          <p:nvPr>
            <p:ph idx="1"/>
          </p:nvPr>
        </p:nvSpPr>
        <p:spPr>
          <a:xfrm>
            <a:off x="478130" y="1393132"/>
            <a:ext cx="7010805" cy="5015570"/>
          </a:xfrm>
        </p:spPr>
        <p:txBody>
          <a:bodyPr>
            <a:normAutofit fontScale="70000" lnSpcReduction="20000"/>
          </a:bodyPr>
          <a:lstStyle/>
          <a:p>
            <a:pPr fontAlgn="base"/>
            <a:r>
              <a:rPr lang="en-US" sz="2400" dirty="0"/>
              <a:t>Assume a 500 m steel submarine, with magnetism reduced by 100x through major mitigation</a:t>
            </a:r>
          </a:p>
          <a:p>
            <a:pPr fontAlgn="base"/>
            <a:r>
              <a:rPr lang="en-US" sz="2400" dirty="0"/>
              <a:t>Assume 10 m/s boat or aircraft near surface of ocean</a:t>
            </a:r>
          </a:p>
          <a:p>
            <a:pPr fontAlgn="base"/>
            <a:r>
              <a:rPr dirty="0"/>
              <a:t>Magnetic field from the sub at the surface is only 5 ppm of Earth's dipole field</a:t>
            </a:r>
          </a:p>
          <a:p>
            <a:pPr fontAlgn="base"/>
            <a:r>
              <a:rPr lang="en-US" sz="2400" dirty="0"/>
              <a:t>Sample every 300 m / 30 seconds for 30 mHz sampling bandwidth</a:t>
            </a:r>
          </a:p>
          <a:p>
            <a:pPr fontAlgn="base"/>
            <a:r>
              <a:rPr lang="en-US" sz="2400" dirty="0"/>
              <a:t>First order gradiometer:</a:t>
            </a:r>
          </a:p>
          <a:p>
            <a:pPr lvl="1" fontAlgn="base"/>
            <a:r>
              <a:rPr sz="2100" dirty="0"/>
              <a:t>Gradient from the sub is ~12% of Earth's dipole field</a:t>
            </a:r>
            <a:r>
              <a:rPr lang="en-US" sz="2100" dirty="0"/>
              <a:t> gradient</a:t>
            </a:r>
            <a:endParaRPr sz="2100" dirty="0"/>
          </a:p>
          <a:p>
            <a:pPr lvl="1" fontAlgn="base"/>
            <a:r>
              <a:rPr lang="en-US" sz="2100" dirty="0"/>
              <a:t>The sub is detectable from Earth's surface or a low-flying drone</a:t>
            </a:r>
          </a:p>
          <a:p>
            <a:pPr lvl="1" fontAlgn="base"/>
            <a:r>
              <a:rPr lang="en-US" sz="2100" dirty="0"/>
              <a:t>1 m first order gradiometer</a:t>
            </a:r>
          </a:p>
          <a:p>
            <a:pPr lvl="1" fontAlgn="base"/>
            <a:r>
              <a:rPr lang="en-US" sz="2100" dirty="0"/>
              <a:t>Magnetometer 1/f noise requirement ~ 7 pT/Hz</a:t>
            </a:r>
            <a:r>
              <a:rPr lang="en-US" sz="2100" baseline="30000" dirty="0"/>
              <a:t>1/2</a:t>
            </a:r>
            <a:r>
              <a:rPr lang="en-US" sz="2100" dirty="0"/>
              <a:t> @ 1 Hz</a:t>
            </a:r>
          </a:p>
          <a:p>
            <a:pPr lvl="1"/>
            <a:r>
              <a:rPr lang="en-US" sz="2100" dirty="0">
                <a:solidFill>
                  <a:srgbClr val="00B050"/>
                </a:solidFill>
              </a:rPr>
              <a:t>Well within capabilities of HTS SQUID magnetometers </a:t>
            </a:r>
            <a:r>
              <a:rPr lang="en-US" sz="2100" dirty="0"/>
              <a:t>(22 fT/ sqrt(Hz) @ 1 Hz)</a:t>
            </a:r>
          </a:p>
          <a:p>
            <a:pPr lvl="1"/>
            <a:r>
              <a:rPr lang="en-US" sz="2400" dirty="0">
                <a:solidFill>
                  <a:srgbClr val="FF0000"/>
                </a:solidFill>
              </a:rPr>
              <a:t>Research to learn if devices that tolerate Earth's field have this sensitivity. May have to use bucking coils</a:t>
            </a:r>
          </a:p>
          <a:p>
            <a:pPr lvl="1"/>
            <a:r>
              <a:rPr lang="en-US" sz="2400" dirty="0">
                <a:solidFill>
                  <a:srgbClr val="FF0000"/>
                </a:solidFill>
              </a:rPr>
              <a:t>Need measured 1/f noise for UCR devices that can handle ambient fields</a:t>
            </a:r>
          </a:p>
          <a:p>
            <a:r>
              <a:rPr sz="2400" dirty="0"/>
              <a:t>Second-order gradiometer to help separate from Earth's field</a:t>
            </a:r>
          </a:p>
          <a:p>
            <a:pPr lvl="1"/>
            <a:r>
              <a:rPr lang="en-US" sz="2100" dirty="0"/>
              <a:t>Gradient is 2600x Earth's field gradient</a:t>
            </a:r>
          </a:p>
          <a:p>
            <a:pPr lvl="1"/>
            <a:r>
              <a:rPr lang="en-US" sz="2100" dirty="0"/>
              <a:t>2 m second order gradiometer</a:t>
            </a:r>
          </a:p>
          <a:p>
            <a:pPr lvl="1"/>
            <a:r>
              <a:rPr dirty="0"/>
              <a:t>Magnetometer noise requirement: 1/f noise ~1 pT/Hz^1/2 @ 1 Hz</a:t>
            </a:r>
          </a:p>
          <a:p>
            <a:pPr lvl="1"/>
            <a:r>
              <a:rPr lang="en-US" sz="2400" dirty="0">
                <a:solidFill>
                  <a:srgbClr val="00B050"/>
                </a:solidFill>
              </a:rPr>
              <a:t>Well within capabilities of HTS SQUID magnetometers</a:t>
            </a:r>
            <a:endParaRPr lang="en-US" sz="2100" dirty="0">
              <a:solidFill>
                <a:srgbClr val="00B050"/>
              </a:solidFill>
            </a:endParaRPr>
          </a:p>
        </p:txBody>
      </p:sp>
      <p:sp>
        <p:nvSpPr>
          <p:cNvPr id="4" name="Slide Number Placeholder 3">
            <a:extLst>
              <a:ext uri="{FF2B5EF4-FFF2-40B4-BE49-F238E27FC236}">
                <a16:creationId xmlns:a16="http://schemas.microsoft.com/office/drawing/2014/main" id="{D06B3D16-518D-DB93-D2BA-06DC6C415358}"/>
              </a:ext>
            </a:extLst>
          </p:cNvPr>
          <p:cNvSpPr>
            <a:spLocks noGrp="1"/>
          </p:cNvSpPr>
          <p:nvPr>
            <p:ph type="sldNum" sz="quarter" idx="4"/>
          </p:nvPr>
        </p:nvSpPr>
        <p:spPr/>
        <p:txBody>
          <a:bodyPr/>
          <a:lstStyle/>
          <a:p>
            <a:fld id="{4A6E37D3-C5B8-47CF-A969-131D6B6A5E01}" type="slidenum">
              <a:rPr lang="en-US" smtClean="0"/>
              <a:t>29</a:t>
            </a:fld>
            <a:endParaRPr lang="en-US" dirty="0"/>
          </a:p>
        </p:txBody>
      </p:sp>
      <p:sp>
        <p:nvSpPr>
          <p:cNvPr id="6" name="AutoShape 4" descr="Drone and submarine at sunset">
            <a:extLst>
              <a:ext uri="{FF2B5EF4-FFF2-40B4-BE49-F238E27FC236}">
                <a16:creationId xmlns:a16="http://schemas.microsoft.com/office/drawing/2014/main" id="{C21F0628-BBCE-63CD-090A-A0BFFD4E11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 name="Picture 9" descr="A picture containing sky, outdoor, water, plane&#10;&#10;AI-generated content may be incorrect.">
            <a:extLst>
              <a:ext uri="{FF2B5EF4-FFF2-40B4-BE49-F238E27FC236}">
                <a16:creationId xmlns:a16="http://schemas.microsoft.com/office/drawing/2014/main" id="{C0C8B710-C9D9-2C3F-ACCA-2BF289890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7841" y="1393132"/>
            <a:ext cx="3171638" cy="4757458"/>
          </a:xfrm>
          <a:prstGeom prst="rect">
            <a:avLst/>
          </a:prstGeom>
        </p:spPr>
      </p:pic>
    </p:spTree>
    <p:extLst>
      <p:ext uri="{BB962C8B-B14F-4D97-AF65-F5344CB8AC3E}">
        <p14:creationId xmlns:p14="http://schemas.microsoft.com/office/powerpoint/2010/main" val="2752754762"/>
      </p:ext>
    </p:extLst>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B030-6985-F779-57A9-8D0673533D27}"/>
              </a:ext>
            </a:extLst>
          </p:cNvPr>
          <p:cNvSpPr>
            <a:spLocks noGrp="1"/>
          </p:cNvSpPr>
          <p:nvPr>
            <p:ph type="title"/>
          </p:nvPr>
        </p:nvSpPr>
        <p:spPr/>
        <p:txBody>
          <a:bodyPr/>
          <a:lstStyle/>
          <a:p>
            <a:r>
              <a:rPr dirty="0"/>
              <a:t>Europa's Response to Jupiter Field as Seen by Galileo</a:t>
            </a:r>
          </a:p>
        </p:txBody>
      </p:sp>
      <p:pic>
        <p:nvPicPr>
          <p:cNvPr id="8" name="Content Placeholder 7">
            <a:extLst>
              <a:ext uri="{FF2B5EF4-FFF2-40B4-BE49-F238E27FC236}">
                <a16:creationId xmlns:a16="http://schemas.microsoft.com/office/drawing/2014/main" id="{29C431D1-73EE-13D1-5FC2-37ACE8648883}"/>
              </a:ext>
            </a:extLst>
          </p:cNvPr>
          <p:cNvPicPr>
            <a:picLocks noGrp="1" noChangeAspect="1"/>
          </p:cNvPicPr>
          <p:nvPr>
            <p:ph idx="1"/>
          </p:nvPr>
        </p:nvPicPr>
        <p:blipFill>
          <a:blip r:embed="rId2"/>
          <a:stretch>
            <a:fillRect/>
          </a:stretch>
        </p:blipFill>
        <p:spPr>
          <a:xfrm>
            <a:off x="9014192" y="3246204"/>
            <a:ext cx="2202537" cy="2368319"/>
          </a:xfrm>
        </p:spPr>
      </p:pic>
      <p:sp>
        <p:nvSpPr>
          <p:cNvPr id="4" name="Slide Number Placeholder 3">
            <a:extLst>
              <a:ext uri="{FF2B5EF4-FFF2-40B4-BE49-F238E27FC236}">
                <a16:creationId xmlns:a16="http://schemas.microsoft.com/office/drawing/2014/main" id="{BE42820D-F3B6-ED4F-A8CB-560AD8CFB570}"/>
              </a:ext>
            </a:extLst>
          </p:cNvPr>
          <p:cNvSpPr>
            <a:spLocks noGrp="1"/>
          </p:cNvSpPr>
          <p:nvPr>
            <p:ph type="sldNum" sz="quarter" idx="4"/>
          </p:nvPr>
        </p:nvSpPr>
        <p:spPr/>
        <p:txBody>
          <a:bodyPr/>
          <a:lstStyle/>
          <a:p>
            <a:fld id="{4A6E37D3-C5B8-47CF-A969-131D6B6A5E01}" type="slidenum">
              <a:rPr lang="en-US" smtClean="0"/>
              <a:t>30</a:t>
            </a:fld>
            <a:endParaRPr lang="en-US" dirty="0"/>
          </a:p>
        </p:txBody>
      </p:sp>
      <p:sp>
        <p:nvSpPr>
          <p:cNvPr id="6" name="TextBox 5">
            <a:extLst>
              <a:ext uri="{FF2B5EF4-FFF2-40B4-BE49-F238E27FC236}">
                <a16:creationId xmlns:a16="http://schemas.microsoft.com/office/drawing/2014/main" id="{577A3FC2-35A3-A5D6-AF65-BDC5522AC90E}"/>
              </a:ext>
            </a:extLst>
          </p:cNvPr>
          <p:cNvSpPr txBox="1"/>
          <p:nvPr/>
        </p:nvSpPr>
        <p:spPr>
          <a:xfrm>
            <a:off x="4604189" y="4884641"/>
            <a:ext cx="4363480" cy="1200329"/>
          </a:xfrm>
          <a:prstGeom prst="rect">
            <a:avLst/>
          </a:prstGeom>
          <a:noFill/>
        </p:spPr>
        <p:txBody>
          <a:bodyPr wrap="square">
            <a:spAutoFit/>
          </a:bodyPr>
          <a:lstStyle/>
          <a:p>
            <a:r>
              <a:rPr lang="en-US" sz="1800" b="0" i="1" dirty="0">
                <a:solidFill>
                  <a:srgbClr val="242021"/>
                </a:solidFill>
                <a:effectLst/>
                <a:latin typeface="Times-Italic"/>
              </a:rPr>
              <a:t>Measure magnetic response</a:t>
            </a:r>
          </a:p>
          <a:p>
            <a:r>
              <a:rPr dirty="0"/>
              <a:t>Khurana et al.: Electromagnetic Induction from Europa's Interior</a:t>
            </a:r>
            <a:endParaRPr lang="en-US" dirty="0"/>
          </a:p>
        </p:txBody>
      </p:sp>
      <p:pic>
        <p:nvPicPr>
          <p:cNvPr id="10" name="Picture 9">
            <a:extLst>
              <a:ext uri="{FF2B5EF4-FFF2-40B4-BE49-F238E27FC236}">
                <a16:creationId xmlns:a16="http://schemas.microsoft.com/office/drawing/2014/main" id="{DCA720FD-4888-C3BC-4D19-A4CE8198FA29}"/>
              </a:ext>
            </a:extLst>
          </p:cNvPr>
          <p:cNvPicPr>
            <a:picLocks noChangeAspect="1"/>
          </p:cNvPicPr>
          <p:nvPr/>
        </p:nvPicPr>
        <p:blipFill>
          <a:blip r:embed="rId3"/>
          <a:stretch>
            <a:fillRect/>
          </a:stretch>
        </p:blipFill>
        <p:spPr>
          <a:xfrm>
            <a:off x="9108019" y="1243477"/>
            <a:ext cx="1966130" cy="1996613"/>
          </a:xfrm>
          <a:prstGeom prst="rect">
            <a:avLst/>
          </a:prstGeom>
        </p:spPr>
      </p:pic>
      <p:pic>
        <p:nvPicPr>
          <p:cNvPr id="14" name="Picture 13">
            <a:extLst>
              <a:ext uri="{FF2B5EF4-FFF2-40B4-BE49-F238E27FC236}">
                <a16:creationId xmlns:a16="http://schemas.microsoft.com/office/drawing/2014/main" id="{0B5794B6-A422-D213-29CE-561BAE0E27F1}"/>
              </a:ext>
            </a:extLst>
          </p:cNvPr>
          <p:cNvPicPr>
            <a:picLocks noChangeAspect="1"/>
          </p:cNvPicPr>
          <p:nvPr/>
        </p:nvPicPr>
        <p:blipFill>
          <a:blip r:embed="rId4"/>
          <a:stretch>
            <a:fillRect/>
          </a:stretch>
        </p:blipFill>
        <p:spPr>
          <a:xfrm>
            <a:off x="4566329" y="1607160"/>
            <a:ext cx="3357086" cy="3265861"/>
          </a:xfrm>
          <a:prstGeom prst="rect">
            <a:avLst/>
          </a:prstGeom>
        </p:spPr>
      </p:pic>
      <p:sp>
        <p:nvSpPr>
          <p:cNvPr id="17" name="TextBox 16">
            <a:extLst>
              <a:ext uri="{FF2B5EF4-FFF2-40B4-BE49-F238E27FC236}">
                <a16:creationId xmlns:a16="http://schemas.microsoft.com/office/drawing/2014/main" id="{A3CFD10B-7186-3CE3-E31D-327F75445E36}"/>
              </a:ext>
            </a:extLst>
          </p:cNvPr>
          <p:cNvSpPr txBox="1"/>
          <p:nvPr/>
        </p:nvSpPr>
        <p:spPr>
          <a:xfrm>
            <a:off x="543661" y="1422722"/>
            <a:ext cx="3477279"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Galileo Spacecraft observed a magnetic response from Europa</a:t>
            </a:r>
          </a:p>
          <a:p>
            <a:pPr marL="285750" indent="-285750">
              <a:buFont typeface="Arial" panose="020B0604020202020204" pitchFamily="34" charset="0"/>
              <a:buChar char="•"/>
            </a:pPr>
            <a:r>
              <a:rPr dirty="0"/>
              <a:t>Margaret Kivelson Group at UCLA identified a dipole signal from Europa</a:t>
            </a:r>
          </a:p>
          <a:p>
            <a:pPr marL="285750" indent="-285750">
              <a:buFont typeface="Arial" panose="020B0604020202020204" pitchFamily="34" charset="0"/>
              <a:buChar char="•"/>
            </a:pPr>
            <a:r>
              <a:rPr dirty="0"/>
              <a:t>Attributed to salty oceans under several km ice</a:t>
            </a:r>
          </a:p>
          <a:p>
            <a:pPr marL="285750" indent="-285750">
              <a:buFont typeface="Arial" panose="020B0604020202020204" pitchFamily="34" charset="0"/>
              <a:buChar char="•"/>
            </a:pPr>
            <a:r>
              <a:rPr lang="en-US" sz="2000" dirty="0"/>
              <a:t>Conductive ocean response to oscillating field from Jupiter</a:t>
            </a:r>
          </a:p>
          <a:p>
            <a:pPr marL="285750" indent="-285750">
              <a:buFont typeface="Arial" panose="020B0604020202020204" pitchFamily="34" charset="0"/>
              <a:buChar char="•"/>
            </a:pPr>
            <a:r>
              <a:rPr lang="en-US" sz="2000" dirty="0"/>
              <a:t>Potentially habitable world</a:t>
            </a:r>
          </a:p>
          <a:p>
            <a:pPr marL="285750" indent="-285750">
              <a:buFont typeface="Arial" panose="020B0604020202020204" pitchFamily="34" charset="0"/>
              <a:buChar char="•"/>
            </a:pPr>
            <a:r>
              <a:rPr lang="en-US" sz="2000" dirty="0"/>
              <a:t>We would like to know more about the subsurface ocean</a:t>
            </a:r>
          </a:p>
          <a:p>
            <a:endParaRPr lang="en-US" sz="2000" dirty="0"/>
          </a:p>
        </p:txBody>
      </p:sp>
      <p:sp>
        <p:nvSpPr>
          <p:cNvPr id="3" name="TextBox 2">
            <a:extLst>
              <a:ext uri="{FF2B5EF4-FFF2-40B4-BE49-F238E27FC236}">
                <a16:creationId xmlns:a16="http://schemas.microsoft.com/office/drawing/2014/main" id="{968FDCFF-C004-C4B1-5F60-8F1C45E90471}"/>
              </a:ext>
            </a:extLst>
          </p:cNvPr>
          <p:cNvSpPr txBox="1"/>
          <p:nvPr/>
        </p:nvSpPr>
        <p:spPr>
          <a:xfrm>
            <a:off x="9108019" y="5365281"/>
            <a:ext cx="2906054" cy="646331"/>
          </a:xfrm>
          <a:prstGeom prst="rect">
            <a:avLst/>
          </a:prstGeom>
          <a:solidFill>
            <a:schemeClr val="bg1"/>
          </a:solidFill>
        </p:spPr>
        <p:txBody>
          <a:bodyPr wrap="square" rtlCol="0">
            <a:spAutoFit/>
          </a:bodyPr>
          <a:lstStyle/>
          <a:p>
            <a:r>
              <a:rPr lang="en-US" dirty="0"/>
              <a:t>Inferred conductive ocean under the ice of Europa</a:t>
            </a:r>
          </a:p>
        </p:txBody>
      </p:sp>
    </p:spTree>
    <p:extLst>
      <p:ext uri="{BB962C8B-B14F-4D97-AF65-F5344CB8AC3E}">
        <p14:creationId xmlns:p14="http://schemas.microsoft.com/office/powerpoint/2010/main" val="1256272366"/>
      </p:ext>
    </p:extLst>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E7FE-F5FD-D43E-0139-97D3A1FA8CBD}"/>
              </a:ext>
            </a:extLst>
          </p:cNvPr>
          <p:cNvSpPr>
            <a:spLocks noGrp="1"/>
          </p:cNvSpPr>
          <p:nvPr>
            <p:ph type="title"/>
          </p:nvPr>
        </p:nvSpPr>
        <p:spPr/>
        <p:txBody>
          <a:bodyPr>
            <a:normAutofit/>
          </a:bodyPr>
          <a:lstStyle/>
          <a:p>
            <a:r>
              <a:rPr lang="en-US" dirty="0"/>
              <a:t>Conductors Respond to Magnetic Fields</a:t>
            </a:r>
          </a:p>
        </p:txBody>
      </p:sp>
      <p:sp>
        <p:nvSpPr>
          <p:cNvPr id="3" name="Content Placeholder 2">
            <a:extLst>
              <a:ext uri="{FF2B5EF4-FFF2-40B4-BE49-F238E27FC236}">
                <a16:creationId xmlns:a16="http://schemas.microsoft.com/office/drawing/2014/main" id="{39A74414-367E-F689-A8D2-65466584DE3C}"/>
              </a:ext>
            </a:extLst>
          </p:cNvPr>
          <p:cNvSpPr>
            <a:spLocks noGrp="1"/>
          </p:cNvSpPr>
          <p:nvPr>
            <p:ph idx="1"/>
          </p:nvPr>
        </p:nvSpPr>
        <p:spPr>
          <a:xfrm>
            <a:off x="211874" y="1270725"/>
            <a:ext cx="5629633" cy="5015570"/>
          </a:xfrm>
        </p:spPr>
        <p:txBody>
          <a:bodyPr/>
          <a:lstStyle/>
          <a:p>
            <a:r>
              <a:rPr lang="en-US" dirty="0"/>
              <a:t>Application of a changing magnetic field on a conductor induces an electrical current in that conductor</a:t>
            </a:r>
          </a:p>
          <a:p>
            <a:r>
              <a:rPr dirty="0"/>
              <a:t>The electrical current induces a magnetic field that opposes the change in the magnetic field</a:t>
            </a:r>
          </a:p>
          <a:p>
            <a:r>
              <a:rPr lang="en-US" dirty="0"/>
              <a:t>The amount of induced field depends on</a:t>
            </a:r>
          </a:p>
          <a:p>
            <a:pPr lvl="1"/>
            <a:r>
              <a:rPr lang="en-US" dirty="0"/>
              <a:t>The area of the conductor</a:t>
            </a:r>
          </a:p>
          <a:p>
            <a:pPr lvl="1"/>
            <a:r>
              <a:rPr lang="en-US" dirty="0"/>
              <a:t>Its electrical conductivity</a:t>
            </a:r>
          </a:p>
          <a:p>
            <a:pPr lvl="1"/>
            <a:r>
              <a:rPr lang="en-US" dirty="0"/>
              <a:t>The rate at which the magnetic field is changing</a:t>
            </a:r>
          </a:p>
          <a:p>
            <a:r>
              <a:rPr lang="en-US" dirty="0"/>
              <a:t>Measurements of the response can be used to infer the presence of an electrically conductive material, as in a metal detector.</a:t>
            </a:r>
          </a:p>
          <a:p>
            <a:r>
              <a:rPr lang="en-US" b="1" dirty="0"/>
              <a:t>Even works if the conductor is a planetary sized object like a salty ocean</a:t>
            </a:r>
          </a:p>
          <a:p>
            <a:endParaRPr lang="en-US" dirty="0"/>
          </a:p>
          <a:p>
            <a:pPr lvl="1"/>
            <a:endParaRPr lang="en-US" dirty="0"/>
          </a:p>
        </p:txBody>
      </p:sp>
      <p:sp>
        <p:nvSpPr>
          <p:cNvPr id="4" name="Slide Number Placeholder 3">
            <a:extLst>
              <a:ext uri="{FF2B5EF4-FFF2-40B4-BE49-F238E27FC236}">
                <a16:creationId xmlns:a16="http://schemas.microsoft.com/office/drawing/2014/main" id="{5EFB197E-B90A-912E-DA91-1F35131E89D8}"/>
              </a:ext>
            </a:extLst>
          </p:cNvPr>
          <p:cNvSpPr>
            <a:spLocks noGrp="1"/>
          </p:cNvSpPr>
          <p:nvPr>
            <p:ph type="sldNum" sz="quarter" idx="4"/>
          </p:nvPr>
        </p:nvSpPr>
        <p:spPr/>
        <p:txBody>
          <a:bodyPr/>
          <a:lstStyle/>
          <a:p>
            <a:fld id="{4A6E37D3-C5B8-47CF-A969-131D6B6A5E01}" type="slidenum">
              <a:rPr lang="en-US" smtClean="0"/>
              <a:t>31</a:t>
            </a:fld>
            <a:endParaRPr lang="en-US" dirty="0"/>
          </a:p>
        </p:txBody>
      </p:sp>
      <p:sp>
        <p:nvSpPr>
          <p:cNvPr id="5" name="Arrow: Right 4">
            <a:extLst>
              <a:ext uri="{FF2B5EF4-FFF2-40B4-BE49-F238E27FC236}">
                <a16:creationId xmlns:a16="http://schemas.microsoft.com/office/drawing/2014/main" id="{9A1B79CB-A57D-E7A8-49D8-BA0616CB8401}"/>
              </a:ext>
            </a:extLst>
          </p:cNvPr>
          <p:cNvSpPr/>
          <p:nvPr/>
        </p:nvSpPr>
        <p:spPr>
          <a:xfrm rot="1603428">
            <a:off x="7009143" y="2148837"/>
            <a:ext cx="2069664" cy="1484353"/>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Applied Field Changes</a:t>
            </a:r>
          </a:p>
        </p:txBody>
      </p:sp>
      <p:sp>
        <p:nvSpPr>
          <p:cNvPr id="6" name="Oval 5">
            <a:extLst>
              <a:ext uri="{FF2B5EF4-FFF2-40B4-BE49-F238E27FC236}">
                <a16:creationId xmlns:a16="http://schemas.microsoft.com/office/drawing/2014/main" id="{DD628269-7DBF-0821-40DD-897C2F6DFFE2}"/>
              </a:ext>
            </a:extLst>
          </p:cNvPr>
          <p:cNvSpPr/>
          <p:nvPr/>
        </p:nvSpPr>
        <p:spPr>
          <a:xfrm>
            <a:off x="9117367" y="3007213"/>
            <a:ext cx="1757779" cy="1542593"/>
          </a:xfrm>
          <a:prstGeom prst="ellipse">
            <a:avLst/>
          </a:prstGeom>
          <a:solidFill>
            <a:schemeClr val="bg1"/>
          </a:solidFill>
          <a:ln w="2540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ysClr val="windowText" lastClr="000000"/>
                </a:solidFill>
              </a:ln>
            </a:endParaRPr>
          </a:p>
        </p:txBody>
      </p:sp>
      <p:sp>
        <p:nvSpPr>
          <p:cNvPr id="9" name="Arc 8">
            <a:extLst>
              <a:ext uri="{FF2B5EF4-FFF2-40B4-BE49-F238E27FC236}">
                <a16:creationId xmlns:a16="http://schemas.microsoft.com/office/drawing/2014/main" id="{7A378B56-EE85-07DF-5A71-8ABC3BC428D7}"/>
              </a:ext>
            </a:extLst>
          </p:cNvPr>
          <p:cNvSpPr/>
          <p:nvPr/>
        </p:nvSpPr>
        <p:spPr>
          <a:xfrm>
            <a:off x="9117367" y="3007212"/>
            <a:ext cx="1757778" cy="1542593"/>
          </a:xfrm>
          <a:prstGeom prst="arc">
            <a:avLst>
              <a:gd name="adj1" fmla="val 1537720"/>
              <a:gd name="adj2" fmla="val 0"/>
            </a:avLst>
          </a:prstGeom>
          <a:ln w="38100">
            <a:solidFill>
              <a:schemeClr val="tx1">
                <a:lumMod val="95000"/>
                <a:lumOff val="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28575">
                <a:solidFill>
                  <a:sysClr val="windowText" lastClr="000000"/>
                </a:solidFill>
              </a:ln>
            </a:endParaRPr>
          </a:p>
        </p:txBody>
      </p:sp>
      <p:sp>
        <p:nvSpPr>
          <p:cNvPr id="10" name="Arrow: Right 9">
            <a:extLst>
              <a:ext uri="{FF2B5EF4-FFF2-40B4-BE49-F238E27FC236}">
                <a16:creationId xmlns:a16="http://schemas.microsoft.com/office/drawing/2014/main" id="{FF6F8C85-3780-0543-CB9C-B3F7B773B399}"/>
              </a:ext>
            </a:extLst>
          </p:cNvPr>
          <p:cNvSpPr/>
          <p:nvPr/>
        </p:nvSpPr>
        <p:spPr>
          <a:xfrm rot="14528598">
            <a:off x="9241219" y="2542193"/>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Arrow: Right 10">
            <a:extLst>
              <a:ext uri="{FF2B5EF4-FFF2-40B4-BE49-F238E27FC236}">
                <a16:creationId xmlns:a16="http://schemas.microsoft.com/office/drawing/2014/main" id="{41C6A507-560C-F763-776C-D00EDF852BE7}"/>
              </a:ext>
            </a:extLst>
          </p:cNvPr>
          <p:cNvSpPr/>
          <p:nvPr/>
        </p:nvSpPr>
        <p:spPr>
          <a:xfrm rot="17791634">
            <a:off x="10456435" y="2530064"/>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Arrow: Right 11">
            <a:extLst>
              <a:ext uri="{FF2B5EF4-FFF2-40B4-BE49-F238E27FC236}">
                <a16:creationId xmlns:a16="http://schemas.microsoft.com/office/drawing/2014/main" id="{FD19CF78-4C78-72FD-8BF8-B1BF30769E18}"/>
              </a:ext>
            </a:extLst>
          </p:cNvPr>
          <p:cNvSpPr/>
          <p:nvPr/>
        </p:nvSpPr>
        <p:spPr>
          <a:xfrm rot="3331560">
            <a:off x="10464490" y="4589087"/>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AEA2FC6F-60E4-9FE3-3CA7-315D44B0CCDF}"/>
              </a:ext>
            </a:extLst>
          </p:cNvPr>
          <p:cNvSpPr/>
          <p:nvPr/>
        </p:nvSpPr>
        <p:spPr>
          <a:xfrm rot="7581044">
            <a:off x="9259359" y="4601551"/>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TextBox 13">
            <a:extLst>
              <a:ext uri="{FF2B5EF4-FFF2-40B4-BE49-F238E27FC236}">
                <a16:creationId xmlns:a16="http://schemas.microsoft.com/office/drawing/2014/main" id="{A08AEA0A-5BDD-DC02-CB54-75FED92768E8}"/>
              </a:ext>
            </a:extLst>
          </p:cNvPr>
          <p:cNvSpPr txBox="1"/>
          <p:nvPr/>
        </p:nvSpPr>
        <p:spPr>
          <a:xfrm>
            <a:off x="7178119" y="3947570"/>
            <a:ext cx="1757778" cy="369332"/>
          </a:xfrm>
          <a:prstGeom prst="rect">
            <a:avLst/>
          </a:prstGeom>
          <a:noFill/>
        </p:spPr>
        <p:txBody>
          <a:bodyPr wrap="square" rtlCol="0">
            <a:spAutoFit/>
          </a:bodyPr>
          <a:lstStyle/>
          <a:p>
            <a:r>
              <a:rPr lang="en-US" dirty="0"/>
              <a:t>Electric current</a:t>
            </a:r>
          </a:p>
        </p:txBody>
      </p:sp>
      <p:cxnSp>
        <p:nvCxnSpPr>
          <p:cNvPr id="16" name="Straight Connector 15">
            <a:extLst>
              <a:ext uri="{FF2B5EF4-FFF2-40B4-BE49-F238E27FC236}">
                <a16:creationId xmlns:a16="http://schemas.microsoft.com/office/drawing/2014/main" id="{7B9FA604-AB74-16A1-CEF2-D009B1209C70}"/>
              </a:ext>
            </a:extLst>
          </p:cNvPr>
          <p:cNvCxnSpPr>
            <a:cxnSpLocks/>
          </p:cNvCxnSpPr>
          <p:nvPr/>
        </p:nvCxnSpPr>
        <p:spPr>
          <a:xfrm flipV="1">
            <a:off x="8712677" y="3897297"/>
            <a:ext cx="404689" cy="24680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FEEFE33-34C0-7F08-5C6A-A1202549AA82}"/>
              </a:ext>
            </a:extLst>
          </p:cNvPr>
          <p:cNvSpPr txBox="1"/>
          <p:nvPr/>
        </p:nvSpPr>
        <p:spPr>
          <a:xfrm>
            <a:off x="9525739" y="5063676"/>
            <a:ext cx="1837678" cy="646331"/>
          </a:xfrm>
          <a:prstGeom prst="rect">
            <a:avLst/>
          </a:prstGeom>
          <a:noFill/>
        </p:spPr>
        <p:txBody>
          <a:bodyPr wrap="square" rtlCol="0">
            <a:spAutoFit/>
          </a:bodyPr>
          <a:lstStyle/>
          <a:p>
            <a:r>
              <a:rPr lang="en-US" dirty="0"/>
              <a:t>Magnetic Response</a:t>
            </a:r>
          </a:p>
        </p:txBody>
      </p:sp>
    </p:spTree>
    <p:extLst>
      <p:ext uri="{BB962C8B-B14F-4D97-AF65-F5344CB8AC3E}">
        <p14:creationId xmlns:p14="http://schemas.microsoft.com/office/powerpoint/2010/main" val="1175262866"/>
      </p:ext>
    </p:extLst>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D02FC-1949-6753-2A4B-22F482CCF2B5}"/>
              </a:ext>
            </a:extLst>
          </p:cNvPr>
          <p:cNvSpPr>
            <a:spLocks noGrp="1"/>
          </p:cNvSpPr>
          <p:nvPr>
            <p:ph type="title"/>
          </p:nvPr>
        </p:nvSpPr>
        <p:spPr/>
        <p:txBody>
          <a:bodyPr/>
          <a:lstStyle/>
          <a:p>
            <a:r>
              <a:rPr lang="en-US" dirty="0"/>
              <a:t>About the ECM Fluxgates</a:t>
            </a:r>
          </a:p>
        </p:txBody>
      </p:sp>
      <p:sp>
        <p:nvSpPr>
          <p:cNvPr id="3" name="Content Placeholder 2">
            <a:extLst>
              <a:ext uri="{FF2B5EF4-FFF2-40B4-BE49-F238E27FC236}">
                <a16:creationId xmlns:a16="http://schemas.microsoft.com/office/drawing/2014/main" id="{2EF43EC2-CE9B-32E5-1F37-D5032BFA6568}"/>
              </a:ext>
            </a:extLst>
          </p:cNvPr>
          <p:cNvSpPr>
            <a:spLocks noGrp="1"/>
          </p:cNvSpPr>
          <p:nvPr>
            <p:ph idx="1"/>
          </p:nvPr>
        </p:nvSpPr>
        <p:spPr>
          <a:xfrm>
            <a:off x="211874" y="1270725"/>
            <a:ext cx="4982167" cy="5015570"/>
          </a:xfrm>
        </p:spPr>
        <p:txBody>
          <a:bodyPr>
            <a:normAutofit/>
          </a:bodyPr>
          <a:lstStyle/>
          <a:p>
            <a:pPr lvl="1"/>
            <a:endParaRPr lang="en-US" sz="2000" dirty="0"/>
          </a:p>
          <a:p>
            <a:pPr lvl="1"/>
            <a:r>
              <a:rPr lang="en-US" sz="2000" dirty="0"/>
              <a:t>Key Parts</a:t>
            </a:r>
          </a:p>
          <a:p>
            <a:pPr lvl="2"/>
            <a:r>
              <a:rPr lang="en-US" sz="1800" dirty="0"/>
              <a:t>Rings of soft magnetic alloy which magnetize in an external field</a:t>
            </a:r>
          </a:p>
          <a:p>
            <a:pPr lvl="2"/>
            <a:r>
              <a:rPr lang="en-US" sz="1800" dirty="0"/>
              <a:t>Drive and sense coils that detect the magnetization</a:t>
            </a:r>
          </a:p>
          <a:p>
            <a:pPr lvl="2"/>
            <a:r>
              <a:rPr lang="en-US" sz="1800" dirty="0"/>
              <a:t>Employed lots of plastics and adhesives with carbon added for moderate conductivity to provide shielding and protect against IESD</a:t>
            </a:r>
          </a:p>
          <a:p>
            <a:pPr lvl="2"/>
            <a:r>
              <a:rPr lang="en-US" sz="1800" dirty="0"/>
              <a:t>Use of metal was minimized</a:t>
            </a:r>
          </a:p>
          <a:p>
            <a:pPr lvl="2"/>
            <a:endParaRPr lang="en-US" sz="1800" dirty="0"/>
          </a:p>
          <a:p>
            <a:pPr lvl="1"/>
            <a:r>
              <a:rPr dirty="0"/>
              <a:t>Temperature: regulated to -110 C at Jupiter</a:t>
            </a:r>
          </a:p>
          <a:p>
            <a:endParaRPr lang="en-US" dirty="0"/>
          </a:p>
        </p:txBody>
      </p:sp>
      <p:sp>
        <p:nvSpPr>
          <p:cNvPr id="4" name="Slide Number Placeholder 3">
            <a:extLst>
              <a:ext uri="{FF2B5EF4-FFF2-40B4-BE49-F238E27FC236}">
                <a16:creationId xmlns:a16="http://schemas.microsoft.com/office/drawing/2014/main" id="{3CF84776-7F02-66A3-BADA-0DF8F8DA40D7}"/>
              </a:ext>
            </a:extLst>
          </p:cNvPr>
          <p:cNvSpPr>
            <a:spLocks noGrp="1"/>
          </p:cNvSpPr>
          <p:nvPr>
            <p:ph type="sldNum" sz="quarter" idx="4"/>
          </p:nvPr>
        </p:nvSpPr>
        <p:spPr/>
        <p:txBody>
          <a:bodyPr/>
          <a:lstStyle/>
          <a:p>
            <a:fld id="{4A6E37D3-C5B8-47CF-A969-131D6B6A5E01}" type="slidenum">
              <a:rPr lang="en-US" smtClean="0"/>
              <a:t>32</a:t>
            </a:fld>
            <a:endParaRPr lang="en-US" dirty="0"/>
          </a:p>
        </p:txBody>
      </p:sp>
      <p:pic>
        <p:nvPicPr>
          <p:cNvPr id="5" name="Picture 4">
            <a:extLst>
              <a:ext uri="{FF2B5EF4-FFF2-40B4-BE49-F238E27FC236}">
                <a16:creationId xmlns:a16="http://schemas.microsoft.com/office/drawing/2014/main" id="{7A8F31F0-E178-479E-CF20-8B5906542A6C}"/>
              </a:ext>
            </a:extLst>
          </p:cNvPr>
          <p:cNvPicPr>
            <a:picLocks noChangeAspect="1"/>
          </p:cNvPicPr>
          <p:nvPr/>
        </p:nvPicPr>
        <p:blipFill rotWithShape="1">
          <a:blip r:embed="rId2"/>
          <a:srcRect b="1266"/>
          <a:stretch/>
        </p:blipFill>
        <p:spPr bwMode="auto">
          <a:xfrm>
            <a:off x="5692229" y="3180863"/>
            <a:ext cx="5943600" cy="2524125"/>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09351112-CAE5-5E14-A398-ED4F1ADB5446}"/>
              </a:ext>
            </a:extLst>
          </p:cNvPr>
          <p:cNvSpPr txBox="1"/>
          <p:nvPr/>
        </p:nvSpPr>
        <p:spPr>
          <a:xfrm>
            <a:off x="5605614" y="1435488"/>
            <a:ext cx="2363078" cy="1200329"/>
          </a:xfrm>
          <a:prstGeom prst="rect">
            <a:avLst/>
          </a:prstGeom>
          <a:noFill/>
        </p:spPr>
        <p:txBody>
          <a:bodyPr wrap="square" rtlCol="0">
            <a:spAutoFit/>
          </a:bodyPr>
          <a:lstStyle/>
          <a:p>
            <a:r>
              <a:rPr lang="en-US" dirty="0"/>
              <a:t>Two magnetic rings, with sense 3 coils to detect magnetization in X, Y, Z directions</a:t>
            </a:r>
          </a:p>
        </p:txBody>
      </p:sp>
      <p:sp>
        <p:nvSpPr>
          <p:cNvPr id="9" name="Arrow: Down 8">
            <a:extLst>
              <a:ext uri="{FF2B5EF4-FFF2-40B4-BE49-F238E27FC236}">
                <a16:creationId xmlns:a16="http://schemas.microsoft.com/office/drawing/2014/main" id="{C7D9CA1D-B217-D586-ECC6-7D801A806452}"/>
              </a:ext>
            </a:extLst>
          </p:cNvPr>
          <p:cNvSpPr/>
          <p:nvPr/>
        </p:nvSpPr>
        <p:spPr>
          <a:xfrm>
            <a:off x="8808098" y="2697826"/>
            <a:ext cx="734008" cy="4292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9A819F4A-052D-37C0-3D60-A18FC5EEA6BB}"/>
              </a:ext>
            </a:extLst>
          </p:cNvPr>
          <p:cNvPicPr>
            <a:picLocks noChangeAspect="1"/>
          </p:cNvPicPr>
          <p:nvPr/>
        </p:nvPicPr>
        <p:blipFill>
          <a:blip r:embed="rId3"/>
          <a:stretch>
            <a:fillRect/>
          </a:stretch>
        </p:blipFill>
        <p:spPr>
          <a:xfrm>
            <a:off x="8252456" y="1303069"/>
            <a:ext cx="1289650" cy="1188169"/>
          </a:xfrm>
          <a:prstGeom prst="rect">
            <a:avLst/>
          </a:prstGeom>
          <a:ln w="19050">
            <a:solidFill>
              <a:schemeClr val="tx1"/>
            </a:solidFill>
          </a:ln>
        </p:spPr>
      </p:pic>
      <p:pic>
        <p:nvPicPr>
          <p:cNvPr id="11" name="Picture 10">
            <a:extLst>
              <a:ext uri="{FF2B5EF4-FFF2-40B4-BE49-F238E27FC236}">
                <a16:creationId xmlns:a16="http://schemas.microsoft.com/office/drawing/2014/main" id="{F024F9FD-67CD-2F52-3460-ECFC42BCE37F}"/>
              </a:ext>
            </a:extLst>
          </p:cNvPr>
          <p:cNvPicPr>
            <a:picLocks noChangeAspect="1"/>
          </p:cNvPicPr>
          <p:nvPr/>
        </p:nvPicPr>
        <p:blipFill>
          <a:blip r:embed="rId3"/>
          <a:stretch>
            <a:fillRect/>
          </a:stretch>
        </p:blipFill>
        <p:spPr>
          <a:xfrm>
            <a:off x="8664029" y="1372404"/>
            <a:ext cx="1289650" cy="1188169"/>
          </a:xfrm>
          <a:prstGeom prst="rect">
            <a:avLst/>
          </a:prstGeom>
          <a:ln w="19050">
            <a:solidFill>
              <a:schemeClr val="tx1"/>
            </a:solidFill>
          </a:ln>
        </p:spPr>
      </p:pic>
    </p:spTree>
    <p:extLst>
      <p:ext uri="{BB962C8B-B14F-4D97-AF65-F5344CB8AC3E}">
        <p14:creationId xmlns:p14="http://schemas.microsoft.com/office/powerpoint/2010/main" val="3519434153"/>
      </p:ext>
    </p:extLst>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2FBC-1D3A-67D0-0B18-08DCBCADDAAC}"/>
              </a:ext>
            </a:extLst>
          </p:cNvPr>
          <p:cNvSpPr>
            <a:spLocks noGrp="1"/>
          </p:cNvSpPr>
          <p:nvPr>
            <p:ph type="title"/>
          </p:nvPr>
        </p:nvSpPr>
        <p:spPr>
          <a:xfrm>
            <a:off x="1437438" y="199331"/>
            <a:ext cx="10583333" cy="862804"/>
          </a:xfrm>
        </p:spPr>
        <p:txBody>
          <a:bodyPr/>
          <a:lstStyle/>
          <a:p>
            <a:r>
              <a:rPr lang="en-US" dirty="0"/>
              <a:t>Fluxgates: Operating Principle and Noise</a:t>
            </a:r>
          </a:p>
        </p:txBody>
      </p:sp>
      <p:sp>
        <p:nvSpPr>
          <p:cNvPr id="3" name="Content Placeholder 2">
            <a:extLst>
              <a:ext uri="{FF2B5EF4-FFF2-40B4-BE49-F238E27FC236}">
                <a16:creationId xmlns:a16="http://schemas.microsoft.com/office/drawing/2014/main" id="{44D458BE-40D7-95E9-5A9C-0F3875A07426}"/>
              </a:ext>
            </a:extLst>
          </p:cNvPr>
          <p:cNvSpPr>
            <a:spLocks noGrp="1"/>
          </p:cNvSpPr>
          <p:nvPr>
            <p:ph idx="1"/>
          </p:nvPr>
        </p:nvSpPr>
        <p:spPr>
          <a:xfrm>
            <a:off x="137070" y="1274142"/>
            <a:ext cx="4645277" cy="5015570"/>
          </a:xfrm>
        </p:spPr>
        <p:txBody>
          <a:bodyPr>
            <a:normAutofit fontScale="92500" lnSpcReduction="20000"/>
          </a:bodyPr>
          <a:lstStyle/>
          <a:p>
            <a:r>
              <a:rPr lang="en-US" dirty="0"/>
              <a:t>Fluxgates contain a soft magnetic material</a:t>
            </a:r>
          </a:p>
          <a:p>
            <a:r>
              <a:rPr lang="en-US" dirty="0"/>
              <a:t>Magnetic domains align with external magnetic field</a:t>
            </a:r>
          </a:p>
          <a:p>
            <a:r>
              <a:rPr lang="en-US" dirty="0"/>
              <a:t>Hysteresis: Domains do not perfectly align; they lag behind the external field</a:t>
            </a:r>
          </a:p>
          <a:p>
            <a:r>
              <a:rPr lang="en-US" dirty="0"/>
              <a:t>Small hysteresis at large fields because all domains are aligned, larger at zero field</a:t>
            </a:r>
          </a:p>
          <a:p>
            <a:r>
              <a:rPr dirty="0"/>
              <a:t>ECM fluxgates apply an oscillating field at 8 kHz.</a:t>
            </a:r>
          </a:p>
          <a:p>
            <a:r>
              <a:rPr lang="en-US" dirty="0"/>
              <a:t>The hysteresis loop causes a magnetic response at 16 kHz (and other multiples)</a:t>
            </a:r>
          </a:p>
          <a:p>
            <a:r>
              <a:rPr dirty="0"/>
              <a:t>The 16 kHz signal depends on the strength and direction of the external field</a:t>
            </a:r>
          </a:p>
          <a:p>
            <a:r>
              <a:rPr dirty="0"/>
              <a:t>The signal has noise because domain flips are partly random (~30 pT/Hz^1/2)</a:t>
            </a:r>
          </a:p>
          <a:p>
            <a:endParaRPr lang="en-US" dirty="0"/>
          </a:p>
          <a:p>
            <a:endParaRPr lang="en-US" dirty="0"/>
          </a:p>
          <a:p>
            <a:pPr marL="342797" lvl="1" indent="0">
              <a:buNone/>
            </a:pPr>
            <a:endParaRPr lang="en-US" dirty="0"/>
          </a:p>
          <a:p>
            <a:endParaRPr lang="en-US" dirty="0"/>
          </a:p>
        </p:txBody>
      </p:sp>
      <p:sp>
        <p:nvSpPr>
          <p:cNvPr id="4" name="Slide Number Placeholder 3">
            <a:extLst>
              <a:ext uri="{FF2B5EF4-FFF2-40B4-BE49-F238E27FC236}">
                <a16:creationId xmlns:a16="http://schemas.microsoft.com/office/drawing/2014/main" id="{4491C5E9-3AAA-201A-F2AA-893141DB2A40}"/>
              </a:ext>
            </a:extLst>
          </p:cNvPr>
          <p:cNvSpPr>
            <a:spLocks noGrp="1"/>
          </p:cNvSpPr>
          <p:nvPr>
            <p:ph type="sldNum" sz="quarter" idx="4"/>
          </p:nvPr>
        </p:nvSpPr>
        <p:spPr/>
        <p:txBody>
          <a:bodyPr/>
          <a:lstStyle/>
          <a:p>
            <a:fld id="{4A6E37D3-C5B8-47CF-A969-131D6B6A5E01}" type="slidenum">
              <a:rPr lang="en-US" smtClean="0"/>
              <a:t>33</a:t>
            </a:fld>
            <a:endParaRPr lang="en-US" dirty="0"/>
          </a:p>
        </p:txBody>
      </p:sp>
      <p:pic>
        <p:nvPicPr>
          <p:cNvPr id="6" name="Picture 5">
            <a:extLst>
              <a:ext uri="{FF2B5EF4-FFF2-40B4-BE49-F238E27FC236}">
                <a16:creationId xmlns:a16="http://schemas.microsoft.com/office/drawing/2014/main" id="{78075E2D-3D69-0F26-45B7-471C204475C2}"/>
              </a:ext>
            </a:extLst>
          </p:cNvPr>
          <p:cNvPicPr>
            <a:picLocks noChangeAspect="1"/>
          </p:cNvPicPr>
          <p:nvPr/>
        </p:nvPicPr>
        <p:blipFill>
          <a:blip r:embed="rId2"/>
          <a:stretch>
            <a:fillRect/>
          </a:stretch>
        </p:blipFill>
        <p:spPr>
          <a:xfrm>
            <a:off x="9184696" y="2292188"/>
            <a:ext cx="2436026" cy="2273624"/>
          </a:xfrm>
          <a:prstGeom prst="rect">
            <a:avLst/>
          </a:prstGeom>
        </p:spPr>
      </p:pic>
      <p:grpSp>
        <p:nvGrpSpPr>
          <p:cNvPr id="33" name="Group 32">
            <a:extLst>
              <a:ext uri="{FF2B5EF4-FFF2-40B4-BE49-F238E27FC236}">
                <a16:creationId xmlns:a16="http://schemas.microsoft.com/office/drawing/2014/main" id="{5C5EF52D-C904-5226-F5AD-F3D4DD5EBC6A}"/>
              </a:ext>
            </a:extLst>
          </p:cNvPr>
          <p:cNvGrpSpPr/>
          <p:nvPr/>
        </p:nvGrpSpPr>
        <p:grpSpPr>
          <a:xfrm flipV="1">
            <a:off x="7817712" y="3039738"/>
            <a:ext cx="825917" cy="778524"/>
            <a:chOff x="10001384" y="1270725"/>
            <a:chExt cx="825917" cy="778524"/>
          </a:xfrm>
        </p:grpSpPr>
        <p:sp>
          <p:nvSpPr>
            <p:cNvPr id="34" name="Oval 33">
              <a:extLst>
                <a:ext uri="{FF2B5EF4-FFF2-40B4-BE49-F238E27FC236}">
                  <a16:creationId xmlns:a16="http://schemas.microsoft.com/office/drawing/2014/main" id="{A010985E-C4C8-F1D3-340E-B158CFAA8F4F}"/>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5" name="Straight Arrow Connector 34">
              <a:extLst>
                <a:ext uri="{FF2B5EF4-FFF2-40B4-BE49-F238E27FC236}">
                  <a16:creationId xmlns:a16="http://schemas.microsoft.com/office/drawing/2014/main" id="{A0B4D6F1-01D1-FC43-3EFB-CC1CF5868DCB}"/>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E64F7BB-38FF-DFED-06F8-C7EC78C7E5DE}"/>
                </a:ext>
              </a:extLst>
            </p:cNvPr>
            <p:cNvCxnSpPr>
              <a:cxnSpLocks/>
            </p:cNvCxnSpPr>
            <p:nvPr/>
          </p:nvCxnSpPr>
          <p:spPr>
            <a:xfrm flipV="1">
              <a:off x="10596519" y="1507587"/>
              <a:ext cx="83333"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2018E91-3E2B-890A-5436-3F566BFB37CE}"/>
                </a:ext>
              </a:extLst>
            </p:cNvPr>
            <p:cNvCxnSpPr>
              <a:cxnSpLocks/>
            </p:cNvCxnSpPr>
            <p:nvPr/>
          </p:nvCxnSpPr>
          <p:spPr>
            <a:xfrm flipH="1" flipV="1">
              <a:off x="10251610" y="1500596"/>
              <a:ext cx="36121" cy="15240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D345C69-FE09-908E-7BDF-C2B1F96EDDE3}"/>
                </a:ext>
              </a:extLst>
            </p:cNvPr>
            <p:cNvCxnSpPr>
              <a:cxnSpLocks/>
            </p:cNvCxnSpPr>
            <p:nvPr/>
          </p:nvCxnSpPr>
          <p:spPr>
            <a:xfrm flipV="1">
              <a:off x="10404010" y="1652996"/>
              <a:ext cx="0" cy="15657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559B8ED-CD18-CC46-1E44-E781A7E1930E}"/>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5EDA5A4-5B75-1AD3-5F11-4348FE9D470A}"/>
                </a:ext>
              </a:extLst>
            </p:cNvPr>
            <p:cNvCxnSpPr>
              <a:cxnSpLocks/>
            </p:cNvCxnSpPr>
            <p:nvPr/>
          </p:nvCxnSpPr>
          <p:spPr>
            <a:xfrm flipH="1" flipV="1">
              <a:off x="10251610" y="1809567"/>
              <a:ext cx="36121" cy="138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60C127E9-6B61-90E8-F4A8-9D57BE4D781C}"/>
              </a:ext>
            </a:extLst>
          </p:cNvPr>
          <p:cNvGrpSpPr/>
          <p:nvPr/>
        </p:nvGrpSpPr>
        <p:grpSpPr>
          <a:xfrm flipV="1">
            <a:off x="6582061" y="4699544"/>
            <a:ext cx="825917" cy="778524"/>
            <a:chOff x="10001384" y="1270725"/>
            <a:chExt cx="825917" cy="778524"/>
          </a:xfrm>
        </p:grpSpPr>
        <p:sp>
          <p:nvSpPr>
            <p:cNvPr id="47" name="Oval 46">
              <a:extLst>
                <a:ext uri="{FF2B5EF4-FFF2-40B4-BE49-F238E27FC236}">
                  <a16:creationId xmlns:a16="http://schemas.microsoft.com/office/drawing/2014/main" id="{0FE75F13-7934-A56B-E1B9-CEFB1D9585F7}"/>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Arrow Connector 50">
              <a:extLst>
                <a:ext uri="{FF2B5EF4-FFF2-40B4-BE49-F238E27FC236}">
                  <a16:creationId xmlns:a16="http://schemas.microsoft.com/office/drawing/2014/main" id="{61773827-8242-2F30-41AD-978514BCF002}"/>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515985A-7B50-B0E9-EB49-7BE7287DFDF4}"/>
                </a:ext>
              </a:extLst>
            </p:cNvPr>
            <p:cNvCxnSpPr>
              <a:cxnSpLocks/>
            </p:cNvCxnSpPr>
            <p:nvPr/>
          </p:nvCxnSpPr>
          <p:spPr>
            <a:xfrm flipV="1">
              <a:off x="10596519" y="15034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9C64996-E123-4887-B502-254F2782BA65}"/>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6D455D6-28EF-5009-82F6-FB672143BC99}"/>
                </a:ext>
              </a:extLst>
            </p:cNvPr>
            <p:cNvCxnSpPr>
              <a:cxnSpLocks/>
            </p:cNvCxnSpPr>
            <p:nvPr/>
          </p:nvCxnSpPr>
          <p:spPr>
            <a:xfrm flipV="1">
              <a:off x="10404010" y="16529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783CE46-8C82-3D46-C86F-CAD96B6890D3}"/>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3406E04-473E-5D72-9A1B-E55AF4C39581}"/>
                </a:ext>
              </a:extLst>
            </p:cNvPr>
            <p:cNvCxnSpPr>
              <a:cxnSpLocks/>
            </p:cNvCxnSpPr>
            <p:nvPr/>
          </p:nvCxnSpPr>
          <p:spPr>
            <a:xfrm flipV="1">
              <a:off x="10287731" y="1791739"/>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DB205E93-BCC4-A30E-E42E-33763764F721}"/>
              </a:ext>
            </a:extLst>
          </p:cNvPr>
          <p:cNvGrpSpPr/>
          <p:nvPr/>
        </p:nvGrpSpPr>
        <p:grpSpPr>
          <a:xfrm flipV="1">
            <a:off x="6578371" y="1569129"/>
            <a:ext cx="825917" cy="778524"/>
            <a:chOff x="10001384" y="1270725"/>
            <a:chExt cx="825917" cy="778524"/>
          </a:xfrm>
        </p:grpSpPr>
        <p:sp>
          <p:nvSpPr>
            <p:cNvPr id="80" name="Oval 79">
              <a:extLst>
                <a:ext uri="{FF2B5EF4-FFF2-40B4-BE49-F238E27FC236}">
                  <a16:creationId xmlns:a16="http://schemas.microsoft.com/office/drawing/2014/main" id="{EE3D23CD-C838-2BDE-ABFA-20C6D9B3BB76}"/>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1" name="Straight Arrow Connector 80">
              <a:extLst>
                <a:ext uri="{FF2B5EF4-FFF2-40B4-BE49-F238E27FC236}">
                  <a16:creationId xmlns:a16="http://schemas.microsoft.com/office/drawing/2014/main" id="{D49E2906-5FA3-1A65-0542-20DF5EA643E3}"/>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EBB2280-859B-443D-3961-0E7A288A96B0}"/>
                </a:ext>
              </a:extLst>
            </p:cNvPr>
            <p:cNvCxnSpPr>
              <a:cxnSpLocks/>
            </p:cNvCxnSpPr>
            <p:nvPr/>
          </p:nvCxnSpPr>
          <p:spPr>
            <a:xfrm flipV="1">
              <a:off x="10596519" y="15034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1BFE643-50F8-94F5-FB61-7C0181C4BF8B}"/>
                </a:ext>
              </a:extLst>
            </p:cNvPr>
            <p:cNvCxnSpPr>
              <a:cxnSpLocks/>
            </p:cNvCxnSpPr>
            <p:nvPr/>
          </p:nvCxnSpPr>
          <p:spPr>
            <a:xfrm flipV="1">
              <a:off x="10251610" y="15005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73A8AE4-81D3-5D99-2DD4-49A59322A43E}"/>
                </a:ext>
              </a:extLst>
            </p:cNvPr>
            <p:cNvCxnSpPr>
              <a:cxnSpLocks/>
            </p:cNvCxnSpPr>
            <p:nvPr/>
          </p:nvCxnSpPr>
          <p:spPr>
            <a:xfrm flipV="1">
              <a:off x="10404010" y="16529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1FB01E09-3DF9-2FB5-E757-C37EA5E803EC}"/>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A37E78ED-3D64-8CE4-9352-8A4326E66016}"/>
                </a:ext>
              </a:extLst>
            </p:cNvPr>
            <p:cNvCxnSpPr>
              <a:cxnSpLocks/>
            </p:cNvCxnSpPr>
            <p:nvPr/>
          </p:nvCxnSpPr>
          <p:spPr>
            <a:xfrm flipV="1">
              <a:off x="10287731" y="1791739"/>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C7797DB5-3400-2EA3-F510-7BE4DF431B97}"/>
              </a:ext>
            </a:extLst>
          </p:cNvPr>
          <p:cNvGrpSpPr/>
          <p:nvPr/>
        </p:nvGrpSpPr>
        <p:grpSpPr>
          <a:xfrm flipV="1">
            <a:off x="5270083" y="3101562"/>
            <a:ext cx="825917" cy="778524"/>
            <a:chOff x="10001384" y="1270725"/>
            <a:chExt cx="825917" cy="778524"/>
          </a:xfrm>
        </p:grpSpPr>
        <p:sp>
          <p:nvSpPr>
            <p:cNvPr id="88" name="Oval 87">
              <a:extLst>
                <a:ext uri="{FF2B5EF4-FFF2-40B4-BE49-F238E27FC236}">
                  <a16:creationId xmlns:a16="http://schemas.microsoft.com/office/drawing/2014/main" id="{D41FD403-FBB9-AD79-889C-5824874CF72B}"/>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Straight Arrow Connector 88">
              <a:extLst>
                <a:ext uri="{FF2B5EF4-FFF2-40B4-BE49-F238E27FC236}">
                  <a16:creationId xmlns:a16="http://schemas.microsoft.com/office/drawing/2014/main" id="{1EFA7391-1183-F247-A074-68E0C8F5F629}"/>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1BF1AB7B-C007-70EB-D048-4DE7E1F84DA7}"/>
                </a:ext>
              </a:extLst>
            </p:cNvPr>
            <p:cNvCxnSpPr>
              <a:cxnSpLocks/>
            </p:cNvCxnSpPr>
            <p:nvPr/>
          </p:nvCxnSpPr>
          <p:spPr>
            <a:xfrm flipH="1" flipV="1">
              <a:off x="10596519" y="1503416"/>
              <a:ext cx="100576"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959EA7A2-7F2C-708F-3115-BD200B403FD4}"/>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F635BD83-57FD-7535-B7E7-3C13EC1636EE}"/>
                </a:ext>
              </a:extLst>
            </p:cNvPr>
            <p:cNvCxnSpPr>
              <a:cxnSpLocks/>
            </p:cNvCxnSpPr>
            <p:nvPr/>
          </p:nvCxnSpPr>
          <p:spPr>
            <a:xfrm flipV="1">
              <a:off x="10404010" y="1659987"/>
              <a:ext cx="40109" cy="1495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DA75807-6987-A21E-6068-006B593FDAAC}"/>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9BB15D56-05E9-BE13-B131-64EE3211BA2E}"/>
                </a:ext>
              </a:extLst>
            </p:cNvPr>
            <p:cNvCxnSpPr>
              <a:cxnSpLocks/>
            </p:cNvCxnSpPr>
            <p:nvPr/>
          </p:nvCxnSpPr>
          <p:spPr>
            <a:xfrm flipV="1">
              <a:off x="10251610" y="1791739"/>
              <a:ext cx="36121" cy="170228"/>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1" name="Arrow: Right 100">
            <a:extLst>
              <a:ext uri="{FF2B5EF4-FFF2-40B4-BE49-F238E27FC236}">
                <a16:creationId xmlns:a16="http://schemas.microsoft.com/office/drawing/2014/main" id="{A9B05B44-828E-8A6E-684A-3EFE7E96FA18}"/>
              </a:ext>
            </a:extLst>
          </p:cNvPr>
          <p:cNvSpPr/>
          <p:nvPr/>
        </p:nvSpPr>
        <p:spPr>
          <a:xfrm rot="7839999">
            <a:off x="6290546" y="2373276"/>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Arrow: Right 101">
            <a:extLst>
              <a:ext uri="{FF2B5EF4-FFF2-40B4-BE49-F238E27FC236}">
                <a16:creationId xmlns:a16="http://schemas.microsoft.com/office/drawing/2014/main" id="{832B475D-56E8-FBFE-A5D2-C0FF5F8AA7D2}"/>
              </a:ext>
            </a:extLst>
          </p:cNvPr>
          <p:cNvSpPr/>
          <p:nvPr/>
        </p:nvSpPr>
        <p:spPr>
          <a:xfrm rot="2146738">
            <a:off x="6318960" y="4007292"/>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Arrow: Right 102">
            <a:extLst>
              <a:ext uri="{FF2B5EF4-FFF2-40B4-BE49-F238E27FC236}">
                <a16:creationId xmlns:a16="http://schemas.microsoft.com/office/drawing/2014/main" id="{D52448B8-FD3D-5F4B-F4E1-A97EE222AD91}"/>
              </a:ext>
            </a:extLst>
          </p:cNvPr>
          <p:cNvSpPr/>
          <p:nvPr/>
        </p:nvSpPr>
        <p:spPr>
          <a:xfrm rot="18635847">
            <a:off x="7314761" y="4042520"/>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Arrow: Right 103">
            <a:extLst>
              <a:ext uri="{FF2B5EF4-FFF2-40B4-BE49-F238E27FC236}">
                <a16:creationId xmlns:a16="http://schemas.microsoft.com/office/drawing/2014/main" id="{004D3D8E-4D74-81A4-4E52-A8C52B776A00}"/>
              </a:ext>
            </a:extLst>
          </p:cNvPr>
          <p:cNvSpPr/>
          <p:nvPr/>
        </p:nvSpPr>
        <p:spPr>
          <a:xfrm rot="12952359">
            <a:off x="7446930" y="2376831"/>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3" name="Group 112">
            <a:extLst>
              <a:ext uri="{FF2B5EF4-FFF2-40B4-BE49-F238E27FC236}">
                <a16:creationId xmlns:a16="http://schemas.microsoft.com/office/drawing/2014/main" id="{CD79B4A7-1C35-99B6-91E6-12F6341B9220}"/>
              </a:ext>
            </a:extLst>
          </p:cNvPr>
          <p:cNvGrpSpPr/>
          <p:nvPr/>
        </p:nvGrpSpPr>
        <p:grpSpPr>
          <a:xfrm>
            <a:off x="6726186" y="1239828"/>
            <a:ext cx="465190" cy="252584"/>
            <a:chOff x="10275808" y="1197747"/>
            <a:chExt cx="465190" cy="339684"/>
          </a:xfrm>
        </p:grpSpPr>
        <p:cxnSp>
          <p:nvCxnSpPr>
            <p:cNvPr id="106" name="Straight Arrow Connector 105">
              <a:extLst>
                <a:ext uri="{FF2B5EF4-FFF2-40B4-BE49-F238E27FC236}">
                  <a16:creationId xmlns:a16="http://schemas.microsoft.com/office/drawing/2014/main" id="{FD486635-34F3-A29C-416C-D659CE05A37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D639CD74-D509-40BE-61F4-39CB6DCE03E3}"/>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93C5204-F3C7-9FB9-E9C1-1582860FE135}"/>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010859BF-3C57-852C-0996-5FE484A04BB1}"/>
              </a:ext>
            </a:extLst>
          </p:cNvPr>
          <p:cNvGrpSpPr/>
          <p:nvPr/>
        </p:nvGrpSpPr>
        <p:grpSpPr>
          <a:xfrm>
            <a:off x="6750926" y="2468984"/>
            <a:ext cx="465190" cy="252584"/>
            <a:chOff x="10275808" y="1197747"/>
            <a:chExt cx="465190" cy="339684"/>
          </a:xfrm>
        </p:grpSpPr>
        <p:cxnSp>
          <p:nvCxnSpPr>
            <p:cNvPr id="115" name="Straight Arrow Connector 114">
              <a:extLst>
                <a:ext uri="{FF2B5EF4-FFF2-40B4-BE49-F238E27FC236}">
                  <a16:creationId xmlns:a16="http://schemas.microsoft.com/office/drawing/2014/main" id="{15B5B75D-E279-2324-C02A-4105EB57B9AD}"/>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764348A9-74B7-053B-EF5A-AE7B8BBEF168}"/>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A769F94-CFA6-7EE8-FA1E-37E961CC1527}"/>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4A118A4C-A6FE-43E7-5356-9EE8F6237AD0}"/>
              </a:ext>
            </a:extLst>
          </p:cNvPr>
          <p:cNvGrpSpPr/>
          <p:nvPr/>
        </p:nvGrpSpPr>
        <p:grpSpPr>
          <a:xfrm rot="10800000">
            <a:off x="6810353" y="5503205"/>
            <a:ext cx="465190" cy="252584"/>
            <a:chOff x="10275808" y="1197747"/>
            <a:chExt cx="465190" cy="339684"/>
          </a:xfrm>
        </p:grpSpPr>
        <p:cxnSp>
          <p:nvCxnSpPr>
            <p:cNvPr id="119" name="Straight Arrow Connector 118">
              <a:extLst>
                <a:ext uri="{FF2B5EF4-FFF2-40B4-BE49-F238E27FC236}">
                  <a16:creationId xmlns:a16="http://schemas.microsoft.com/office/drawing/2014/main" id="{79EDF737-13DE-7723-B76E-599039F8642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041159A8-7814-2F8F-756A-DC98A8EC59E5}"/>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BD29336-97BC-CAEB-8394-D6B74626877D}"/>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7A8E18F5-768B-6818-7D9E-66FFCABDA18F}"/>
              </a:ext>
            </a:extLst>
          </p:cNvPr>
          <p:cNvGrpSpPr/>
          <p:nvPr/>
        </p:nvGrpSpPr>
        <p:grpSpPr>
          <a:xfrm rot="10800000">
            <a:off x="6785703" y="4360804"/>
            <a:ext cx="465190" cy="252584"/>
            <a:chOff x="10275808" y="1197747"/>
            <a:chExt cx="465190" cy="339684"/>
          </a:xfrm>
        </p:grpSpPr>
        <p:cxnSp>
          <p:nvCxnSpPr>
            <p:cNvPr id="123" name="Straight Arrow Connector 122">
              <a:extLst>
                <a:ext uri="{FF2B5EF4-FFF2-40B4-BE49-F238E27FC236}">
                  <a16:creationId xmlns:a16="http://schemas.microsoft.com/office/drawing/2014/main" id="{B717BA02-62E4-D39B-D693-6DA5A59056D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32EBEB08-6C9B-C4FD-F03D-34A874046C94}"/>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D3B3B399-DE12-6963-EAAD-4D2B3903D1B8}"/>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6" name="TextBox 125">
            <a:extLst>
              <a:ext uri="{FF2B5EF4-FFF2-40B4-BE49-F238E27FC236}">
                <a16:creationId xmlns:a16="http://schemas.microsoft.com/office/drawing/2014/main" id="{08289930-05DD-28AC-F338-E097869221A2}"/>
              </a:ext>
            </a:extLst>
          </p:cNvPr>
          <p:cNvSpPr txBox="1"/>
          <p:nvPr/>
        </p:nvSpPr>
        <p:spPr>
          <a:xfrm>
            <a:off x="7371580" y="1131900"/>
            <a:ext cx="1124600" cy="923330"/>
          </a:xfrm>
          <a:prstGeom prst="rect">
            <a:avLst/>
          </a:prstGeom>
          <a:noFill/>
        </p:spPr>
        <p:txBody>
          <a:bodyPr wrap="square" rtlCol="0">
            <a:spAutoFit/>
          </a:bodyPr>
          <a:lstStyle/>
          <a:p>
            <a:r>
              <a:rPr lang="en-US" dirty="0"/>
              <a:t>Strong Magnetic field</a:t>
            </a:r>
          </a:p>
        </p:txBody>
      </p:sp>
      <p:sp>
        <p:nvSpPr>
          <p:cNvPr id="127" name="TextBox 126">
            <a:extLst>
              <a:ext uri="{FF2B5EF4-FFF2-40B4-BE49-F238E27FC236}">
                <a16:creationId xmlns:a16="http://schemas.microsoft.com/office/drawing/2014/main" id="{1377B733-F4BF-48FA-6DDF-C83FE2F69D9F}"/>
              </a:ext>
            </a:extLst>
          </p:cNvPr>
          <p:cNvSpPr txBox="1"/>
          <p:nvPr/>
        </p:nvSpPr>
        <p:spPr>
          <a:xfrm>
            <a:off x="7572238" y="4832460"/>
            <a:ext cx="1124600" cy="1200329"/>
          </a:xfrm>
          <a:prstGeom prst="rect">
            <a:avLst/>
          </a:prstGeom>
          <a:noFill/>
        </p:spPr>
        <p:txBody>
          <a:bodyPr wrap="square" rtlCol="0">
            <a:spAutoFit/>
          </a:bodyPr>
          <a:lstStyle/>
          <a:p>
            <a:r>
              <a:rPr dirty="0"/>
              <a:t>Reversed Strong</a:t>
            </a:r>
          </a:p>
          <a:p>
            <a:r>
              <a:rPr lang="en-US" dirty="0"/>
              <a:t>Magnetic field</a:t>
            </a:r>
          </a:p>
        </p:txBody>
      </p:sp>
      <p:sp>
        <p:nvSpPr>
          <p:cNvPr id="128" name="TextBox 127">
            <a:extLst>
              <a:ext uri="{FF2B5EF4-FFF2-40B4-BE49-F238E27FC236}">
                <a16:creationId xmlns:a16="http://schemas.microsoft.com/office/drawing/2014/main" id="{0F568128-9C50-58B7-A7A3-700FF74CC574}"/>
              </a:ext>
            </a:extLst>
          </p:cNvPr>
          <p:cNvSpPr txBox="1"/>
          <p:nvPr/>
        </p:nvSpPr>
        <p:spPr>
          <a:xfrm>
            <a:off x="6348997" y="3068175"/>
            <a:ext cx="1325542" cy="646331"/>
          </a:xfrm>
          <a:prstGeom prst="rect">
            <a:avLst/>
          </a:prstGeom>
          <a:noFill/>
        </p:spPr>
        <p:txBody>
          <a:bodyPr wrap="square" rtlCol="0">
            <a:spAutoFit/>
          </a:bodyPr>
          <a:lstStyle/>
          <a:p>
            <a:r>
              <a:rPr lang="en-US" dirty="0"/>
              <a:t>No external field</a:t>
            </a:r>
          </a:p>
        </p:txBody>
      </p:sp>
      <p:sp>
        <p:nvSpPr>
          <p:cNvPr id="7" name="TextBox 6">
            <a:extLst>
              <a:ext uri="{FF2B5EF4-FFF2-40B4-BE49-F238E27FC236}">
                <a16:creationId xmlns:a16="http://schemas.microsoft.com/office/drawing/2014/main" id="{BCB77122-EE62-47E1-3EDD-229B43498C79}"/>
              </a:ext>
            </a:extLst>
          </p:cNvPr>
          <p:cNvSpPr txBox="1"/>
          <p:nvPr/>
        </p:nvSpPr>
        <p:spPr>
          <a:xfrm>
            <a:off x="5548697" y="2002555"/>
            <a:ext cx="1224474" cy="646331"/>
          </a:xfrm>
          <a:prstGeom prst="rect">
            <a:avLst/>
          </a:prstGeom>
          <a:noFill/>
        </p:spPr>
        <p:txBody>
          <a:bodyPr wrap="square" rtlCol="0">
            <a:spAutoFit/>
          </a:bodyPr>
          <a:lstStyle/>
          <a:p>
            <a:r>
              <a:rPr lang="en-US" dirty="0"/>
              <a:t>8 kHz</a:t>
            </a:r>
          </a:p>
          <a:p>
            <a:r>
              <a:rPr lang="en-US" dirty="0"/>
              <a:t>Cycle</a:t>
            </a:r>
          </a:p>
        </p:txBody>
      </p:sp>
      <p:cxnSp>
        <p:nvCxnSpPr>
          <p:cNvPr id="16" name="Straight Arrow Connector 15">
            <a:extLst>
              <a:ext uri="{FF2B5EF4-FFF2-40B4-BE49-F238E27FC236}">
                <a16:creationId xmlns:a16="http://schemas.microsoft.com/office/drawing/2014/main" id="{4F13C4FB-186B-B7AF-FFFE-858EEEFF67FD}"/>
              </a:ext>
            </a:extLst>
          </p:cNvPr>
          <p:cNvCxnSpPr>
            <a:cxnSpLocks/>
          </p:cNvCxnSpPr>
          <p:nvPr/>
        </p:nvCxnSpPr>
        <p:spPr>
          <a:xfrm>
            <a:off x="7666198" y="1929768"/>
            <a:ext cx="3510788" cy="417885"/>
          </a:xfrm>
          <a:prstGeom prst="straightConnector1">
            <a:avLst/>
          </a:prstGeom>
          <a:ln w="3810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F4FAA2D-376D-C7F4-DB03-B59740142721}"/>
              </a:ext>
            </a:extLst>
          </p:cNvPr>
          <p:cNvCxnSpPr>
            <a:cxnSpLocks/>
          </p:cNvCxnSpPr>
          <p:nvPr/>
        </p:nvCxnSpPr>
        <p:spPr>
          <a:xfrm flipV="1">
            <a:off x="7356427" y="4314443"/>
            <a:ext cx="1790635" cy="642611"/>
          </a:xfrm>
          <a:prstGeom prst="straightConnector1">
            <a:avLst/>
          </a:prstGeom>
          <a:ln w="3810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6B12DE2-060F-09DA-45A5-FF6F04D41399}"/>
              </a:ext>
            </a:extLst>
          </p:cNvPr>
          <p:cNvSpPr txBox="1"/>
          <p:nvPr/>
        </p:nvSpPr>
        <p:spPr>
          <a:xfrm>
            <a:off x="9340118" y="1589059"/>
            <a:ext cx="2714811" cy="369332"/>
          </a:xfrm>
          <a:prstGeom prst="rect">
            <a:avLst/>
          </a:prstGeom>
          <a:noFill/>
        </p:spPr>
        <p:txBody>
          <a:bodyPr wrap="square" rtlCol="0">
            <a:spAutoFit/>
          </a:bodyPr>
          <a:lstStyle/>
          <a:p>
            <a:r>
              <a:rPr lang="en-US" dirty="0"/>
              <a:t>Magnetization Curve</a:t>
            </a:r>
          </a:p>
        </p:txBody>
      </p:sp>
      <p:cxnSp>
        <p:nvCxnSpPr>
          <p:cNvPr id="17" name="Straight Arrow Connector 16">
            <a:extLst>
              <a:ext uri="{FF2B5EF4-FFF2-40B4-BE49-F238E27FC236}">
                <a16:creationId xmlns:a16="http://schemas.microsoft.com/office/drawing/2014/main" id="{C424A361-FAFF-E7FE-5BD0-DF7189EC5ED8}"/>
              </a:ext>
            </a:extLst>
          </p:cNvPr>
          <p:cNvCxnSpPr>
            <a:cxnSpLocks/>
            <a:stCxn id="20" idx="0"/>
          </p:cNvCxnSpPr>
          <p:nvPr/>
        </p:nvCxnSpPr>
        <p:spPr>
          <a:xfrm flipV="1">
            <a:off x="5557485" y="3959858"/>
            <a:ext cx="155333" cy="437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70DF9BE-3898-B995-8641-A77393F6DD45}"/>
              </a:ext>
            </a:extLst>
          </p:cNvPr>
          <p:cNvSpPr txBox="1"/>
          <p:nvPr/>
        </p:nvSpPr>
        <p:spPr>
          <a:xfrm>
            <a:off x="4890980" y="4397564"/>
            <a:ext cx="1333010" cy="1477328"/>
          </a:xfrm>
          <a:prstGeom prst="rect">
            <a:avLst/>
          </a:prstGeom>
          <a:noFill/>
        </p:spPr>
        <p:txBody>
          <a:bodyPr wrap="square" rtlCol="0">
            <a:spAutoFit/>
          </a:bodyPr>
          <a:lstStyle/>
          <a:p>
            <a:r>
              <a:rPr lang="en-US" dirty="0">
                <a:solidFill>
                  <a:schemeClr val="accent2">
                    <a:lumMod val="75000"/>
                  </a:schemeClr>
                </a:solidFill>
              </a:rPr>
              <a:t>Intrinsic noise due to magnetic domain realignment</a:t>
            </a:r>
          </a:p>
        </p:txBody>
      </p:sp>
      <p:sp>
        <p:nvSpPr>
          <p:cNvPr id="5" name="TextBox 4">
            <a:extLst>
              <a:ext uri="{FF2B5EF4-FFF2-40B4-BE49-F238E27FC236}">
                <a16:creationId xmlns:a16="http://schemas.microsoft.com/office/drawing/2014/main" id="{79C7049B-E022-C564-66AE-65C15EFE1391}"/>
              </a:ext>
            </a:extLst>
          </p:cNvPr>
          <p:cNvSpPr txBox="1"/>
          <p:nvPr/>
        </p:nvSpPr>
        <p:spPr>
          <a:xfrm>
            <a:off x="5732872" y="1418999"/>
            <a:ext cx="869936" cy="461665"/>
          </a:xfrm>
          <a:prstGeom prst="rect">
            <a:avLst/>
          </a:prstGeom>
          <a:noFill/>
          <a:ln>
            <a:noFill/>
          </a:ln>
        </p:spPr>
        <p:txBody>
          <a:bodyPr wrap="square" rtlCol="0">
            <a:spAutoFit/>
          </a:bodyPr>
          <a:lstStyle/>
          <a:p>
            <a:r>
              <a:rPr dirty="0"/>
              <a:t>(magnetic</a:t>
            </a:r>
          </a:p>
          <a:p>
            <a:r>
              <a:rPr lang="en-US" sz="1200" dirty="0">
                <a:solidFill>
                  <a:srgbClr val="0070C0"/>
                </a:solidFill>
              </a:rPr>
              <a:t>domains)</a:t>
            </a:r>
          </a:p>
        </p:txBody>
      </p:sp>
    </p:spTree>
    <p:extLst>
      <p:ext uri="{BB962C8B-B14F-4D97-AF65-F5344CB8AC3E}">
        <p14:creationId xmlns:p14="http://schemas.microsoft.com/office/powerpoint/2010/main" val="3262624437"/>
      </p:ext>
    </p:extLst>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C393-280E-12A4-F68D-CC1FA21344A0}"/>
              </a:ext>
            </a:extLst>
          </p:cNvPr>
          <p:cNvSpPr>
            <a:spLocks noGrp="1"/>
          </p:cNvSpPr>
          <p:nvPr>
            <p:ph type="title"/>
          </p:nvPr>
        </p:nvSpPr>
        <p:spPr/>
        <p:txBody>
          <a:bodyPr/>
          <a:lstStyle/>
          <a:p>
            <a:r>
              <a:rPr dirty="0"/>
              <a:t>Heliopause measurement</a:t>
            </a:r>
          </a:p>
        </p:txBody>
      </p:sp>
      <p:sp>
        <p:nvSpPr>
          <p:cNvPr id="3" name="Content Placeholder 2">
            <a:extLst>
              <a:ext uri="{FF2B5EF4-FFF2-40B4-BE49-F238E27FC236}">
                <a16:creationId xmlns:a16="http://schemas.microsoft.com/office/drawing/2014/main" id="{CB66F9E3-C707-F586-4AC8-4213B11C8CE2}"/>
              </a:ext>
            </a:extLst>
          </p:cNvPr>
          <p:cNvSpPr>
            <a:spLocks noGrp="1"/>
          </p:cNvSpPr>
          <p:nvPr>
            <p:ph idx="1"/>
          </p:nvPr>
        </p:nvSpPr>
        <p:spPr>
          <a:xfrm>
            <a:off x="211874" y="1289422"/>
            <a:ext cx="4564312" cy="5015570"/>
          </a:xfrm>
        </p:spPr>
        <p:txBody>
          <a:bodyPr/>
          <a:lstStyle/>
          <a:p>
            <a:r>
              <a:rPr lang="en-US" dirty="0"/>
              <a:t>Magnetic Measurements out at the heliopause require more sensitivity because magnetic fields are very small</a:t>
            </a:r>
          </a:p>
          <a:p>
            <a:pPr marL="0" indent="0">
              <a:buNone/>
            </a:pPr>
            <a:endParaRPr lang="en-US" dirty="0"/>
          </a:p>
          <a:p>
            <a:r>
              <a:rPr lang="en-US" dirty="0"/>
              <a:t>However, would take decades to get there</a:t>
            </a:r>
          </a:p>
          <a:p>
            <a:endParaRPr lang="en-US" dirty="0"/>
          </a:p>
        </p:txBody>
      </p:sp>
      <p:sp>
        <p:nvSpPr>
          <p:cNvPr id="4" name="Slide Number Placeholder 3">
            <a:extLst>
              <a:ext uri="{FF2B5EF4-FFF2-40B4-BE49-F238E27FC236}">
                <a16:creationId xmlns:a16="http://schemas.microsoft.com/office/drawing/2014/main" id="{443DAC26-8005-CD6A-E7F6-E855898FD0C4}"/>
              </a:ext>
            </a:extLst>
          </p:cNvPr>
          <p:cNvSpPr>
            <a:spLocks noGrp="1"/>
          </p:cNvSpPr>
          <p:nvPr>
            <p:ph type="sldNum" sz="quarter" idx="4"/>
          </p:nvPr>
        </p:nvSpPr>
        <p:spPr/>
        <p:txBody>
          <a:bodyPr/>
          <a:lstStyle/>
          <a:p>
            <a:fld id="{4A6E37D3-C5B8-47CF-A969-131D6B6A5E01}" type="slidenum">
              <a:rPr lang="en-US" smtClean="0"/>
              <a:t>34</a:t>
            </a:fld>
            <a:endParaRPr lang="en-US" dirty="0"/>
          </a:p>
        </p:txBody>
      </p:sp>
      <p:pic>
        <p:nvPicPr>
          <p:cNvPr id="1026" name="Picture 2">
            <a:extLst>
              <a:ext uri="{FF2B5EF4-FFF2-40B4-BE49-F238E27FC236}">
                <a16:creationId xmlns:a16="http://schemas.microsoft.com/office/drawing/2014/main" id="{F0D1193B-F12D-0841-5B2E-6BCC926A2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2095" y="1289422"/>
            <a:ext cx="6838031" cy="461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602306"/>
      </p:ext>
    </p:extLst>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5AD5A7F2-36FD-4331-AA56-A3E38948876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73188" y="2076932"/>
            <a:ext cx="3456803" cy="2379990"/>
          </a:xfrm>
          <a:prstGeom prst="rect">
            <a:avLst/>
          </a:prstGeom>
        </p:spPr>
      </p:pic>
      <p:pic>
        <p:nvPicPr>
          <p:cNvPr id="47" name="Picture 46">
            <a:extLst>
              <a:ext uri="{FF2B5EF4-FFF2-40B4-BE49-F238E27FC236}">
                <a16:creationId xmlns:a16="http://schemas.microsoft.com/office/drawing/2014/main" id="{FB1F3D46-1720-7C03-A5FA-AD862FDB008C}"/>
              </a:ext>
            </a:extLst>
          </p:cNvPr>
          <p:cNvPicPr>
            <a:picLocks noChangeAspect="1"/>
          </p:cNvPicPr>
          <p:nvPr/>
        </p:nvPicPr>
        <p:blipFill rotWithShape="1">
          <a:blip r:embed="rId4"/>
          <a:srcRect l="18234" r="9502"/>
          <a:stretch/>
        </p:blipFill>
        <p:spPr>
          <a:xfrm>
            <a:off x="792930" y="4229766"/>
            <a:ext cx="1786552" cy="1637905"/>
          </a:xfrm>
          <a:prstGeom prst="rect">
            <a:avLst/>
          </a:prstGeom>
        </p:spPr>
      </p:pic>
      <p:sp>
        <p:nvSpPr>
          <p:cNvPr id="2" name="Title 1">
            <a:extLst>
              <a:ext uri="{FF2B5EF4-FFF2-40B4-BE49-F238E27FC236}">
                <a16:creationId xmlns:a16="http://schemas.microsoft.com/office/drawing/2014/main" id="{18BC7611-F457-4077-9EFB-24318B390BD2}"/>
              </a:ext>
            </a:extLst>
          </p:cNvPr>
          <p:cNvSpPr>
            <a:spLocks noGrp="1"/>
          </p:cNvSpPr>
          <p:nvPr>
            <p:ph type="title"/>
          </p:nvPr>
        </p:nvSpPr>
        <p:spPr/>
        <p:txBody>
          <a:bodyPr/>
          <a:lstStyle/>
          <a:p>
            <a:r>
              <a:rPr lang="en-US" dirty="0"/>
              <a:t>Europa Clipper</a:t>
            </a:r>
          </a:p>
        </p:txBody>
      </p:sp>
      <p:sp>
        <p:nvSpPr>
          <p:cNvPr id="45" name="TextBox 44">
            <a:extLst>
              <a:ext uri="{FF2B5EF4-FFF2-40B4-BE49-F238E27FC236}">
                <a16:creationId xmlns:a16="http://schemas.microsoft.com/office/drawing/2014/main" id="{E6833194-6CB1-49C6-B44D-0BDDA9076642}"/>
              </a:ext>
            </a:extLst>
          </p:cNvPr>
          <p:cNvSpPr txBox="1"/>
          <p:nvPr/>
        </p:nvSpPr>
        <p:spPr>
          <a:xfrm>
            <a:off x="7516990" y="5077836"/>
            <a:ext cx="206189" cy="253916"/>
          </a:xfrm>
          <a:prstGeom prst="rect">
            <a:avLst/>
          </a:prstGeom>
          <a:noFill/>
          <a:ln>
            <a:noFill/>
          </a:ln>
        </p:spPr>
        <p:txBody>
          <a:bodyPr wrap="square" rtlCol="0">
            <a:spAutoFit/>
          </a:bodyPr>
          <a:lstStyle>
            <a:defPPr>
              <a:defRPr lang="en-US"/>
            </a:defPPr>
            <a:lvl1pPr algn="r"/>
          </a:lstStyle>
          <a:p>
            <a:pPr algn="ctr"/>
            <a:r>
              <a:rPr dirty="0"/>
              <a:t>1</a:t>
            </a:r>
          </a:p>
        </p:txBody>
      </p:sp>
      <p:sp>
        <p:nvSpPr>
          <p:cNvPr id="3" name="TextBox 2">
            <a:extLst>
              <a:ext uri="{FF2B5EF4-FFF2-40B4-BE49-F238E27FC236}">
                <a16:creationId xmlns:a16="http://schemas.microsoft.com/office/drawing/2014/main" id="{EF7ED989-219E-1ACC-890E-4BCE510F785C}"/>
              </a:ext>
            </a:extLst>
          </p:cNvPr>
          <p:cNvSpPr txBox="1"/>
          <p:nvPr/>
        </p:nvSpPr>
        <p:spPr>
          <a:xfrm>
            <a:off x="5223334" y="1252725"/>
            <a:ext cx="2970756" cy="923330"/>
          </a:xfrm>
          <a:prstGeom prst="rect">
            <a:avLst/>
          </a:prstGeom>
          <a:noFill/>
        </p:spPr>
        <p:txBody>
          <a:bodyPr wrap="square" rtlCol="0">
            <a:spAutoFit/>
          </a:bodyPr>
          <a:lstStyle/>
          <a:p>
            <a:r>
              <a:rPr lang="en-US" dirty="0"/>
              <a:t>Europa Clipper Magnetometer (ECM) on boom</a:t>
            </a:r>
          </a:p>
        </p:txBody>
      </p:sp>
      <p:pic>
        <p:nvPicPr>
          <p:cNvPr id="6" name="Picture 5">
            <a:extLst>
              <a:ext uri="{FF2B5EF4-FFF2-40B4-BE49-F238E27FC236}">
                <a16:creationId xmlns:a16="http://schemas.microsoft.com/office/drawing/2014/main" id="{D2AB9489-2C4F-EB49-112A-4A773215FC64}"/>
              </a:ext>
            </a:extLst>
          </p:cNvPr>
          <p:cNvPicPr>
            <a:picLocks noChangeAspect="1"/>
          </p:cNvPicPr>
          <p:nvPr/>
        </p:nvPicPr>
        <p:blipFill>
          <a:blip r:embed="rId5"/>
          <a:stretch>
            <a:fillRect/>
          </a:stretch>
        </p:blipFill>
        <p:spPr>
          <a:xfrm>
            <a:off x="5255581" y="2151175"/>
            <a:ext cx="2727820" cy="1713364"/>
          </a:xfrm>
          <a:prstGeom prst="rect">
            <a:avLst/>
          </a:prstGeom>
        </p:spPr>
      </p:pic>
      <p:pic>
        <p:nvPicPr>
          <p:cNvPr id="7" name="Picture 6">
            <a:extLst>
              <a:ext uri="{FF2B5EF4-FFF2-40B4-BE49-F238E27FC236}">
                <a16:creationId xmlns:a16="http://schemas.microsoft.com/office/drawing/2014/main" id="{8FB2F76F-F8EB-28FD-714A-1F796C41D02D}"/>
              </a:ext>
            </a:extLst>
          </p:cNvPr>
          <p:cNvPicPr>
            <a:picLocks noChangeAspect="1"/>
          </p:cNvPicPr>
          <p:nvPr/>
        </p:nvPicPr>
        <p:blipFill>
          <a:blip r:embed="rId6"/>
          <a:stretch>
            <a:fillRect/>
          </a:stretch>
        </p:blipFill>
        <p:spPr>
          <a:xfrm>
            <a:off x="5255581" y="4121407"/>
            <a:ext cx="2727820" cy="1431729"/>
          </a:xfrm>
          <a:prstGeom prst="rect">
            <a:avLst/>
          </a:prstGeom>
        </p:spPr>
      </p:pic>
      <p:cxnSp>
        <p:nvCxnSpPr>
          <p:cNvPr id="38" name="Straight Connector 37">
            <a:extLst>
              <a:ext uri="{FF2B5EF4-FFF2-40B4-BE49-F238E27FC236}">
                <a16:creationId xmlns:a16="http://schemas.microsoft.com/office/drawing/2014/main" id="{1AFC91CD-BDAC-44EB-ADAB-5D1DB8D0279D}"/>
              </a:ext>
            </a:extLst>
          </p:cNvPr>
          <p:cNvCxnSpPr>
            <a:cxnSpLocks/>
          </p:cNvCxnSpPr>
          <p:nvPr/>
        </p:nvCxnSpPr>
        <p:spPr>
          <a:xfrm flipV="1">
            <a:off x="2191282" y="4104029"/>
            <a:ext cx="815059" cy="470779"/>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1687E13-87C6-D8F3-260C-7AEA095EA1E9}"/>
              </a:ext>
            </a:extLst>
          </p:cNvPr>
          <p:cNvCxnSpPr>
            <a:cxnSpLocks/>
          </p:cNvCxnSpPr>
          <p:nvPr/>
        </p:nvCxnSpPr>
        <p:spPr>
          <a:xfrm flipV="1">
            <a:off x="2154521" y="4248225"/>
            <a:ext cx="1307491" cy="413578"/>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64945B1-E0A4-E70E-8896-0E1EEC87084E}"/>
              </a:ext>
            </a:extLst>
          </p:cNvPr>
          <p:cNvCxnSpPr>
            <a:cxnSpLocks/>
          </p:cNvCxnSpPr>
          <p:nvPr/>
        </p:nvCxnSpPr>
        <p:spPr>
          <a:xfrm flipV="1">
            <a:off x="2213713" y="4455014"/>
            <a:ext cx="1683584" cy="321191"/>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2AE9630-4BF0-5163-82E4-1700C1B58452}"/>
              </a:ext>
            </a:extLst>
          </p:cNvPr>
          <p:cNvSpPr txBox="1"/>
          <p:nvPr/>
        </p:nvSpPr>
        <p:spPr>
          <a:xfrm>
            <a:off x="810723" y="5573258"/>
            <a:ext cx="1945505" cy="369332"/>
          </a:xfrm>
          <a:prstGeom prst="rect">
            <a:avLst/>
          </a:prstGeom>
          <a:noFill/>
        </p:spPr>
        <p:txBody>
          <a:bodyPr wrap="square" rtlCol="0">
            <a:spAutoFit/>
          </a:bodyPr>
          <a:lstStyle/>
          <a:p>
            <a:r>
              <a:rPr lang="en-US" dirty="0"/>
              <a:t>ECM sensors</a:t>
            </a:r>
          </a:p>
        </p:txBody>
      </p:sp>
      <p:sp>
        <p:nvSpPr>
          <p:cNvPr id="4" name="TextBox 3">
            <a:extLst>
              <a:ext uri="{FF2B5EF4-FFF2-40B4-BE49-F238E27FC236}">
                <a16:creationId xmlns:a16="http://schemas.microsoft.com/office/drawing/2014/main" id="{4B42B13E-BEA5-9F2A-FE29-219087BE2BAC}"/>
              </a:ext>
            </a:extLst>
          </p:cNvPr>
          <p:cNvSpPr txBox="1"/>
          <p:nvPr/>
        </p:nvSpPr>
        <p:spPr>
          <a:xfrm>
            <a:off x="435006" y="1304864"/>
            <a:ext cx="4669654" cy="646331"/>
          </a:xfrm>
          <a:prstGeom prst="rect">
            <a:avLst/>
          </a:prstGeom>
          <a:noFill/>
        </p:spPr>
        <p:txBody>
          <a:bodyPr wrap="square" rtlCol="0">
            <a:spAutoFit/>
          </a:bodyPr>
          <a:lstStyle/>
          <a:p>
            <a:r>
              <a:rPr lang="en-US" dirty="0"/>
              <a:t>Three fluxgate magnetometers located on a boom to isolate from spacecraft magnetics</a:t>
            </a:r>
          </a:p>
        </p:txBody>
      </p:sp>
      <p:pic>
        <p:nvPicPr>
          <p:cNvPr id="5" name="Content Placeholder 7">
            <a:extLst>
              <a:ext uri="{FF2B5EF4-FFF2-40B4-BE49-F238E27FC236}">
                <a16:creationId xmlns:a16="http://schemas.microsoft.com/office/drawing/2014/main" id="{45D1F712-990C-C746-8839-6EC44BC97895}"/>
              </a:ext>
            </a:extLst>
          </p:cNvPr>
          <p:cNvPicPr>
            <a:picLocks noGrp="1" noChangeAspect="1"/>
          </p:cNvPicPr>
          <p:nvPr>
            <p:ph idx="1"/>
          </p:nvPr>
        </p:nvPicPr>
        <p:blipFill rotWithShape="1">
          <a:blip r:embed="rId7"/>
          <a:srcRect l="6449" t="5253" r="-6449" b="7319"/>
          <a:stretch/>
        </p:blipFill>
        <p:spPr>
          <a:xfrm>
            <a:off x="8771636" y="3193268"/>
            <a:ext cx="2531686" cy="2379990"/>
          </a:xfrm>
        </p:spPr>
      </p:pic>
      <p:sp>
        <p:nvSpPr>
          <p:cNvPr id="15" name="TextBox 14">
            <a:extLst>
              <a:ext uri="{FF2B5EF4-FFF2-40B4-BE49-F238E27FC236}">
                <a16:creationId xmlns:a16="http://schemas.microsoft.com/office/drawing/2014/main" id="{403B6A06-8C2B-3B7B-53E4-C3149D55AA57}"/>
              </a:ext>
            </a:extLst>
          </p:cNvPr>
          <p:cNvSpPr txBox="1"/>
          <p:nvPr/>
        </p:nvSpPr>
        <p:spPr>
          <a:xfrm>
            <a:off x="8448606" y="1158595"/>
            <a:ext cx="3423517" cy="1985159"/>
          </a:xfrm>
          <a:prstGeom prst="rect">
            <a:avLst/>
          </a:prstGeom>
          <a:noFill/>
        </p:spPr>
        <p:txBody>
          <a:bodyPr wrap="square">
            <a:spAutoFit/>
          </a:bodyPr>
          <a:lstStyle/>
          <a:p>
            <a:pPr>
              <a:spcAft>
                <a:spcPts val="600"/>
              </a:spcAft>
            </a:pPr>
            <a:r>
              <a:rPr dirty="0"/>
              <a:t>The planned measurements will provide information about the</a:t>
            </a:r>
          </a:p>
          <a:p>
            <a:pPr marL="742950" lvl="1" indent="-285750">
              <a:spcAft>
                <a:spcPts val="600"/>
              </a:spcAft>
              <a:buFont typeface="Arial" panose="020B0604020202020204" pitchFamily="34" charset="0"/>
              <a:buChar char="•"/>
            </a:pPr>
            <a:r>
              <a:rPr lang="en-US" dirty="0"/>
              <a:t>Ocean depth</a:t>
            </a:r>
          </a:p>
          <a:p>
            <a:pPr marL="742950" lvl="1" indent="-285750">
              <a:spcAft>
                <a:spcPts val="600"/>
              </a:spcAft>
              <a:buFont typeface="Arial" panose="020B0604020202020204" pitchFamily="34" charset="0"/>
              <a:buChar char="•"/>
            </a:pPr>
            <a:r>
              <a:rPr lang="en-US" dirty="0"/>
              <a:t>Salinity</a:t>
            </a:r>
          </a:p>
          <a:p>
            <a:pPr>
              <a:spcAft>
                <a:spcPts val="600"/>
              </a:spcAft>
            </a:pPr>
            <a:r>
              <a:rPr dirty="0"/>
              <a:t>What could we do with much more sensitive magnetometers</a:t>
            </a:r>
          </a:p>
        </p:txBody>
      </p:sp>
    </p:spTree>
    <p:extLst>
      <p:ext uri="{BB962C8B-B14F-4D97-AF65-F5344CB8AC3E}">
        <p14:creationId xmlns:p14="http://schemas.microsoft.com/office/powerpoint/2010/main" val="293856973"/>
      </p:ext>
    </p:extLst>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A596-8A37-7509-CE33-2E1A9215633A}"/>
              </a:ext>
            </a:extLst>
          </p:cNvPr>
          <p:cNvSpPr>
            <a:spLocks noGrp="1"/>
          </p:cNvSpPr>
          <p:nvPr>
            <p:ph type="title"/>
          </p:nvPr>
        </p:nvSpPr>
        <p:spPr/>
        <p:txBody>
          <a:bodyPr/>
          <a:lstStyle/>
          <a:p>
            <a:r>
              <a:rPr lang="en-US" dirty="0"/>
              <a:t>Issue 3: Low Temperature Operation</a:t>
            </a:r>
          </a:p>
        </p:txBody>
      </p:sp>
      <p:sp>
        <p:nvSpPr>
          <p:cNvPr id="3" name="Content Placeholder 2">
            <a:extLst>
              <a:ext uri="{FF2B5EF4-FFF2-40B4-BE49-F238E27FC236}">
                <a16:creationId xmlns:a16="http://schemas.microsoft.com/office/drawing/2014/main" id="{F2D03D0C-74BF-2EAC-0E06-652C6B605AC0}"/>
              </a:ext>
            </a:extLst>
          </p:cNvPr>
          <p:cNvSpPr>
            <a:spLocks noGrp="1"/>
          </p:cNvSpPr>
          <p:nvPr>
            <p:ph idx="1"/>
          </p:nvPr>
        </p:nvSpPr>
        <p:spPr>
          <a:xfrm>
            <a:off x="211875" y="1270725"/>
            <a:ext cx="7440676" cy="5015570"/>
          </a:xfrm>
        </p:spPr>
        <p:txBody>
          <a:bodyPr>
            <a:normAutofit/>
          </a:bodyPr>
          <a:lstStyle/>
          <a:p>
            <a:pPr marL="0" indent="0">
              <a:buNone/>
            </a:pPr>
            <a:r>
              <a:rPr lang="en-US" sz="2800" dirty="0"/>
              <a:t>A SQUID gradiometer must operate at 80 K or below</a:t>
            </a:r>
          </a:p>
          <a:p>
            <a:pPr marL="0" indent="0">
              <a:buNone/>
            </a:pPr>
            <a:r>
              <a:rPr lang="en-US" sz="2800" dirty="0"/>
              <a:t>Solutions:</a:t>
            </a:r>
          </a:p>
          <a:p>
            <a:pPr lvl="1"/>
            <a:r>
              <a:rPr lang="en-US" dirty="0"/>
              <a:t>Passive cooling possible</a:t>
            </a:r>
          </a:p>
          <a:p>
            <a:pPr lvl="1"/>
            <a:r>
              <a:rPr lang="en-US" dirty="0"/>
              <a:t>NEO surveyor will passively cool IR detector arrays to 40 K at Earth Lagrange point (L1)</a:t>
            </a:r>
          </a:p>
          <a:p>
            <a:pPr lvl="1"/>
            <a:r>
              <a:rPr lang="en-US" dirty="0"/>
              <a:t>Cooling tiny SQUIDs, which use nW of power, is much easier</a:t>
            </a:r>
          </a:p>
          <a:p>
            <a:pPr lvl="1"/>
            <a:r>
              <a:rPr dirty="0"/>
              <a:t>Objects at Saturn and Uranus are typically below 80 K</a:t>
            </a:r>
          </a:p>
          <a:p>
            <a:r>
              <a:rPr lang="en-US" sz="2800" dirty="0"/>
              <a:t>Closer to the sun, cryocoolers are also an option</a:t>
            </a:r>
          </a:p>
          <a:p>
            <a:pPr lvl="1"/>
            <a:r>
              <a:rPr lang="en-US" sz="2000" dirty="0"/>
              <a:t>Small cryocoolers are available that weigh 1.2 kg and use 30 W</a:t>
            </a:r>
          </a:p>
          <a:p>
            <a:pPr marL="342797" lvl="1" indent="0">
              <a:buNone/>
            </a:pPr>
            <a:endParaRPr lang="en-US" dirty="0"/>
          </a:p>
        </p:txBody>
      </p:sp>
      <p:sp>
        <p:nvSpPr>
          <p:cNvPr id="4" name="Slide Number Placeholder 3">
            <a:extLst>
              <a:ext uri="{FF2B5EF4-FFF2-40B4-BE49-F238E27FC236}">
                <a16:creationId xmlns:a16="http://schemas.microsoft.com/office/drawing/2014/main" id="{F458DEE0-D680-4F40-2148-B419D3161E92}"/>
              </a:ext>
            </a:extLst>
          </p:cNvPr>
          <p:cNvSpPr>
            <a:spLocks noGrp="1"/>
          </p:cNvSpPr>
          <p:nvPr>
            <p:ph type="sldNum" sz="quarter" idx="4"/>
          </p:nvPr>
        </p:nvSpPr>
        <p:spPr/>
        <p:txBody>
          <a:bodyPr/>
          <a:lstStyle/>
          <a:p>
            <a:fld id="{4A6E37D3-C5B8-47CF-A969-131D6B6A5E01}" type="slidenum">
              <a:rPr lang="en-US" smtClean="0"/>
              <a:t>36</a:t>
            </a:fld>
            <a:endParaRPr lang="en-US" dirty="0"/>
          </a:p>
        </p:txBody>
      </p:sp>
      <p:pic>
        <p:nvPicPr>
          <p:cNvPr id="5" name="Picture 4">
            <a:extLst>
              <a:ext uri="{FF2B5EF4-FFF2-40B4-BE49-F238E27FC236}">
                <a16:creationId xmlns:a16="http://schemas.microsoft.com/office/drawing/2014/main" id="{CE278E27-65E6-8F2B-1009-F293712F47E5}"/>
              </a:ext>
            </a:extLst>
          </p:cNvPr>
          <p:cNvPicPr>
            <a:picLocks noChangeAspect="1"/>
          </p:cNvPicPr>
          <p:nvPr/>
        </p:nvPicPr>
        <p:blipFill>
          <a:blip r:embed="rId2"/>
          <a:stretch>
            <a:fillRect/>
          </a:stretch>
        </p:blipFill>
        <p:spPr>
          <a:xfrm>
            <a:off x="8135756" y="3240349"/>
            <a:ext cx="3313641" cy="2958935"/>
          </a:xfrm>
          <a:prstGeom prst="rect">
            <a:avLst/>
          </a:prstGeom>
        </p:spPr>
      </p:pic>
      <p:pic>
        <p:nvPicPr>
          <p:cNvPr id="2050" name="Picture 2" descr="NEO Surveyor - Wikipedia">
            <a:extLst>
              <a:ext uri="{FF2B5EF4-FFF2-40B4-BE49-F238E27FC236}">
                <a16:creationId xmlns:a16="http://schemas.microsoft.com/office/drawing/2014/main" id="{A99AD846-5FDC-1EE6-9BC0-0107E2F8B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1061" y="978545"/>
            <a:ext cx="2282301" cy="18258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5196A4C-C3ED-E471-0D33-0491631C8AEF}"/>
              </a:ext>
            </a:extLst>
          </p:cNvPr>
          <p:cNvSpPr txBox="1"/>
          <p:nvPr/>
        </p:nvSpPr>
        <p:spPr>
          <a:xfrm>
            <a:off x="9117367" y="2760897"/>
            <a:ext cx="2183907" cy="369332"/>
          </a:xfrm>
          <a:prstGeom prst="rect">
            <a:avLst/>
          </a:prstGeom>
          <a:noFill/>
        </p:spPr>
        <p:txBody>
          <a:bodyPr wrap="square" rtlCol="0">
            <a:spAutoFit/>
          </a:bodyPr>
          <a:lstStyle/>
          <a:p>
            <a:r>
              <a:rPr lang="en-US" dirty="0"/>
              <a:t>NEO Surveyor</a:t>
            </a:r>
          </a:p>
        </p:txBody>
      </p:sp>
    </p:spTree>
    <p:extLst>
      <p:ext uri="{BB962C8B-B14F-4D97-AF65-F5344CB8AC3E}">
        <p14:creationId xmlns:p14="http://schemas.microsoft.com/office/powerpoint/2010/main" val="2272827764"/>
      </p:ext>
    </p:extLst>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E41D-4682-C807-4088-8ABE71221B96}"/>
              </a:ext>
            </a:extLst>
          </p:cNvPr>
          <p:cNvSpPr>
            <a:spLocks noGrp="1"/>
          </p:cNvSpPr>
          <p:nvPr>
            <p:ph type="title"/>
          </p:nvPr>
        </p:nvSpPr>
        <p:spPr/>
        <p:txBody>
          <a:bodyPr>
            <a:normAutofit/>
          </a:bodyPr>
          <a:lstStyle/>
          <a:p>
            <a:r>
              <a:rPr lang="en-US" dirty="0"/>
              <a:t>Issue 4: Tolerance to Noisy Environments</a:t>
            </a:r>
          </a:p>
        </p:txBody>
      </p:sp>
      <p:sp>
        <p:nvSpPr>
          <p:cNvPr id="3" name="Content Placeholder 2">
            <a:extLst>
              <a:ext uri="{FF2B5EF4-FFF2-40B4-BE49-F238E27FC236}">
                <a16:creationId xmlns:a16="http://schemas.microsoft.com/office/drawing/2014/main" id="{E5C19639-4D68-27CA-5028-63ECB73BD81C}"/>
              </a:ext>
            </a:extLst>
          </p:cNvPr>
          <p:cNvSpPr>
            <a:spLocks noGrp="1"/>
          </p:cNvSpPr>
          <p:nvPr>
            <p:ph idx="1"/>
          </p:nvPr>
        </p:nvSpPr>
        <p:spPr>
          <a:xfrm>
            <a:off x="211874" y="1270725"/>
            <a:ext cx="4502169" cy="5015570"/>
          </a:xfrm>
        </p:spPr>
        <p:txBody>
          <a:bodyPr>
            <a:normAutofit/>
          </a:bodyPr>
          <a:lstStyle/>
          <a:p>
            <a:r>
              <a:rPr dirty="0"/>
              <a:t>Issue: Can quantum interference devices handle a noisy magnetic environment</a:t>
            </a:r>
          </a:p>
          <a:p>
            <a:r>
              <a:rPr lang="en-US" dirty="0"/>
              <a:t>A variant of YBCO SQUIDs, called Josephson junction arrays, works in high-field environments</a:t>
            </a:r>
          </a:p>
          <a:p>
            <a:pPr lvl="1"/>
            <a:r>
              <a:rPr dirty="0"/>
              <a:t>UC Riverside reports "developing superconducting magnetometers designed … with enough dynamic range to operate unshielded with background magnetic fields, such as that of the Earth"</a:t>
            </a:r>
          </a:p>
          <a:p>
            <a:pPr lvl="1"/>
            <a:r>
              <a:rPr lang="en-US" dirty="0"/>
              <a:t>Replace the SQUID loop with a tiny junction-only device</a:t>
            </a:r>
          </a:p>
          <a:p>
            <a:pPr lvl="1"/>
            <a:r>
              <a:rPr dirty="0"/>
              <a:t>The effective junction size is small enough that flux does not saturate (micron scale)</a:t>
            </a:r>
          </a:p>
          <a:p>
            <a:pPr lvl="1"/>
            <a:endParaRPr lang="en-US" dirty="0"/>
          </a:p>
        </p:txBody>
      </p:sp>
      <p:sp>
        <p:nvSpPr>
          <p:cNvPr id="4" name="Slide Number Placeholder 3">
            <a:extLst>
              <a:ext uri="{FF2B5EF4-FFF2-40B4-BE49-F238E27FC236}">
                <a16:creationId xmlns:a16="http://schemas.microsoft.com/office/drawing/2014/main" id="{CF4E8769-4CCD-80F7-D7D8-31B5C383228E}"/>
              </a:ext>
            </a:extLst>
          </p:cNvPr>
          <p:cNvSpPr>
            <a:spLocks noGrp="1"/>
          </p:cNvSpPr>
          <p:nvPr>
            <p:ph type="sldNum" sz="quarter" idx="4"/>
          </p:nvPr>
        </p:nvSpPr>
        <p:spPr/>
        <p:txBody>
          <a:bodyPr/>
          <a:lstStyle/>
          <a:p>
            <a:fld id="{4A6E37D3-C5B8-47CF-A969-131D6B6A5E01}" type="slidenum">
              <a:rPr lang="en-US" smtClean="0"/>
              <a:t>37</a:t>
            </a:fld>
            <a:endParaRPr lang="en-US" dirty="0"/>
          </a:p>
        </p:txBody>
      </p:sp>
      <p:pic>
        <p:nvPicPr>
          <p:cNvPr id="10" name="Picture 9">
            <a:extLst>
              <a:ext uri="{FF2B5EF4-FFF2-40B4-BE49-F238E27FC236}">
                <a16:creationId xmlns:a16="http://schemas.microsoft.com/office/drawing/2014/main" id="{3850B6C3-3EC3-F3A0-D195-0D5D089F3007}"/>
              </a:ext>
            </a:extLst>
          </p:cNvPr>
          <p:cNvPicPr>
            <a:picLocks noChangeAspect="1"/>
          </p:cNvPicPr>
          <p:nvPr/>
        </p:nvPicPr>
        <p:blipFill>
          <a:blip r:embed="rId2"/>
          <a:stretch>
            <a:fillRect/>
          </a:stretch>
        </p:blipFill>
        <p:spPr>
          <a:xfrm>
            <a:off x="7741708" y="2520441"/>
            <a:ext cx="3475021" cy="2743438"/>
          </a:xfrm>
          <a:prstGeom prst="rect">
            <a:avLst/>
          </a:prstGeom>
        </p:spPr>
      </p:pic>
      <p:sp>
        <p:nvSpPr>
          <p:cNvPr id="11" name="Arrow: Right 10">
            <a:extLst>
              <a:ext uri="{FF2B5EF4-FFF2-40B4-BE49-F238E27FC236}">
                <a16:creationId xmlns:a16="http://schemas.microsoft.com/office/drawing/2014/main" id="{7243C7C9-1CF9-A9E3-1E87-3074B49E9B15}"/>
              </a:ext>
            </a:extLst>
          </p:cNvPr>
          <p:cNvSpPr/>
          <p:nvPr/>
        </p:nvSpPr>
        <p:spPr>
          <a:xfrm rot="16200000">
            <a:off x="8841998" y="5335399"/>
            <a:ext cx="1644242" cy="6878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Earth field</a:t>
            </a:r>
          </a:p>
        </p:txBody>
      </p:sp>
      <p:pic>
        <p:nvPicPr>
          <p:cNvPr id="6" name="Picture 5">
            <a:extLst>
              <a:ext uri="{FF2B5EF4-FFF2-40B4-BE49-F238E27FC236}">
                <a16:creationId xmlns:a16="http://schemas.microsoft.com/office/drawing/2014/main" id="{B83CA82A-6077-50BD-C35B-676B4CA01AC1}"/>
              </a:ext>
            </a:extLst>
          </p:cNvPr>
          <p:cNvPicPr>
            <a:picLocks noChangeAspect="1"/>
          </p:cNvPicPr>
          <p:nvPr/>
        </p:nvPicPr>
        <p:blipFill>
          <a:blip r:embed="rId3"/>
          <a:stretch>
            <a:fillRect/>
          </a:stretch>
        </p:blipFill>
        <p:spPr>
          <a:xfrm rot="780676">
            <a:off x="5048613" y="1737546"/>
            <a:ext cx="2911215" cy="3559313"/>
          </a:xfrm>
          <a:prstGeom prst="rect">
            <a:avLst/>
          </a:prstGeom>
          <a:ln>
            <a:solidFill>
              <a:schemeClr val="tx1"/>
            </a:solidFill>
          </a:ln>
        </p:spPr>
      </p:pic>
    </p:spTree>
    <p:extLst>
      <p:ext uri="{BB962C8B-B14F-4D97-AF65-F5344CB8AC3E}">
        <p14:creationId xmlns:p14="http://schemas.microsoft.com/office/powerpoint/2010/main" val="3058957808"/>
      </p:ext>
    </p:extLst>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D120-088C-CF50-8736-07D1F5A98EE2}"/>
              </a:ext>
            </a:extLst>
          </p:cNvPr>
          <p:cNvSpPr>
            <a:spLocks noGrp="1"/>
          </p:cNvSpPr>
          <p:nvPr>
            <p:ph type="title"/>
          </p:nvPr>
        </p:nvSpPr>
        <p:spPr/>
        <p:txBody>
          <a:bodyPr/>
          <a:lstStyle/>
          <a:p>
            <a:r>
              <a:rPr lang="en-US" dirty="0"/>
              <a:t>Solar Wind Model</a:t>
            </a:r>
          </a:p>
        </p:txBody>
      </p:sp>
      <p:sp>
        <p:nvSpPr>
          <p:cNvPr id="3" name="Content Placeholder 2">
            <a:extLst>
              <a:ext uri="{FF2B5EF4-FFF2-40B4-BE49-F238E27FC236}">
                <a16:creationId xmlns:a16="http://schemas.microsoft.com/office/drawing/2014/main" id="{C0E2311B-713D-D552-9BA3-8FE6AC7A809C}"/>
              </a:ext>
            </a:extLst>
          </p:cNvPr>
          <p:cNvSpPr>
            <a:spLocks noGrp="1"/>
          </p:cNvSpPr>
          <p:nvPr>
            <p:ph idx="1"/>
          </p:nvPr>
        </p:nvSpPr>
        <p:spPr>
          <a:xfrm>
            <a:off x="211874" y="1270725"/>
            <a:ext cx="6092673" cy="2280343"/>
          </a:xfrm>
        </p:spPr>
        <p:txBody>
          <a:bodyPr>
            <a:normAutofit fontScale="62500" lnSpcReduction="20000"/>
          </a:bodyPr>
          <a:lstStyle/>
          <a:p>
            <a:r>
              <a:rPr lang="en-US" dirty="0"/>
              <a:t>My simulations of gradiometer performance incorporate a solar wind model</a:t>
            </a:r>
          </a:p>
          <a:p>
            <a:r>
              <a:rPr lang="en-US" dirty="0"/>
              <a:t>Taylor frozen flow model:</a:t>
            </a:r>
          </a:p>
          <a:p>
            <a:pPr lvl="1"/>
            <a:r>
              <a:rPr dirty="0"/>
              <a:t>Solar wind drags magnetic field lines with it.</a:t>
            </a:r>
          </a:p>
          <a:p>
            <a:pPr lvl="1"/>
            <a:r>
              <a:rPr lang="en-US" b="1" dirty="0"/>
              <a:t>Field is not changing in a comoving frame</a:t>
            </a:r>
          </a:p>
          <a:p>
            <a:r>
              <a:rPr lang="en-US" dirty="0"/>
              <a:t>Power spectrum of solar wind magnetic field noise is well known</a:t>
            </a:r>
          </a:p>
          <a:p>
            <a:pPr lvl="1"/>
            <a:r>
              <a:rPr dirty="0"/>
              <a:t>. (Source: Daniele Telloni, "Frequency Transition From Weak to Strong Turbulence in the Solar Wind") (Near Earth)</a:t>
            </a:r>
          </a:p>
          <a:p>
            <a:r>
              <a:rPr dirty="0"/>
              <a:t>Given the power spectrum and velocity of the solar wind , the simulations calculate the spatial variations in the magnetic field</a:t>
            </a:r>
          </a:p>
          <a:p>
            <a:r>
              <a:rPr dirty="0"/>
              <a:t>Shows that a gradiometer effectively filters out solar-wind magnetic noise</a:t>
            </a:r>
          </a:p>
          <a:p>
            <a:pPr lvl="1"/>
            <a:endParaRPr lang="en-US" dirty="0"/>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AFEA19E3-2282-F4C4-7A6A-0BB87C6CDD57}"/>
              </a:ext>
            </a:extLst>
          </p:cNvPr>
          <p:cNvSpPr>
            <a:spLocks noGrp="1"/>
          </p:cNvSpPr>
          <p:nvPr>
            <p:ph type="sldNum" sz="quarter" idx="4"/>
          </p:nvPr>
        </p:nvSpPr>
        <p:spPr/>
        <p:txBody>
          <a:bodyPr/>
          <a:lstStyle/>
          <a:p>
            <a:fld id="{4A6E37D3-C5B8-47CF-A969-131D6B6A5E01}" type="slidenum">
              <a:rPr lang="en-US" smtClean="0"/>
              <a:t>38</a:t>
            </a:fld>
            <a:endParaRPr lang="en-US" dirty="0"/>
          </a:p>
        </p:txBody>
      </p:sp>
      <p:pic>
        <p:nvPicPr>
          <p:cNvPr id="6" name="Picture 5">
            <a:extLst>
              <a:ext uri="{FF2B5EF4-FFF2-40B4-BE49-F238E27FC236}">
                <a16:creationId xmlns:a16="http://schemas.microsoft.com/office/drawing/2014/main" id="{446862FE-B8B7-3299-63D1-3962AB0627BC}"/>
              </a:ext>
            </a:extLst>
          </p:cNvPr>
          <p:cNvPicPr>
            <a:picLocks noChangeAspect="1"/>
          </p:cNvPicPr>
          <p:nvPr/>
        </p:nvPicPr>
        <p:blipFill>
          <a:blip r:embed="rId3"/>
          <a:stretch>
            <a:fillRect/>
          </a:stretch>
        </p:blipFill>
        <p:spPr>
          <a:xfrm>
            <a:off x="858165" y="3429001"/>
            <a:ext cx="5010577" cy="2852630"/>
          </a:xfrm>
          <a:prstGeom prst="rect">
            <a:avLst/>
          </a:prstGeom>
        </p:spPr>
      </p:pic>
      <p:pic>
        <p:nvPicPr>
          <p:cNvPr id="11" name="Picture 10">
            <a:extLst>
              <a:ext uri="{FF2B5EF4-FFF2-40B4-BE49-F238E27FC236}">
                <a16:creationId xmlns:a16="http://schemas.microsoft.com/office/drawing/2014/main" id="{C9EAB082-4D70-3759-D19D-0DF4EE22D95C}"/>
              </a:ext>
            </a:extLst>
          </p:cNvPr>
          <p:cNvPicPr>
            <a:picLocks noChangeAspect="1"/>
          </p:cNvPicPr>
          <p:nvPr/>
        </p:nvPicPr>
        <p:blipFill>
          <a:blip r:embed="rId4"/>
          <a:stretch>
            <a:fillRect/>
          </a:stretch>
        </p:blipFill>
        <p:spPr>
          <a:xfrm rot="973577">
            <a:off x="9344153" y="3363669"/>
            <a:ext cx="2021292" cy="2743429"/>
          </a:xfrm>
          <a:prstGeom prst="rect">
            <a:avLst/>
          </a:prstGeom>
          <a:ln w="3175">
            <a:solidFill>
              <a:schemeClr val="tx1"/>
            </a:solidFill>
          </a:ln>
        </p:spPr>
      </p:pic>
      <p:pic>
        <p:nvPicPr>
          <p:cNvPr id="9" name="Content Placeholder 5">
            <a:extLst>
              <a:ext uri="{FF2B5EF4-FFF2-40B4-BE49-F238E27FC236}">
                <a16:creationId xmlns:a16="http://schemas.microsoft.com/office/drawing/2014/main" id="{33D0F26E-D148-EF3D-3533-71AD847A8067}"/>
              </a:ext>
            </a:extLst>
          </p:cNvPr>
          <p:cNvPicPr>
            <a:picLocks noChangeAspect="1"/>
          </p:cNvPicPr>
          <p:nvPr/>
        </p:nvPicPr>
        <p:blipFill>
          <a:blip r:embed="rId5"/>
          <a:stretch>
            <a:fillRect/>
          </a:stretch>
        </p:blipFill>
        <p:spPr>
          <a:xfrm rot="937154">
            <a:off x="7377312" y="3444764"/>
            <a:ext cx="2130167" cy="2548759"/>
          </a:xfrm>
          <a:prstGeom prst="rect">
            <a:avLst/>
          </a:prstGeom>
          <a:solidFill>
            <a:schemeClr val="tx1"/>
          </a:solidFill>
          <a:ln>
            <a:solidFill>
              <a:schemeClr val="tx1"/>
            </a:solidFill>
          </a:ln>
        </p:spPr>
      </p:pic>
      <p:pic>
        <p:nvPicPr>
          <p:cNvPr id="12" name="Picture 11">
            <a:extLst>
              <a:ext uri="{FF2B5EF4-FFF2-40B4-BE49-F238E27FC236}">
                <a16:creationId xmlns:a16="http://schemas.microsoft.com/office/drawing/2014/main" id="{03877DFD-2E08-8A12-0C75-E1F04A339226}"/>
              </a:ext>
            </a:extLst>
          </p:cNvPr>
          <p:cNvPicPr>
            <a:picLocks noChangeAspect="1"/>
          </p:cNvPicPr>
          <p:nvPr/>
        </p:nvPicPr>
        <p:blipFill>
          <a:blip r:embed="rId6"/>
          <a:stretch>
            <a:fillRect/>
          </a:stretch>
        </p:blipFill>
        <p:spPr>
          <a:xfrm>
            <a:off x="6747290" y="517544"/>
            <a:ext cx="4381880" cy="2476715"/>
          </a:xfrm>
          <a:prstGeom prst="rect">
            <a:avLst/>
          </a:prstGeom>
        </p:spPr>
      </p:pic>
      <p:sp>
        <p:nvSpPr>
          <p:cNvPr id="5" name="TextBox 4">
            <a:extLst>
              <a:ext uri="{FF2B5EF4-FFF2-40B4-BE49-F238E27FC236}">
                <a16:creationId xmlns:a16="http://schemas.microsoft.com/office/drawing/2014/main" id="{8E654096-ED89-DD49-6EBA-03168A1DD3DC}"/>
              </a:ext>
            </a:extLst>
          </p:cNvPr>
          <p:cNvSpPr txBox="1"/>
          <p:nvPr/>
        </p:nvSpPr>
        <p:spPr>
          <a:xfrm>
            <a:off x="7531856" y="2750797"/>
            <a:ext cx="2938508" cy="369332"/>
          </a:xfrm>
          <a:prstGeom prst="rect">
            <a:avLst/>
          </a:prstGeom>
          <a:noFill/>
        </p:spPr>
        <p:txBody>
          <a:bodyPr wrap="square" rtlCol="0">
            <a:spAutoFit/>
          </a:bodyPr>
          <a:lstStyle/>
          <a:p>
            <a:r>
              <a:rPr lang="en-US" dirty="0"/>
              <a:t>Solar Wind Power Spectrum</a:t>
            </a:r>
          </a:p>
        </p:txBody>
      </p:sp>
    </p:spTree>
    <p:extLst>
      <p:ext uri="{BB962C8B-B14F-4D97-AF65-F5344CB8AC3E}">
        <p14:creationId xmlns:p14="http://schemas.microsoft.com/office/powerpoint/2010/main" val="2571364560"/>
      </p:ext>
    </p:extLst>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46544-EEC1-591D-0014-89FD0C3C29C8}"/>
              </a:ext>
            </a:extLst>
          </p:cNvPr>
          <p:cNvSpPr>
            <a:spLocks noGrp="1"/>
          </p:cNvSpPr>
          <p:nvPr>
            <p:ph type="title"/>
          </p:nvPr>
        </p:nvSpPr>
        <p:spPr/>
        <p:txBody>
          <a:bodyPr/>
          <a:lstStyle/>
          <a:p>
            <a:r>
              <a:rPr lang="en-US" dirty="0"/>
              <a:t>Numerical Model of Solar Wind Magnetic Noise</a:t>
            </a:r>
          </a:p>
        </p:txBody>
      </p:sp>
      <p:sp>
        <p:nvSpPr>
          <p:cNvPr id="4" name="Slide Number Placeholder 3">
            <a:extLst>
              <a:ext uri="{FF2B5EF4-FFF2-40B4-BE49-F238E27FC236}">
                <a16:creationId xmlns:a16="http://schemas.microsoft.com/office/drawing/2014/main" id="{6B0A3972-1348-CF9F-96AD-8D7FFADA7A19}"/>
              </a:ext>
            </a:extLst>
          </p:cNvPr>
          <p:cNvSpPr>
            <a:spLocks noGrp="1"/>
          </p:cNvSpPr>
          <p:nvPr>
            <p:ph type="sldNum" sz="quarter" idx="4"/>
          </p:nvPr>
        </p:nvSpPr>
        <p:spPr/>
        <p:txBody>
          <a:bodyPr/>
          <a:lstStyle/>
          <a:p>
            <a:fld id="{4A6E37D3-C5B8-47CF-A969-131D6B6A5E01}" type="slidenum">
              <a:rPr lang="en-US" smtClean="0"/>
              <a:t>39</a:t>
            </a:fld>
            <a:endParaRPr lang="en-US" dirty="0"/>
          </a:p>
        </p:txBody>
      </p:sp>
      <p:pic>
        <p:nvPicPr>
          <p:cNvPr id="16" name="Picture 15">
            <a:extLst>
              <a:ext uri="{FF2B5EF4-FFF2-40B4-BE49-F238E27FC236}">
                <a16:creationId xmlns:a16="http://schemas.microsoft.com/office/drawing/2014/main" id="{5F1123F1-1953-A496-A236-60F9D8A3CFB9}"/>
              </a:ext>
            </a:extLst>
          </p:cNvPr>
          <p:cNvPicPr>
            <a:picLocks noChangeAspect="1"/>
          </p:cNvPicPr>
          <p:nvPr/>
        </p:nvPicPr>
        <p:blipFill rotWithShape="1">
          <a:blip r:embed="rId2"/>
          <a:srcRect t="66390"/>
          <a:stretch/>
        </p:blipFill>
        <p:spPr>
          <a:xfrm>
            <a:off x="5728219" y="1429151"/>
            <a:ext cx="5338849" cy="1413530"/>
          </a:xfrm>
          <a:prstGeom prst="rect">
            <a:avLst/>
          </a:prstGeom>
        </p:spPr>
      </p:pic>
      <p:pic>
        <p:nvPicPr>
          <p:cNvPr id="19" name="Picture 18">
            <a:extLst>
              <a:ext uri="{FF2B5EF4-FFF2-40B4-BE49-F238E27FC236}">
                <a16:creationId xmlns:a16="http://schemas.microsoft.com/office/drawing/2014/main" id="{0CDF93E7-3C20-0D96-FA39-3D3CB248FF72}"/>
              </a:ext>
            </a:extLst>
          </p:cNvPr>
          <p:cNvPicPr>
            <a:picLocks noChangeAspect="1"/>
          </p:cNvPicPr>
          <p:nvPr/>
        </p:nvPicPr>
        <p:blipFill>
          <a:blip r:embed="rId3"/>
          <a:stretch>
            <a:fillRect/>
          </a:stretch>
        </p:blipFill>
        <p:spPr>
          <a:xfrm>
            <a:off x="5694895" y="4147627"/>
            <a:ext cx="5641889" cy="1637715"/>
          </a:xfrm>
          <a:prstGeom prst="rect">
            <a:avLst/>
          </a:prstGeom>
        </p:spPr>
      </p:pic>
      <p:sp>
        <p:nvSpPr>
          <p:cNvPr id="20" name="TextBox 19">
            <a:extLst>
              <a:ext uri="{FF2B5EF4-FFF2-40B4-BE49-F238E27FC236}">
                <a16:creationId xmlns:a16="http://schemas.microsoft.com/office/drawing/2014/main" id="{6B879F4C-516A-F82F-F23A-92852BDB365E}"/>
              </a:ext>
            </a:extLst>
          </p:cNvPr>
          <p:cNvSpPr txBox="1"/>
          <p:nvPr/>
        </p:nvSpPr>
        <p:spPr>
          <a:xfrm>
            <a:off x="6812668" y="1083727"/>
            <a:ext cx="4381880" cy="377505"/>
          </a:xfrm>
          <a:prstGeom prst="rect">
            <a:avLst/>
          </a:prstGeom>
          <a:noFill/>
        </p:spPr>
        <p:txBody>
          <a:bodyPr wrap="square" rtlCol="0">
            <a:spAutoFit/>
          </a:bodyPr>
          <a:lstStyle/>
          <a:p>
            <a:r>
              <a:rPr lang="en-US" dirty="0"/>
              <a:t>Noise varies greatly on large scales:</a:t>
            </a:r>
          </a:p>
        </p:txBody>
      </p:sp>
      <p:sp>
        <p:nvSpPr>
          <p:cNvPr id="21" name="TextBox 20">
            <a:extLst>
              <a:ext uri="{FF2B5EF4-FFF2-40B4-BE49-F238E27FC236}">
                <a16:creationId xmlns:a16="http://schemas.microsoft.com/office/drawing/2014/main" id="{890C606F-460C-967D-9832-B6257201EB59}"/>
              </a:ext>
            </a:extLst>
          </p:cNvPr>
          <p:cNvSpPr txBox="1"/>
          <p:nvPr/>
        </p:nvSpPr>
        <p:spPr>
          <a:xfrm>
            <a:off x="6096000" y="3361080"/>
            <a:ext cx="5452844" cy="646331"/>
          </a:xfrm>
          <a:prstGeom prst="rect">
            <a:avLst/>
          </a:prstGeom>
          <a:noFill/>
        </p:spPr>
        <p:txBody>
          <a:bodyPr wrap="square" rtlCol="0">
            <a:spAutoFit/>
          </a:bodyPr>
          <a:lstStyle/>
          <a:p>
            <a:r>
              <a:rPr dirty="0"/>
              <a:t>Hardly varies at all on the scale of a 10 m long gradiometer</a:t>
            </a:r>
          </a:p>
        </p:txBody>
      </p:sp>
      <p:sp>
        <p:nvSpPr>
          <p:cNvPr id="23" name="TextBox 22">
            <a:extLst>
              <a:ext uri="{FF2B5EF4-FFF2-40B4-BE49-F238E27FC236}">
                <a16:creationId xmlns:a16="http://schemas.microsoft.com/office/drawing/2014/main" id="{283524EF-91BD-6902-DF14-18FDD9E23FD5}"/>
              </a:ext>
            </a:extLst>
          </p:cNvPr>
          <p:cNvSpPr txBox="1"/>
          <p:nvPr/>
        </p:nvSpPr>
        <p:spPr>
          <a:xfrm>
            <a:off x="9876063" y="1595708"/>
            <a:ext cx="1157680" cy="369332"/>
          </a:xfrm>
          <a:prstGeom prst="rect">
            <a:avLst/>
          </a:prstGeom>
          <a:noFill/>
        </p:spPr>
        <p:txBody>
          <a:bodyPr wrap="square" rtlCol="0">
            <a:spAutoFit/>
          </a:bodyPr>
          <a:lstStyle/>
          <a:p>
            <a:r>
              <a:rPr lang="en-US" dirty="0"/>
              <a:t>~100 nT</a:t>
            </a:r>
          </a:p>
        </p:txBody>
      </p:sp>
      <p:sp>
        <p:nvSpPr>
          <p:cNvPr id="24" name="TextBox 23">
            <a:extLst>
              <a:ext uri="{FF2B5EF4-FFF2-40B4-BE49-F238E27FC236}">
                <a16:creationId xmlns:a16="http://schemas.microsoft.com/office/drawing/2014/main" id="{9CB6CDC1-0426-9074-1128-09A0B3402D47}"/>
              </a:ext>
            </a:extLst>
          </p:cNvPr>
          <p:cNvSpPr txBox="1"/>
          <p:nvPr/>
        </p:nvSpPr>
        <p:spPr>
          <a:xfrm>
            <a:off x="9003608" y="4340225"/>
            <a:ext cx="2030136" cy="369332"/>
          </a:xfrm>
          <a:prstGeom prst="rect">
            <a:avLst/>
          </a:prstGeom>
          <a:noFill/>
        </p:spPr>
        <p:txBody>
          <a:bodyPr wrap="square" rtlCol="0">
            <a:spAutoFit/>
          </a:bodyPr>
          <a:lstStyle/>
          <a:p>
            <a:r>
              <a:rPr lang="en-US" dirty="0"/>
              <a:t>~500 fT</a:t>
            </a:r>
          </a:p>
        </p:txBody>
      </p:sp>
      <p:sp>
        <p:nvSpPr>
          <p:cNvPr id="6" name="Arrow: Right 5">
            <a:extLst>
              <a:ext uri="{FF2B5EF4-FFF2-40B4-BE49-F238E27FC236}">
                <a16:creationId xmlns:a16="http://schemas.microsoft.com/office/drawing/2014/main" id="{09442EF8-260E-08BB-0919-919A3F1F6E14}"/>
              </a:ext>
            </a:extLst>
          </p:cNvPr>
          <p:cNvSpPr/>
          <p:nvPr/>
        </p:nvSpPr>
        <p:spPr>
          <a:xfrm rot="16200000">
            <a:off x="6146021" y="4979904"/>
            <a:ext cx="630314"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9356B7B-F399-26D6-2A49-F0BE02ADD42F}"/>
              </a:ext>
            </a:extLst>
          </p:cNvPr>
          <p:cNvSpPr txBox="1"/>
          <p:nvPr/>
        </p:nvSpPr>
        <p:spPr>
          <a:xfrm>
            <a:off x="279951" y="1503375"/>
            <a:ext cx="5145228"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A gradiometer measures differences in field across its length (A-B)</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Gradiometer filters out large scale variations, but detects small scale ones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Should be able to detect gradients of size 100 fT/ meter or larger</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Back of the envelope calculations: conductive features of Europa to generate gradients detectible at 50 km altitude</a:t>
            </a:r>
          </a:p>
        </p:txBody>
      </p:sp>
      <p:sp>
        <p:nvSpPr>
          <p:cNvPr id="9" name="Arrow: Right 8">
            <a:extLst>
              <a:ext uri="{FF2B5EF4-FFF2-40B4-BE49-F238E27FC236}">
                <a16:creationId xmlns:a16="http://schemas.microsoft.com/office/drawing/2014/main" id="{4D467230-21A3-4E61-DE5B-EEC1437D0A8A}"/>
              </a:ext>
            </a:extLst>
          </p:cNvPr>
          <p:cNvSpPr/>
          <p:nvPr/>
        </p:nvSpPr>
        <p:spPr>
          <a:xfrm rot="16200000">
            <a:off x="10524053" y="4979904"/>
            <a:ext cx="630314"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15E4D593-7C4E-E82B-F481-156EA097B61A}"/>
              </a:ext>
            </a:extLst>
          </p:cNvPr>
          <p:cNvSpPr txBox="1"/>
          <p:nvPr/>
        </p:nvSpPr>
        <p:spPr>
          <a:xfrm>
            <a:off x="6276512" y="4396601"/>
            <a:ext cx="243656"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26132A92-1C98-C88B-C13F-8FDF4571B23B}"/>
              </a:ext>
            </a:extLst>
          </p:cNvPr>
          <p:cNvSpPr txBox="1"/>
          <p:nvPr/>
        </p:nvSpPr>
        <p:spPr>
          <a:xfrm>
            <a:off x="10717382" y="4398040"/>
            <a:ext cx="243656" cy="369332"/>
          </a:xfrm>
          <a:prstGeom prst="rect">
            <a:avLst/>
          </a:prstGeom>
          <a:noFill/>
        </p:spPr>
        <p:txBody>
          <a:bodyPr wrap="square" rtlCol="0">
            <a:spAutoFit/>
          </a:bodyPr>
          <a:lstStyle/>
          <a:p>
            <a:r>
              <a:rPr lang="en-US" dirty="0"/>
              <a:t>B</a:t>
            </a:r>
          </a:p>
        </p:txBody>
      </p:sp>
      <p:grpSp>
        <p:nvGrpSpPr>
          <p:cNvPr id="26" name="Group 25">
            <a:extLst>
              <a:ext uri="{FF2B5EF4-FFF2-40B4-BE49-F238E27FC236}">
                <a16:creationId xmlns:a16="http://schemas.microsoft.com/office/drawing/2014/main" id="{5397EFC9-8F08-3D36-A4AA-7FA00ABF4BA1}"/>
              </a:ext>
            </a:extLst>
          </p:cNvPr>
          <p:cNvGrpSpPr/>
          <p:nvPr/>
        </p:nvGrpSpPr>
        <p:grpSpPr>
          <a:xfrm>
            <a:off x="6054574" y="2283062"/>
            <a:ext cx="5031449" cy="980336"/>
            <a:chOff x="5548543" y="2283062"/>
            <a:chExt cx="5031449" cy="980336"/>
          </a:xfrm>
        </p:grpSpPr>
        <p:sp>
          <p:nvSpPr>
            <p:cNvPr id="15" name="Left Brace 14">
              <a:extLst>
                <a:ext uri="{FF2B5EF4-FFF2-40B4-BE49-F238E27FC236}">
                  <a16:creationId xmlns:a16="http://schemas.microsoft.com/office/drawing/2014/main" id="{E6609334-C276-9E6F-1B40-A0FAA2CCCA0E}"/>
                </a:ext>
              </a:extLst>
            </p:cNvPr>
            <p:cNvSpPr/>
            <p:nvPr/>
          </p:nvSpPr>
          <p:spPr>
            <a:xfrm rot="5400000">
              <a:off x="7937820" y="621225"/>
              <a:ext cx="252896" cy="503144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C89EE7F5-DBC4-7B2B-EAB0-0A5E8AB366AB}"/>
                </a:ext>
              </a:extLst>
            </p:cNvPr>
            <p:cNvCxnSpPr>
              <a:cxnSpLocks/>
            </p:cNvCxnSpPr>
            <p:nvPr/>
          </p:nvCxnSpPr>
          <p:spPr>
            <a:xfrm>
              <a:off x="8059339" y="2283062"/>
              <a:ext cx="4229" cy="727439"/>
            </a:xfrm>
            <a:prstGeom prst="line">
              <a:avLst/>
            </a:prstGeom>
            <a:ln w="190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4574142"/>
      </p:ext>
    </p:extLst>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C23D9-8EF3-28CD-C0BE-24C2BE450A15}"/>
              </a:ext>
            </a:extLst>
          </p:cNvPr>
          <p:cNvSpPr>
            <a:spLocks noGrp="1"/>
          </p:cNvSpPr>
          <p:nvPr>
            <p:ph type="title"/>
          </p:nvPr>
        </p:nvSpPr>
        <p:spPr/>
        <p:txBody>
          <a:bodyPr/>
          <a:lstStyle/>
          <a:p>
            <a:r>
              <a:rPr dirty="0"/>
              <a:t>Asteroids - Ceres Model</a:t>
            </a:r>
          </a:p>
        </p:txBody>
      </p:sp>
      <p:sp>
        <p:nvSpPr>
          <p:cNvPr id="3" name="Content Placeholder 2">
            <a:extLst>
              <a:ext uri="{FF2B5EF4-FFF2-40B4-BE49-F238E27FC236}">
                <a16:creationId xmlns:a16="http://schemas.microsoft.com/office/drawing/2014/main" id="{941F2262-9FAD-C316-194D-CA13D5E3C1BB}"/>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2B815B30-E4AE-49AD-0A66-567159659D63}"/>
              </a:ext>
            </a:extLst>
          </p:cNvPr>
          <p:cNvSpPr>
            <a:spLocks noGrp="1"/>
          </p:cNvSpPr>
          <p:nvPr>
            <p:ph type="sldNum" sz="quarter" idx="4"/>
          </p:nvPr>
        </p:nvSpPr>
        <p:spPr/>
        <p:txBody>
          <a:bodyPr/>
          <a:lstStyle/>
          <a:p>
            <a:fld id="{4A6E37D3-C5B8-47CF-A969-131D6B6A5E01}" type="slidenum">
              <a:rPr lang="en-US" smtClean="0"/>
              <a:t>40</a:t>
            </a:fld>
            <a:endParaRPr lang="en-US" dirty="0"/>
          </a:p>
        </p:txBody>
      </p:sp>
    </p:spTree>
    <p:extLst>
      <p:ext uri="{BB962C8B-B14F-4D97-AF65-F5344CB8AC3E}">
        <p14:creationId xmlns:p14="http://schemas.microsoft.com/office/powerpoint/2010/main" val="2246504376"/>
      </p:ext>
    </p:extLst>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155E-7EBC-2639-AE3A-369F57F7FDF8}"/>
              </a:ext>
            </a:extLst>
          </p:cNvPr>
          <p:cNvSpPr>
            <a:spLocks noGrp="1"/>
          </p:cNvSpPr>
          <p:nvPr>
            <p:ph type="title"/>
          </p:nvPr>
        </p:nvSpPr>
        <p:spPr/>
        <p:txBody>
          <a:bodyPr/>
          <a:lstStyle/>
          <a:p>
            <a:r>
              <a:rPr lang="en-US" dirty="0"/>
              <a:t>Additional Ideas</a:t>
            </a:r>
          </a:p>
        </p:txBody>
      </p:sp>
      <p:sp>
        <p:nvSpPr>
          <p:cNvPr id="3" name="Content Placeholder 2">
            <a:extLst>
              <a:ext uri="{FF2B5EF4-FFF2-40B4-BE49-F238E27FC236}">
                <a16:creationId xmlns:a16="http://schemas.microsoft.com/office/drawing/2014/main" id="{E31461F5-78FD-3DE1-5426-2FB4403200BC}"/>
              </a:ext>
            </a:extLst>
          </p:cNvPr>
          <p:cNvSpPr>
            <a:spLocks noGrp="1"/>
          </p:cNvSpPr>
          <p:nvPr>
            <p:ph idx="1"/>
          </p:nvPr>
        </p:nvSpPr>
        <p:spPr/>
        <p:txBody>
          <a:bodyPr/>
          <a:lstStyle/>
          <a:p>
            <a:r>
              <a:rPr lang="en-US" dirty="0"/>
              <a:t>Are their significant electrical currents in aquifers?</a:t>
            </a:r>
          </a:p>
          <a:p>
            <a:r>
              <a:rPr lang="en-US" dirty="0"/>
              <a:t>Do </a:t>
            </a:r>
            <a:r>
              <a:rPr lang="en-US" dirty="0" err="1"/>
              <a:t>poiloidal</a:t>
            </a:r>
            <a:r>
              <a:rPr lang="en-US" dirty="0"/>
              <a:t> currents charge Europa enough to have a significant E field?</a:t>
            </a:r>
          </a:p>
        </p:txBody>
      </p:sp>
      <p:sp>
        <p:nvSpPr>
          <p:cNvPr id="4" name="Slide Number Placeholder 3">
            <a:extLst>
              <a:ext uri="{FF2B5EF4-FFF2-40B4-BE49-F238E27FC236}">
                <a16:creationId xmlns:a16="http://schemas.microsoft.com/office/drawing/2014/main" id="{DB3F424D-AD86-F177-A7B0-C80789EBA761}"/>
              </a:ext>
            </a:extLst>
          </p:cNvPr>
          <p:cNvSpPr>
            <a:spLocks noGrp="1"/>
          </p:cNvSpPr>
          <p:nvPr>
            <p:ph type="sldNum" sz="quarter" idx="4"/>
          </p:nvPr>
        </p:nvSpPr>
        <p:spPr/>
        <p:txBody>
          <a:bodyPr/>
          <a:lstStyle/>
          <a:p>
            <a:fld id="{4A6E37D3-C5B8-47CF-A969-131D6B6A5E01}" type="slidenum">
              <a:rPr lang="en-US" smtClean="0"/>
              <a:t>41</a:t>
            </a:fld>
            <a:endParaRPr lang="en-US" dirty="0"/>
          </a:p>
        </p:txBody>
      </p:sp>
    </p:spTree>
    <p:extLst>
      <p:ext uri="{BB962C8B-B14F-4D97-AF65-F5344CB8AC3E}">
        <p14:creationId xmlns:p14="http://schemas.microsoft.com/office/powerpoint/2010/main" val="4125432010"/>
      </p:ext>
    </p:extLst>
  </p:cSld>
  <p:clrMapOvr>
    <a:masterClrMapping/>
  </p:clrMapOvr>
  <p:transition spd="slow">
    <p:fade thruBlk="1"/>
  </p:transition>
</p:sld>
</file>

<file path=ppt/theme/theme1.xml><?xml version="1.0" encoding="utf-8"?>
<a:theme xmlns:a="http://schemas.openxmlformats.org/drawingml/2006/main" name="ECM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CM THEME" id="{A8AADE5F-586A-45E7-B7B3-AF17CDF94588}" vid="{6AA6EAAE-DED5-4B06-BD01-04E179320D5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ECM THEME</Template>
  <TotalTime>137150</TotalTime>
  <Words>3419</Words>
  <Application>Microsoft Office PowerPoint</Application>
  <PresentationFormat>Widescreen</PresentationFormat>
  <Paragraphs>488</Paragraphs>
  <Slides>41</Slides>
  <Notes>5</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41</vt:i4>
      </vt:variant>
    </vt:vector>
  </HeadingPairs>
  <TitlesOfParts>
    <vt:vector size="52" baseType="lpstr">
      <vt:lpstr>Arial</vt:lpstr>
      <vt:lpstr>Calibri</vt:lpstr>
      <vt:lpstr>Calibri Light</vt:lpstr>
      <vt:lpstr>Google Sans</vt:lpstr>
      <vt:lpstr>Helvetica Neue</vt:lpstr>
      <vt:lpstr>Helvetica Neue Light</vt:lpstr>
      <vt:lpstr>Helvetica Neue Thin</vt:lpstr>
      <vt:lpstr>Roboto-Light</vt:lpstr>
      <vt:lpstr>Times-Italic</vt:lpstr>
      <vt:lpstr>ECM THEME</vt:lpstr>
      <vt:lpstr>Custom Design</vt:lpstr>
      <vt:lpstr>Gradiometers for Planetary Science</vt:lpstr>
      <vt:lpstr>About Magnetic Gradiometers</vt:lpstr>
      <vt:lpstr>Jupiter Is a Huge Rotating Magnet</vt:lpstr>
      <vt:lpstr>Idea: Features May Induce Significant Magnetic Gradients</vt:lpstr>
      <vt:lpstr>Some Applications</vt:lpstr>
      <vt:lpstr>Water World Magnetic Gradients from Orbit</vt:lpstr>
      <vt:lpstr>Propose to Search for Magnetic Features of Water Worlds</vt:lpstr>
      <vt:lpstr>Convection and Geology</vt:lpstr>
      <vt:lpstr>Uranus System</vt:lpstr>
      <vt:lpstr>New Asteroid Science:</vt:lpstr>
      <vt:lpstr>Detecting Terrestrial Magnetic Objects By Gradients</vt:lpstr>
      <vt:lpstr>Why Use Magnetic Gradiometer for Water Worlds?</vt:lpstr>
      <vt:lpstr>Magnetic Noise in Space</vt:lpstr>
      <vt:lpstr>Filtering by Gradiometer</vt:lpstr>
      <vt:lpstr>Modeling of Gradients</vt:lpstr>
      <vt:lpstr>Magnetic Field Model</vt:lpstr>
      <vt:lpstr>Approach to Modeling</vt:lpstr>
      <vt:lpstr>Calculations in Harmonic Components and Visualizations  </vt:lpstr>
      <vt:lpstr>Multiple Conductivity Spatial Harmonics</vt:lpstr>
      <vt:lpstr> Gradiometer Implementation</vt:lpstr>
      <vt:lpstr>Gradiometer Requirements</vt:lpstr>
      <vt:lpstr>SQUID Technology</vt:lpstr>
      <vt:lpstr>Implementation on a spacecraft</vt:lpstr>
      <vt:lpstr>Fluxgate Technology</vt:lpstr>
      <vt:lpstr>Spacecraft noise</vt:lpstr>
      <vt:lpstr>Conclusions</vt:lpstr>
      <vt:lpstr>Back Up Slides</vt:lpstr>
      <vt:lpstr>Orbital Properties</vt:lpstr>
      <vt:lpstr>Detecting Terrestrial Magnetic Objects</vt:lpstr>
      <vt:lpstr>Europa's Response to Jupiter Field as Seen by Galileo</vt:lpstr>
      <vt:lpstr>Conductors Respond to Magnetic Fields</vt:lpstr>
      <vt:lpstr>About the ECM Fluxgates</vt:lpstr>
      <vt:lpstr>Fluxgates: Operating Principle and Noise</vt:lpstr>
      <vt:lpstr>Heliopause measurement</vt:lpstr>
      <vt:lpstr>Europa Clipper</vt:lpstr>
      <vt:lpstr>Issue 3: Low Temperature Operation</vt:lpstr>
      <vt:lpstr>Issue 4: Tolerance to Noisy Environments</vt:lpstr>
      <vt:lpstr>Solar Wind Model</vt:lpstr>
      <vt:lpstr>Numerical Model of Solar Wind Magnetic Noise</vt:lpstr>
      <vt:lpstr>Asteroids - Ceres Model</vt:lpstr>
      <vt:lpstr>Additional Ideas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Nelson, Emma J (353K-Affiliate)</dc:creator>
  <cp:lastModifiedBy>Lindeman, Mark A (US 365H)</cp:lastModifiedBy>
  <cp:revision>1720</cp:revision>
  <dcterms:created xsi:type="dcterms:W3CDTF">2020-11-18T18:52:32Z</dcterms:created>
  <dcterms:modified xsi:type="dcterms:W3CDTF">2026-02-24T18:42:01Z</dcterms:modified>
</cp:coreProperties>
</file>