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4" r:id="rId2"/>
  </p:sldMasterIdLst>
  <p:notesMasterIdLst>
    <p:notesMasterId r:id="rId45"/>
  </p:notesMasterIdLst>
  <p:sldIdLst>
    <p:sldId id="256" r:id="rId3"/>
    <p:sldId id="5443" r:id="rId4"/>
    <p:sldId id="5378" r:id="rId5"/>
    <p:sldId id="5435" r:id="rId6"/>
    <p:sldId id="5372" r:id="rId7"/>
    <p:sldId id="5382" r:id="rId8"/>
    <p:sldId id="5444" r:id="rId9"/>
    <p:sldId id="5484" r:id="rId10"/>
    <p:sldId id="5480" r:id="rId11"/>
    <p:sldId id="5438" r:id="rId12"/>
    <p:sldId id="5466" r:id="rId13"/>
    <p:sldId id="5482" r:id="rId14"/>
    <p:sldId id="5486" r:id="rId15"/>
    <p:sldId id="5487" r:id="rId16"/>
    <p:sldId id="5465" r:id="rId17"/>
    <p:sldId id="5479" r:id="rId18"/>
    <p:sldId id="5483" r:id="rId19"/>
    <p:sldId id="5453" r:id="rId20"/>
    <p:sldId id="5455" r:id="rId21"/>
    <p:sldId id="5488" r:id="rId22"/>
    <p:sldId id="5461" r:id="rId23"/>
    <p:sldId id="5462" r:id="rId24"/>
    <p:sldId id="5464" r:id="rId25"/>
    <p:sldId id="5485" r:id="rId26"/>
    <p:sldId id="5430" r:id="rId27"/>
    <p:sldId id="5450" r:id="rId28"/>
    <p:sldId id="5439" r:id="rId29"/>
    <p:sldId id="5391" r:id="rId30"/>
    <p:sldId id="5106" r:id="rId31"/>
    <p:sldId id="5437" r:id="rId32"/>
    <p:sldId id="5457" r:id="rId33"/>
    <p:sldId id="5434" r:id="rId34"/>
    <p:sldId id="5458" r:id="rId35"/>
    <p:sldId id="5473" r:id="rId36"/>
    <p:sldId id="5471" r:id="rId37"/>
    <p:sldId id="5489" r:id="rId38"/>
    <p:sldId id="5472" r:id="rId39"/>
    <p:sldId id="5478" r:id="rId40"/>
    <p:sldId id="4333" r:id="rId41"/>
    <p:sldId id="5459" r:id="rId42"/>
    <p:sldId id="5436" r:id="rId43"/>
    <p:sldId id="544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9225"/>
    <a:srgbClr val="0000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0058B6-E5AE-4A44-A9A8-6CFA64E31CAA}" v="73" dt="2026-02-20T02:23:39.97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799" autoAdjust="0"/>
    <p:restoredTop sz="94724" autoAdjust="0"/>
  </p:normalViewPr>
  <p:slideViewPr>
    <p:cSldViewPr snapToGrid="0">
      <p:cViewPr varScale="1">
        <p:scale>
          <a:sx n="27" d="100"/>
          <a:sy n="27" d="100"/>
        </p:scale>
        <p:origin x="48" y="116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98" d="100"/>
        <a:sy n="98" d="100"/>
      </p:scale>
      <p:origin x="0" y="-4788"/>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51" Type="http://schemas.microsoft.com/office/2015/10/relationships/revisionInfo" Target="revisionInfo.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ndeman, Mark A (US 365H)" userId="3688c61a-c847-421f-97e7-31f196fb4491" providerId="ADAL" clId="{216A9E4E-1227-49C0-8A78-42279DBF0FD8}"/>
    <pc:docChg chg="undo custSel addSld delSld modSld sldOrd">
      <pc:chgData name="Lindeman, Mark A (US 365H)" userId="3688c61a-c847-421f-97e7-31f196fb4491" providerId="ADAL" clId="{216A9E4E-1227-49C0-8A78-42279DBF0FD8}" dt="2026-02-20T02:31:02.902" v="6245" actId="14100"/>
      <pc:docMkLst>
        <pc:docMk/>
      </pc:docMkLst>
      <pc:sldChg chg="modSp mod">
        <pc:chgData name="Lindeman, Mark A (US 365H)" userId="3688c61a-c847-421f-97e7-31f196fb4491" providerId="ADAL" clId="{216A9E4E-1227-49C0-8A78-42279DBF0FD8}" dt="2026-02-18T00:56:38.830" v="1779" actId="20577"/>
        <pc:sldMkLst>
          <pc:docMk/>
          <pc:sldMk cId="48493288" sldId="256"/>
        </pc:sldMkLst>
        <pc:spChg chg="mod">
          <ac:chgData name="Lindeman, Mark A (US 365H)" userId="3688c61a-c847-421f-97e7-31f196fb4491" providerId="ADAL" clId="{216A9E4E-1227-49C0-8A78-42279DBF0FD8}" dt="2026-02-18T00:56:38.830" v="1779" actId="20577"/>
          <ac:spMkLst>
            <pc:docMk/>
            <pc:sldMk cId="48493288" sldId="256"/>
            <ac:spMk id="3" creationId="{10265F02-CD8B-4B53-96E8-87EC2D7ACC91}"/>
          </ac:spMkLst>
        </pc:spChg>
      </pc:sldChg>
      <pc:sldChg chg="ord">
        <pc:chgData name="Lindeman, Mark A (US 365H)" userId="3688c61a-c847-421f-97e7-31f196fb4491" providerId="ADAL" clId="{216A9E4E-1227-49C0-8A78-42279DBF0FD8}" dt="2026-02-19T00:34:19.489" v="2751"/>
        <pc:sldMkLst>
          <pc:docMk/>
          <pc:sldMk cId="293856973" sldId="4333"/>
        </pc:sldMkLst>
      </pc:sldChg>
      <pc:sldChg chg="addSp delSp modSp del mod ord">
        <pc:chgData name="Lindeman, Mark A (US 365H)" userId="3688c61a-c847-421f-97e7-31f196fb4491" providerId="ADAL" clId="{216A9E4E-1227-49C0-8A78-42279DBF0FD8}" dt="2026-02-19T23:21:56.921" v="4760" actId="47"/>
        <pc:sldMkLst>
          <pc:docMk/>
          <pc:sldMk cId="3592174172" sldId="5425"/>
        </pc:sldMkLst>
        <pc:spChg chg="mod">
          <ac:chgData name="Lindeman, Mark A (US 365H)" userId="3688c61a-c847-421f-97e7-31f196fb4491" providerId="ADAL" clId="{216A9E4E-1227-49C0-8A78-42279DBF0FD8}" dt="2026-02-19T20:50:21.504" v="3963" actId="6549"/>
          <ac:spMkLst>
            <pc:docMk/>
            <pc:sldMk cId="3592174172" sldId="5425"/>
            <ac:spMk id="2" creationId="{9446F3DE-0E36-5E94-624C-5DCEA323B5D6}"/>
          </ac:spMkLst>
        </pc:spChg>
        <pc:spChg chg="add mod">
          <ac:chgData name="Lindeman, Mark A (US 365H)" userId="3688c61a-c847-421f-97e7-31f196fb4491" providerId="ADAL" clId="{216A9E4E-1227-49C0-8A78-42279DBF0FD8}" dt="2026-02-19T23:17:12.683" v="4562" actId="313"/>
          <ac:spMkLst>
            <pc:docMk/>
            <pc:sldMk cId="3592174172" sldId="5425"/>
            <ac:spMk id="22" creationId="{39C6CC34-FB68-027D-26C9-EA7017F6EB88}"/>
          </ac:spMkLst>
        </pc:spChg>
        <pc:cxnChg chg="add mod">
          <ac:chgData name="Lindeman, Mark A (US 365H)" userId="3688c61a-c847-421f-97e7-31f196fb4491" providerId="ADAL" clId="{216A9E4E-1227-49C0-8A78-42279DBF0FD8}" dt="2026-02-19T23:17:08.171" v="4561" actId="14100"/>
          <ac:cxnSpMkLst>
            <pc:docMk/>
            <pc:sldMk cId="3592174172" sldId="5425"/>
            <ac:cxnSpMk id="25" creationId="{A914BFD8-CD0D-C955-4C2A-00C9E404AE3F}"/>
          </ac:cxnSpMkLst>
        </pc:cxnChg>
      </pc:sldChg>
      <pc:sldChg chg="ord">
        <pc:chgData name="Lindeman, Mark A (US 365H)" userId="3688c61a-c847-421f-97e7-31f196fb4491" providerId="ADAL" clId="{216A9E4E-1227-49C0-8A78-42279DBF0FD8}" dt="2026-02-19T20:33:42.822" v="3794"/>
        <pc:sldMkLst>
          <pc:docMk/>
          <pc:sldMk cId="3914574142" sldId="5436"/>
        </pc:sldMkLst>
      </pc:sldChg>
      <pc:sldChg chg="modSp mod">
        <pc:chgData name="Lindeman, Mark A (US 365H)" userId="3688c61a-c847-421f-97e7-31f196fb4491" providerId="ADAL" clId="{216A9E4E-1227-49C0-8A78-42279DBF0FD8}" dt="2026-02-18T01:19:40.981" v="2720" actId="20577"/>
        <pc:sldMkLst>
          <pc:docMk/>
          <pc:sldMk cId="3926857421" sldId="5437"/>
        </pc:sldMkLst>
        <pc:spChg chg="mod">
          <ac:chgData name="Lindeman, Mark A (US 365H)" userId="3688c61a-c847-421f-97e7-31f196fb4491" providerId="ADAL" clId="{216A9E4E-1227-49C0-8A78-42279DBF0FD8}" dt="2026-02-18T01:19:40.981" v="2720" actId="20577"/>
          <ac:spMkLst>
            <pc:docMk/>
            <pc:sldMk cId="3926857421" sldId="5437"/>
            <ac:spMk id="5" creationId="{5E457B39-1DE7-C131-5CA0-AFAC4B6DC931}"/>
          </ac:spMkLst>
        </pc:spChg>
      </pc:sldChg>
      <pc:sldChg chg="ord">
        <pc:chgData name="Lindeman, Mark A (US 365H)" userId="3688c61a-c847-421f-97e7-31f196fb4491" providerId="ADAL" clId="{216A9E4E-1227-49C0-8A78-42279DBF0FD8}" dt="2026-02-19T00:38:45.687" v="2778"/>
        <pc:sldMkLst>
          <pc:docMk/>
          <pc:sldMk cId="2838111579" sldId="5438"/>
        </pc:sldMkLst>
      </pc:sldChg>
      <pc:sldChg chg="modSp mod">
        <pc:chgData name="Lindeman, Mark A (US 365H)" userId="3688c61a-c847-421f-97e7-31f196fb4491" providerId="ADAL" clId="{216A9E4E-1227-49C0-8A78-42279DBF0FD8}" dt="2026-02-19T00:35:45.976" v="2772" actId="20577"/>
        <pc:sldMkLst>
          <pc:docMk/>
          <pc:sldMk cId="3963136787" sldId="5443"/>
        </pc:sldMkLst>
        <pc:spChg chg="mod">
          <ac:chgData name="Lindeman, Mark A (US 365H)" userId="3688c61a-c847-421f-97e7-31f196fb4491" providerId="ADAL" clId="{216A9E4E-1227-49C0-8A78-42279DBF0FD8}" dt="2026-02-19T00:35:45.976" v="2772" actId="20577"/>
          <ac:spMkLst>
            <pc:docMk/>
            <pc:sldMk cId="3963136787" sldId="5443"/>
            <ac:spMk id="8" creationId="{E7650A7F-5104-8BEF-84BE-074781D127C3}"/>
          </ac:spMkLst>
        </pc:spChg>
      </pc:sldChg>
      <pc:sldChg chg="ord">
        <pc:chgData name="Lindeman, Mark A (US 365H)" userId="3688c61a-c847-421f-97e7-31f196fb4491" providerId="ADAL" clId="{216A9E4E-1227-49C0-8A78-42279DBF0FD8}" dt="2026-02-20T02:19:05.076" v="6039"/>
        <pc:sldMkLst>
          <pc:docMk/>
          <pc:sldMk cId="660767352" sldId="5444"/>
        </pc:sldMkLst>
      </pc:sldChg>
      <pc:sldChg chg="ord">
        <pc:chgData name="Lindeman, Mark A (US 365H)" userId="3688c61a-c847-421f-97e7-31f196fb4491" providerId="ADAL" clId="{216A9E4E-1227-49C0-8A78-42279DBF0FD8}" dt="2026-02-19T00:39:03.757" v="2782"/>
        <pc:sldMkLst>
          <pc:docMk/>
          <pc:sldMk cId="1613052629" sldId="5453"/>
        </pc:sldMkLst>
      </pc:sldChg>
      <pc:sldChg chg="ord">
        <pc:chgData name="Lindeman, Mark A (US 365H)" userId="3688c61a-c847-421f-97e7-31f196fb4491" providerId="ADAL" clId="{216A9E4E-1227-49C0-8A78-42279DBF0FD8}" dt="2026-02-19T00:39:03.757" v="2782"/>
        <pc:sldMkLst>
          <pc:docMk/>
          <pc:sldMk cId="1140926330" sldId="5455"/>
        </pc:sldMkLst>
      </pc:sldChg>
      <pc:sldChg chg="ord">
        <pc:chgData name="Lindeman, Mark A (US 365H)" userId="3688c61a-c847-421f-97e7-31f196fb4491" providerId="ADAL" clId="{216A9E4E-1227-49C0-8A78-42279DBF0FD8}" dt="2026-02-19T00:36:08.891" v="2774"/>
        <pc:sldMkLst>
          <pc:docMk/>
          <pc:sldMk cId="636459251" sldId="5459"/>
        </pc:sldMkLst>
      </pc:sldChg>
      <pc:sldChg chg="modSp mod ord">
        <pc:chgData name="Lindeman, Mark A (US 365H)" userId="3688c61a-c847-421f-97e7-31f196fb4491" providerId="ADAL" clId="{216A9E4E-1227-49C0-8A78-42279DBF0FD8}" dt="2026-02-19T00:39:03.757" v="2782"/>
        <pc:sldMkLst>
          <pc:docMk/>
          <pc:sldMk cId="118161592" sldId="5461"/>
        </pc:sldMkLst>
        <pc:spChg chg="mod">
          <ac:chgData name="Lindeman, Mark A (US 365H)" userId="3688c61a-c847-421f-97e7-31f196fb4491" providerId="ADAL" clId="{216A9E4E-1227-49C0-8A78-42279DBF0FD8}" dt="2026-02-13T18:44:05.147" v="2" actId="20577"/>
          <ac:spMkLst>
            <pc:docMk/>
            <pc:sldMk cId="118161592" sldId="5461"/>
            <ac:spMk id="34" creationId="{81134A86-D7F8-14FD-3289-0E383D4C12E2}"/>
          </ac:spMkLst>
        </pc:spChg>
      </pc:sldChg>
      <pc:sldChg chg="ord">
        <pc:chgData name="Lindeman, Mark A (US 365H)" userId="3688c61a-c847-421f-97e7-31f196fb4491" providerId="ADAL" clId="{216A9E4E-1227-49C0-8A78-42279DBF0FD8}" dt="2026-02-19T00:39:54.258" v="2784"/>
        <pc:sldMkLst>
          <pc:docMk/>
          <pc:sldMk cId="447179413" sldId="5462"/>
        </pc:sldMkLst>
      </pc:sldChg>
      <pc:sldChg chg="addSp delSp modSp new mod ord">
        <pc:chgData name="Lindeman, Mark A (US 365H)" userId="3688c61a-c847-421f-97e7-31f196fb4491" providerId="ADAL" clId="{216A9E4E-1227-49C0-8A78-42279DBF0FD8}" dt="2026-02-20T00:54:26.514" v="4992" actId="207"/>
        <pc:sldMkLst>
          <pc:docMk/>
          <pc:sldMk cId="579186946" sldId="5465"/>
        </pc:sldMkLst>
        <pc:spChg chg="mod">
          <ac:chgData name="Lindeman, Mark A (US 365H)" userId="3688c61a-c847-421f-97e7-31f196fb4491" providerId="ADAL" clId="{216A9E4E-1227-49C0-8A78-42279DBF0FD8}" dt="2026-02-13T23:08:15.565" v="1776" actId="313"/>
          <ac:spMkLst>
            <pc:docMk/>
            <pc:sldMk cId="579186946" sldId="5465"/>
            <ac:spMk id="2" creationId="{50321685-6408-A018-A79D-0ACD9F13D8AD}"/>
          </ac:spMkLst>
        </pc:spChg>
        <pc:spChg chg="mod">
          <ac:chgData name="Lindeman, Mark A (US 365H)" userId="3688c61a-c847-421f-97e7-31f196fb4491" providerId="ADAL" clId="{216A9E4E-1227-49C0-8A78-42279DBF0FD8}" dt="2026-02-20T00:54:26.514" v="4992" actId="207"/>
          <ac:spMkLst>
            <pc:docMk/>
            <pc:sldMk cId="579186946" sldId="5465"/>
            <ac:spMk id="3" creationId="{0F82C3DE-3310-6FDD-33ED-204F424B1A54}"/>
          </ac:spMkLst>
        </pc:spChg>
        <pc:spChg chg="add mod">
          <ac:chgData name="Lindeman, Mark A (US 365H)" userId="3688c61a-c847-421f-97e7-31f196fb4491" providerId="ADAL" clId="{216A9E4E-1227-49C0-8A78-42279DBF0FD8}" dt="2026-02-13T23:02:13.641" v="1445" actId="20577"/>
          <ac:spMkLst>
            <pc:docMk/>
            <pc:sldMk cId="579186946" sldId="5465"/>
            <ac:spMk id="7" creationId="{836A77A1-8118-B194-5C0F-7B4119EC7080}"/>
          </ac:spMkLst>
        </pc:spChg>
        <pc:spChg chg="add mod">
          <ac:chgData name="Lindeman, Mark A (US 365H)" userId="3688c61a-c847-421f-97e7-31f196fb4491" providerId="ADAL" clId="{216A9E4E-1227-49C0-8A78-42279DBF0FD8}" dt="2026-02-13T23:02:16.916" v="1446" actId="20577"/>
          <ac:spMkLst>
            <pc:docMk/>
            <pc:sldMk cId="579186946" sldId="5465"/>
            <ac:spMk id="8" creationId="{A6F188F3-B70B-C378-E708-D3C2B9D251C2}"/>
          </ac:spMkLst>
        </pc:spChg>
        <pc:spChg chg="add mod">
          <ac:chgData name="Lindeman, Mark A (US 365H)" userId="3688c61a-c847-421f-97e7-31f196fb4491" providerId="ADAL" clId="{216A9E4E-1227-49C0-8A78-42279DBF0FD8}" dt="2026-02-13T23:02:20.198" v="1447" actId="20577"/>
          <ac:spMkLst>
            <pc:docMk/>
            <pc:sldMk cId="579186946" sldId="5465"/>
            <ac:spMk id="9" creationId="{A6D3EFBF-A9EE-5E8D-699C-9278764893C0}"/>
          </ac:spMkLst>
        </pc:spChg>
        <pc:spChg chg="add mod">
          <ac:chgData name="Lindeman, Mark A (US 365H)" userId="3688c61a-c847-421f-97e7-31f196fb4491" providerId="ADAL" clId="{216A9E4E-1227-49C0-8A78-42279DBF0FD8}" dt="2026-02-13T23:02:25.032" v="1448" actId="20577"/>
          <ac:spMkLst>
            <pc:docMk/>
            <pc:sldMk cId="579186946" sldId="5465"/>
            <ac:spMk id="10" creationId="{AC23622D-D408-8C94-A32A-ED04124898EA}"/>
          </ac:spMkLst>
        </pc:spChg>
        <pc:spChg chg="add mod">
          <ac:chgData name="Lindeman, Mark A (US 365H)" userId="3688c61a-c847-421f-97e7-31f196fb4491" providerId="ADAL" clId="{216A9E4E-1227-49C0-8A78-42279DBF0FD8}" dt="2026-02-13T23:02:28.613" v="1449" actId="20577"/>
          <ac:spMkLst>
            <pc:docMk/>
            <pc:sldMk cId="579186946" sldId="5465"/>
            <ac:spMk id="11" creationId="{BB9709AE-B0FE-3DF3-D712-190AF3574ED0}"/>
          </ac:spMkLst>
        </pc:spChg>
        <pc:spChg chg="add mod">
          <ac:chgData name="Lindeman, Mark A (US 365H)" userId="3688c61a-c847-421f-97e7-31f196fb4491" providerId="ADAL" clId="{216A9E4E-1227-49C0-8A78-42279DBF0FD8}" dt="2026-02-13T23:02:33.838" v="1450" actId="20577"/>
          <ac:spMkLst>
            <pc:docMk/>
            <pc:sldMk cId="579186946" sldId="5465"/>
            <ac:spMk id="12" creationId="{6E5B9C2C-F048-20A4-93EA-15067EE8095A}"/>
          </ac:spMkLst>
        </pc:spChg>
        <pc:grpChg chg="add mod">
          <ac:chgData name="Lindeman, Mark A (US 365H)" userId="3688c61a-c847-421f-97e7-31f196fb4491" providerId="ADAL" clId="{216A9E4E-1227-49C0-8A78-42279DBF0FD8}" dt="2026-02-13T22:56:15.497" v="1264" actId="164"/>
          <ac:grpSpMkLst>
            <pc:docMk/>
            <pc:sldMk cId="579186946" sldId="5465"/>
            <ac:grpSpMk id="13" creationId="{17E412D1-1DF3-E826-2003-6A37BB58BEA1}"/>
          </ac:grpSpMkLst>
        </pc:grpChg>
        <pc:grpChg chg="add mod">
          <ac:chgData name="Lindeman, Mark A (US 365H)" userId="3688c61a-c847-421f-97e7-31f196fb4491" providerId="ADAL" clId="{216A9E4E-1227-49C0-8A78-42279DBF0FD8}" dt="2026-02-13T22:56:42.412" v="1267" actId="465"/>
          <ac:grpSpMkLst>
            <pc:docMk/>
            <pc:sldMk cId="579186946" sldId="5465"/>
            <ac:grpSpMk id="14" creationId="{27F2C994-0B0B-C9D8-6FC8-D0633624EF9B}"/>
          </ac:grpSpMkLst>
        </pc:grpChg>
        <pc:grpChg chg="add mod">
          <ac:chgData name="Lindeman, Mark A (US 365H)" userId="3688c61a-c847-421f-97e7-31f196fb4491" providerId="ADAL" clId="{216A9E4E-1227-49C0-8A78-42279DBF0FD8}" dt="2026-02-13T22:56:27.128" v="1266" actId="164"/>
          <ac:grpSpMkLst>
            <pc:docMk/>
            <pc:sldMk cId="579186946" sldId="5465"/>
            <ac:grpSpMk id="15" creationId="{644A652B-B2E8-76FC-4F11-F154416A96AD}"/>
          </ac:grpSpMkLst>
        </pc:grpChg>
        <pc:picChg chg="add mod ord">
          <ac:chgData name="Lindeman, Mark A (US 365H)" userId="3688c61a-c847-421f-97e7-31f196fb4491" providerId="ADAL" clId="{216A9E4E-1227-49C0-8A78-42279DBF0FD8}" dt="2026-02-19T20:37:02.661" v="3935" actId="1076"/>
          <ac:picMkLst>
            <pc:docMk/>
            <pc:sldMk cId="579186946" sldId="5465"/>
            <ac:picMk id="6" creationId="{49DD63A7-697F-F686-382E-6A73680D3F43}"/>
          </ac:picMkLst>
        </pc:picChg>
        <pc:picChg chg="add del mod">
          <ac:chgData name="Lindeman, Mark A (US 365H)" userId="3688c61a-c847-421f-97e7-31f196fb4491" providerId="ADAL" clId="{216A9E4E-1227-49C0-8A78-42279DBF0FD8}" dt="2026-02-19T00:50:03.680" v="2807" actId="478"/>
          <ac:picMkLst>
            <pc:docMk/>
            <pc:sldMk cId="579186946" sldId="5465"/>
            <ac:picMk id="6" creationId="{75FA9013-4CBA-2D1D-84D8-E1F33CA0370D}"/>
          </ac:picMkLst>
        </pc:picChg>
        <pc:picChg chg="add del mod ord">
          <ac:chgData name="Lindeman, Mark A (US 365H)" userId="3688c61a-c847-421f-97e7-31f196fb4491" providerId="ADAL" clId="{216A9E4E-1227-49C0-8A78-42279DBF0FD8}" dt="2026-02-19T00:54:22.009" v="2816" actId="478"/>
          <ac:picMkLst>
            <pc:docMk/>
            <pc:sldMk cId="579186946" sldId="5465"/>
            <ac:picMk id="16" creationId="{BEE607A6-B122-FDB7-83E0-1DA259A14BD7}"/>
          </ac:picMkLst>
        </pc:picChg>
        <pc:picChg chg="add del mod ord">
          <ac:chgData name="Lindeman, Mark A (US 365H)" userId="3688c61a-c847-421f-97e7-31f196fb4491" providerId="ADAL" clId="{216A9E4E-1227-49C0-8A78-42279DBF0FD8}" dt="2026-02-19T01:02:26.983" v="2824" actId="478"/>
          <ac:picMkLst>
            <pc:docMk/>
            <pc:sldMk cId="579186946" sldId="5465"/>
            <ac:picMk id="18" creationId="{9147E50E-328C-99B9-A99E-BA60052331B3}"/>
          </ac:picMkLst>
        </pc:picChg>
      </pc:sldChg>
      <pc:sldChg chg="addSp delSp modSp new mod ord modTransition modClrScheme chgLayout">
        <pc:chgData name="Lindeman, Mark A (US 365H)" userId="3688c61a-c847-421f-97e7-31f196fb4491" providerId="ADAL" clId="{216A9E4E-1227-49C0-8A78-42279DBF0FD8}" dt="2026-02-20T02:24:21.922" v="6238" actId="478"/>
        <pc:sldMkLst>
          <pc:docMk/>
          <pc:sldMk cId="2046743487" sldId="5466"/>
        </pc:sldMkLst>
        <pc:spChg chg="mod ord">
          <ac:chgData name="Lindeman, Mark A (US 365H)" userId="3688c61a-c847-421f-97e7-31f196fb4491" providerId="ADAL" clId="{216A9E4E-1227-49C0-8A78-42279DBF0FD8}" dt="2026-02-18T00:59:49.829" v="1786" actId="26606"/>
          <ac:spMkLst>
            <pc:docMk/>
            <pc:sldMk cId="2046743487" sldId="5466"/>
            <ac:spMk id="4" creationId="{FD43EC81-C26D-7111-DCE5-1BB2F8576765}"/>
          </ac:spMkLst>
        </pc:spChg>
        <pc:spChg chg="add mod">
          <ac:chgData name="Lindeman, Mark A (US 365H)" userId="3688c61a-c847-421f-97e7-31f196fb4491" providerId="ADAL" clId="{216A9E4E-1227-49C0-8A78-42279DBF0FD8}" dt="2026-02-19T23:10:49.024" v="4368" actId="1076"/>
          <ac:spMkLst>
            <pc:docMk/>
            <pc:sldMk cId="2046743487" sldId="5466"/>
            <ac:spMk id="7" creationId="{D571F170-C1D9-6900-44EE-D0A739DADC99}"/>
          </ac:spMkLst>
        </pc:spChg>
        <pc:spChg chg="add mod">
          <ac:chgData name="Lindeman, Mark A (US 365H)" userId="3688c61a-c847-421f-97e7-31f196fb4491" providerId="ADAL" clId="{216A9E4E-1227-49C0-8A78-42279DBF0FD8}" dt="2026-02-19T23:11:49.354" v="4395" actId="20577"/>
          <ac:spMkLst>
            <pc:docMk/>
            <pc:sldMk cId="2046743487" sldId="5466"/>
            <ac:spMk id="9" creationId="{C246CC13-5D25-01C4-8EE9-AE12E3FEB4C8}"/>
          </ac:spMkLst>
        </pc:spChg>
        <pc:spChg chg="add mod">
          <ac:chgData name="Lindeman, Mark A (US 365H)" userId="3688c61a-c847-421f-97e7-31f196fb4491" providerId="ADAL" clId="{216A9E4E-1227-49C0-8A78-42279DBF0FD8}" dt="2026-02-19T20:32:34.765" v="3736" actId="14100"/>
          <ac:spMkLst>
            <pc:docMk/>
            <pc:sldMk cId="2046743487" sldId="5466"/>
            <ac:spMk id="11" creationId="{4082E71C-7891-C8F8-BCE6-A3E8A1A9931F}"/>
          </ac:spMkLst>
        </pc:spChg>
        <pc:spChg chg="add mod">
          <ac:chgData name="Lindeman, Mark A (US 365H)" userId="3688c61a-c847-421f-97e7-31f196fb4491" providerId="ADAL" clId="{216A9E4E-1227-49C0-8A78-42279DBF0FD8}" dt="2026-02-19T20:27:57.389" v="3371" actId="1076"/>
          <ac:spMkLst>
            <pc:docMk/>
            <pc:sldMk cId="2046743487" sldId="5466"/>
            <ac:spMk id="12" creationId="{1092CE3B-710B-9CC4-E112-23936F1D52A1}"/>
          </ac:spMkLst>
        </pc:spChg>
        <pc:spChg chg="add mod">
          <ac:chgData name="Lindeman, Mark A (US 365H)" userId="3688c61a-c847-421f-97e7-31f196fb4491" providerId="ADAL" clId="{216A9E4E-1227-49C0-8A78-42279DBF0FD8}" dt="2026-02-19T23:10:35.990" v="4358" actId="1076"/>
          <ac:spMkLst>
            <pc:docMk/>
            <pc:sldMk cId="2046743487" sldId="5466"/>
            <ac:spMk id="13" creationId="{BFD07ECD-DB39-6091-1EBE-88EB7EABAEAA}"/>
          </ac:spMkLst>
        </pc:spChg>
        <pc:spChg chg="add mod">
          <ac:chgData name="Lindeman, Mark A (US 365H)" userId="3688c61a-c847-421f-97e7-31f196fb4491" providerId="ADAL" clId="{216A9E4E-1227-49C0-8A78-42279DBF0FD8}" dt="2026-02-19T23:12:39.770" v="4416" actId="1076"/>
          <ac:spMkLst>
            <pc:docMk/>
            <pc:sldMk cId="2046743487" sldId="5466"/>
            <ac:spMk id="18" creationId="{4C07C16E-FC93-6237-8019-CF62E73DD20E}"/>
          </ac:spMkLst>
        </pc:spChg>
        <pc:spChg chg="add mod">
          <ac:chgData name="Lindeman, Mark A (US 365H)" userId="3688c61a-c847-421f-97e7-31f196fb4491" providerId="ADAL" clId="{216A9E4E-1227-49C0-8A78-42279DBF0FD8}" dt="2026-02-20T01:17:24.453" v="5223" actId="20577"/>
          <ac:spMkLst>
            <pc:docMk/>
            <pc:sldMk cId="2046743487" sldId="5466"/>
            <ac:spMk id="1031" creationId="{05316118-C226-C576-250D-F938CAA0A7AE}"/>
          </ac:spMkLst>
        </pc:spChg>
        <pc:spChg chg="add mod">
          <ac:chgData name="Lindeman, Mark A (US 365H)" userId="3688c61a-c847-421f-97e7-31f196fb4491" providerId="ADAL" clId="{216A9E4E-1227-49C0-8A78-42279DBF0FD8}" dt="2026-02-18T01:00:09.103" v="1834" actId="20577"/>
          <ac:spMkLst>
            <pc:docMk/>
            <pc:sldMk cId="2046743487" sldId="5466"/>
            <ac:spMk id="1033" creationId="{19CAD7F6-94BA-B504-40EE-C84F23779F91}"/>
          </ac:spMkLst>
        </pc:spChg>
        <pc:picChg chg="add del mod">
          <ac:chgData name="Lindeman, Mark A (US 365H)" userId="3688c61a-c847-421f-97e7-31f196fb4491" providerId="ADAL" clId="{216A9E4E-1227-49C0-8A78-42279DBF0FD8}" dt="2026-02-19T23:09:22.481" v="4336" actId="478"/>
          <ac:picMkLst>
            <pc:docMk/>
            <pc:sldMk cId="2046743487" sldId="5466"/>
            <ac:picMk id="3" creationId="{4037AC8C-F848-F83A-253A-6B6F3B6C781B}"/>
          </ac:picMkLst>
        </pc:picChg>
        <pc:picChg chg="add mod ord">
          <ac:chgData name="Lindeman, Mark A (US 365H)" userId="3688c61a-c847-421f-97e7-31f196fb4491" providerId="ADAL" clId="{216A9E4E-1227-49C0-8A78-42279DBF0FD8}" dt="2026-02-19T23:09:48.714" v="4348" actId="1076"/>
          <ac:picMkLst>
            <pc:docMk/>
            <pc:sldMk cId="2046743487" sldId="5466"/>
            <ac:picMk id="5" creationId="{9756AA3C-697F-35DE-D1C7-24500735C03C}"/>
          </ac:picMkLst>
        </pc:picChg>
        <pc:picChg chg="add del mod">
          <ac:chgData name="Lindeman, Mark A (US 365H)" userId="3688c61a-c847-421f-97e7-31f196fb4491" providerId="ADAL" clId="{216A9E4E-1227-49C0-8A78-42279DBF0FD8}" dt="2026-02-19T23:11:59.765" v="4396" actId="478"/>
          <ac:picMkLst>
            <pc:docMk/>
            <pc:sldMk cId="2046743487" sldId="5466"/>
            <ac:picMk id="6" creationId="{955B3531-80E1-E6BC-98C4-22193C7AC4A8}"/>
          </ac:picMkLst>
        </pc:picChg>
        <pc:picChg chg="add mod">
          <ac:chgData name="Lindeman, Mark A (US 365H)" userId="3688c61a-c847-421f-97e7-31f196fb4491" providerId="ADAL" clId="{216A9E4E-1227-49C0-8A78-42279DBF0FD8}" dt="2026-02-19T23:09:40.813" v="4345" actId="1076"/>
          <ac:picMkLst>
            <pc:docMk/>
            <pc:sldMk cId="2046743487" sldId="5466"/>
            <ac:picMk id="8" creationId="{17C2E4FE-D912-BE8C-6D3A-0ED6BD78991C}"/>
          </ac:picMkLst>
        </pc:picChg>
        <pc:picChg chg="add mod">
          <ac:chgData name="Lindeman, Mark A (US 365H)" userId="3688c61a-c847-421f-97e7-31f196fb4491" providerId="ADAL" clId="{216A9E4E-1227-49C0-8A78-42279DBF0FD8}" dt="2026-02-19T23:12:43.022" v="4417" actId="1076"/>
          <ac:picMkLst>
            <pc:docMk/>
            <pc:sldMk cId="2046743487" sldId="5466"/>
            <ac:picMk id="10" creationId="{F6E5253B-0FBA-F023-A1C4-6A4F6F666A9C}"/>
          </ac:picMkLst>
        </pc:picChg>
        <pc:picChg chg="add mod">
          <ac:chgData name="Lindeman, Mark A (US 365H)" userId="3688c61a-c847-421f-97e7-31f196fb4491" providerId="ADAL" clId="{216A9E4E-1227-49C0-8A78-42279DBF0FD8}" dt="2026-02-19T23:12:22.769" v="4402" actId="1076"/>
          <ac:picMkLst>
            <pc:docMk/>
            <pc:sldMk cId="2046743487" sldId="5466"/>
            <ac:picMk id="17" creationId="{096DCBD4-217B-DBB2-B073-773B37C47D73}"/>
          </ac:picMkLst>
        </pc:picChg>
        <pc:picChg chg="add del mod">
          <ac:chgData name="Lindeman, Mark A (US 365H)" userId="3688c61a-c847-421f-97e7-31f196fb4491" providerId="ADAL" clId="{216A9E4E-1227-49C0-8A78-42279DBF0FD8}" dt="2026-02-20T02:24:21.922" v="6238" actId="478"/>
          <ac:picMkLst>
            <pc:docMk/>
            <pc:sldMk cId="2046743487" sldId="5466"/>
            <ac:picMk id="1026" creationId="{D8B92A90-8B6A-B051-4E6C-20F7BD6F6D32}"/>
          </ac:picMkLst>
        </pc:picChg>
        <pc:cxnChg chg="add mod">
          <ac:chgData name="Lindeman, Mark A (US 365H)" userId="3688c61a-c847-421f-97e7-31f196fb4491" providerId="ADAL" clId="{216A9E4E-1227-49C0-8A78-42279DBF0FD8}" dt="2026-02-19T23:11:42.648" v="4393" actId="1582"/>
          <ac:cxnSpMkLst>
            <pc:docMk/>
            <pc:sldMk cId="2046743487" sldId="5466"/>
            <ac:cxnSpMk id="15" creationId="{26A101F0-DD0A-3417-9D90-DEA192289ED9}"/>
          </ac:cxnSpMkLst>
        </pc:cxnChg>
      </pc:sldChg>
      <pc:sldChg chg="addSp delSp modSp new mod">
        <pc:chgData name="Lindeman, Mark A (US 365H)" userId="3688c61a-c847-421f-97e7-31f196fb4491" providerId="ADAL" clId="{216A9E4E-1227-49C0-8A78-42279DBF0FD8}" dt="2026-02-18T01:01:58.547" v="1855" actId="20577"/>
        <pc:sldMkLst>
          <pc:docMk/>
          <pc:sldMk cId="58814229" sldId="5467"/>
        </pc:sldMkLst>
        <pc:spChg chg="mod">
          <ac:chgData name="Lindeman, Mark A (US 365H)" userId="3688c61a-c847-421f-97e7-31f196fb4491" providerId="ADAL" clId="{216A9E4E-1227-49C0-8A78-42279DBF0FD8}" dt="2026-02-18T01:01:58.547" v="1855" actId="20577"/>
          <ac:spMkLst>
            <pc:docMk/>
            <pc:sldMk cId="58814229" sldId="5467"/>
            <ac:spMk id="2" creationId="{A37F0484-ED04-9222-A994-DD6759B64E4F}"/>
          </ac:spMkLst>
        </pc:spChg>
        <pc:spChg chg="mod">
          <ac:chgData name="Lindeman, Mark A (US 365H)" userId="3688c61a-c847-421f-97e7-31f196fb4491" providerId="ADAL" clId="{216A9E4E-1227-49C0-8A78-42279DBF0FD8}" dt="2026-02-18T01:01:33.982" v="1836" actId="14100"/>
          <ac:spMkLst>
            <pc:docMk/>
            <pc:sldMk cId="58814229" sldId="5467"/>
            <ac:spMk id="3" creationId="{02D82C13-C627-8E35-CD46-96BDBAC84BA8}"/>
          </ac:spMkLst>
        </pc:spChg>
        <pc:spChg chg="add">
          <ac:chgData name="Lindeman, Mark A (US 365H)" userId="3688c61a-c847-421f-97e7-31f196fb4491" providerId="ADAL" clId="{216A9E4E-1227-49C0-8A78-42279DBF0FD8}" dt="2026-02-18T01:01:35.152" v="1837" actId="22"/>
          <ac:spMkLst>
            <pc:docMk/>
            <pc:sldMk cId="58814229" sldId="5467"/>
            <ac:spMk id="6" creationId="{B7EB1F87-D62A-4CD7-ADF8-38F261848796}"/>
          </ac:spMkLst>
        </pc:spChg>
        <pc:picChg chg="add mod">
          <ac:chgData name="Lindeman, Mark A (US 365H)" userId="3688c61a-c847-421f-97e7-31f196fb4491" providerId="ADAL" clId="{216A9E4E-1227-49C0-8A78-42279DBF0FD8}" dt="2026-02-18T01:01:50.574" v="1842" actId="1076"/>
          <ac:picMkLst>
            <pc:docMk/>
            <pc:sldMk cId="58814229" sldId="5467"/>
            <ac:picMk id="2050" creationId="{60308968-CC3E-3E98-F648-1712706402A4}"/>
          </ac:picMkLst>
        </pc:picChg>
      </pc:sldChg>
      <pc:sldChg chg="modSp new mod">
        <pc:chgData name="Lindeman, Mark A (US 365H)" userId="3688c61a-c847-421f-97e7-31f196fb4491" providerId="ADAL" clId="{216A9E4E-1227-49C0-8A78-42279DBF0FD8}" dt="2026-02-18T01:03:10.574" v="1902" actId="20577"/>
        <pc:sldMkLst>
          <pc:docMk/>
          <pc:sldMk cId="3831458616" sldId="5468"/>
        </pc:sldMkLst>
        <pc:spChg chg="mod">
          <ac:chgData name="Lindeman, Mark A (US 365H)" userId="3688c61a-c847-421f-97e7-31f196fb4491" providerId="ADAL" clId="{216A9E4E-1227-49C0-8A78-42279DBF0FD8}" dt="2026-02-18T01:03:10.574" v="1902" actId="20577"/>
          <ac:spMkLst>
            <pc:docMk/>
            <pc:sldMk cId="3831458616" sldId="5468"/>
            <ac:spMk id="2" creationId="{5F370368-1952-A243-8A31-8D00DB2A2B6E}"/>
          </ac:spMkLst>
        </pc:spChg>
      </pc:sldChg>
      <pc:sldChg chg="addSp modSp new del mod ord">
        <pc:chgData name="Lindeman, Mark A (US 365H)" userId="3688c61a-c847-421f-97e7-31f196fb4491" providerId="ADAL" clId="{216A9E4E-1227-49C0-8A78-42279DBF0FD8}" dt="2026-02-19T20:06:00.979" v="2832" actId="47"/>
        <pc:sldMkLst>
          <pc:docMk/>
          <pc:sldMk cId="2299073703" sldId="5469"/>
        </pc:sldMkLst>
      </pc:sldChg>
      <pc:sldChg chg="addSp delSp modSp new del mod ord">
        <pc:chgData name="Lindeman, Mark A (US 365H)" userId="3688c61a-c847-421f-97e7-31f196fb4491" providerId="ADAL" clId="{216A9E4E-1227-49C0-8A78-42279DBF0FD8}" dt="2026-02-19T20:06:09.389" v="2833" actId="47"/>
        <pc:sldMkLst>
          <pc:docMk/>
          <pc:sldMk cId="3709754066" sldId="5470"/>
        </pc:sldMkLst>
        <pc:spChg chg="mod">
          <ac:chgData name="Lindeman, Mark A (US 365H)" userId="3688c61a-c847-421f-97e7-31f196fb4491" providerId="ADAL" clId="{216A9E4E-1227-49C0-8A78-42279DBF0FD8}" dt="2026-02-19T00:44:32.896" v="2799" actId="20577"/>
          <ac:spMkLst>
            <pc:docMk/>
            <pc:sldMk cId="3709754066" sldId="5470"/>
            <ac:spMk id="3" creationId="{AD6A57DE-8974-584E-3E3F-EC170E83F1C5}"/>
          </ac:spMkLst>
        </pc:spChg>
        <pc:picChg chg="add mod">
          <ac:chgData name="Lindeman, Mark A (US 365H)" userId="3688c61a-c847-421f-97e7-31f196fb4491" providerId="ADAL" clId="{216A9E4E-1227-49C0-8A78-42279DBF0FD8}" dt="2026-02-19T00:49:53.709" v="2806" actId="1076"/>
          <ac:picMkLst>
            <pc:docMk/>
            <pc:sldMk cId="3709754066" sldId="5470"/>
            <ac:picMk id="6" creationId="{E8ACA0C4-E825-7866-1D5D-00E1190E4360}"/>
          </ac:picMkLst>
        </pc:picChg>
        <pc:picChg chg="add del mod">
          <ac:chgData name="Lindeman, Mark A (US 365H)" userId="3688c61a-c847-421f-97e7-31f196fb4491" providerId="ADAL" clId="{216A9E4E-1227-49C0-8A78-42279DBF0FD8}" dt="2026-02-19T00:49:48.461" v="2801" actId="478"/>
          <ac:picMkLst>
            <pc:docMk/>
            <pc:sldMk cId="3709754066" sldId="5470"/>
            <ac:picMk id="4098" creationId="{587A596F-420A-CAA4-5699-8EE0C65A9288}"/>
          </ac:picMkLst>
        </pc:picChg>
        <pc:picChg chg="add mod">
          <ac:chgData name="Lindeman, Mark A (US 365H)" userId="3688c61a-c847-421f-97e7-31f196fb4491" providerId="ADAL" clId="{216A9E4E-1227-49C0-8A78-42279DBF0FD8}" dt="2026-02-19T00:42:52.462" v="2789" actId="1076"/>
          <ac:picMkLst>
            <pc:docMk/>
            <pc:sldMk cId="3709754066" sldId="5470"/>
            <ac:picMk id="4100" creationId="{252F7E80-80FA-3393-A544-29909CC760DE}"/>
          </ac:picMkLst>
        </pc:picChg>
      </pc:sldChg>
      <pc:sldChg chg="addSp delSp modSp new mod">
        <pc:chgData name="Lindeman, Mark A (US 365H)" userId="3688c61a-c847-421f-97e7-31f196fb4491" providerId="ADAL" clId="{216A9E4E-1227-49C0-8A78-42279DBF0FD8}" dt="2026-02-19T00:31:24.315" v="2749" actId="1076"/>
        <pc:sldMkLst>
          <pc:docMk/>
          <pc:sldMk cId="1878771491" sldId="5471"/>
        </pc:sldMkLst>
        <pc:spChg chg="mod">
          <ac:chgData name="Lindeman, Mark A (US 365H)" userId="3688c61a-c847-421f-97e7-31f196fb4491" providerId="ADAL" clId="{216A9E4E-1227-49C0-8A78-42279DBF0FD8}" dt="2026-02-18T01:11:10.133" v="2209" actId="20577"/>
          <ac:spMkLst>
            <pc:docMk/>
            <pc:sldMk cId="1878771491" sldId="5471"/>
            <ac:spMk id="2" creationId="{A1D034F6-62BF-F6D6-6EDE-B271774851C1}"/>
          </ac:spMkLst>
        </pc:spChg>
        <pc:spChg chg="mod">
          <ac:chgData name="Lindeman, Mark A (US 365H)" userId="3688c61a-c847-421f-97e7-31f196fb4491" providerId="ADAL" clId="{216A9E4E-1227-49C0-8A78-42279DBF0FD8}" dt="2026-02-18T01:10:36.872" v="2188" actId="27636"/>
          <ac:spMkLst>
            <pc:docMk/>
            <pc:sldMk cId="1878771491" sldId="5471"/>
            <ac:spMk id="3" creationId="{45D22FC0-B9F8-68C3-9EE1-0ED55C907E97}"/>
          </ac:spMkLst>
        </pc:spChg>
        <pc:spChg chg="add">
          <ac:chgData name="Lindeman, Mark A (US 365H)" userId="3688c61a-c847-421f-97e7-31f196fb4491" providerId="ADAL" clId="{216A9E4E-1227-49C0-8A78-42279DBF0FD8}" dt="2026-02-19T00:25:13.471" v="2727"/>
          <ac:spMkLst>
            <pc:docMk/>
            <pc:sldMk cId="1878771491" sldId="5471"/>
            <ac:spMk id="5" creationId="{FEC3BD36-9A04-3511-243C-A0F7036FFF48}"/>
          </ac:spMkLst>
        </pc:spChg>
        <pc:spChg chg="add">
          <ac:chgData name="Lindeman, Mark A (US 365H)" userId="3688c61a-c847-421f-97e7-31f196fb4491" providerId="ADAL" clId="{216A9E4E-1227-49C0-8A78-42279DBF0FD8}" dt="2026-02-19T00:25:42.888" v="2728"/>
          <ac:spMkLst>
            <pc:docMk/>
            <pc:sldMk cId="1878771491" sldId="5471"/>
            <ac:spMk id="6" creationId="{910D3C54-84C4-A0D9-BC8C-06821433BE4C}"/>
          </ac:spMkLst>
        </pc:spChg>
        <pc:spChg chg="add mod">
          <ac:chgData name="Lindeman, Mark A (US 365H)" userId="3688c61a-c847-421f-97e7-31f196fb4491" providerId="ADAL" clId="{216A9E4E-1227-49C0-8A78-42279DBF0FD8}" dt="2026-02-19T00:25:46.859" v="2730"/>
          <ac:spMkLst>
            <pc:docMk/>
            <pc:sldMk cId="1878771491" sldId="5471"/>
            <ac:spMk id="7" creationId="{93F68C7E-E502-B622-37F3-F55C4718B880}"/>
          </ac:spMkLst>
        </pc:spChg>
        <pc:spChg chg="add mod">
          <ac:chgData name="Lindeman, Mark A (US 365H)" userId="3688c61a-c847-421f-97e7-31f196fb4491" providerId="ADAL" clId="{216A9E4E-1227-49C0-8A78-42279DBF0FD8}" dt="2026-02-19T00:26:08.348" v="2734"/>
          <ac:spMkLst>
            <pc:docMk/>
            <pc:sldMk cId="1878771491" sldId="5471"/>
            <ac:spMk id="8" creationId="{CC30D94F-CCEF-472E-5E1D-A7A7B085D472}"/>
          </ac:spMkLst>
        </pc:spChg>
        <pc:picChg chg="add mod">
          <ac:chgData name="Lindeman, Mark A (US 365H)" userId="3688c61a-c847-421f-97e7-31f196fb4491" providerId="ADAL" clId="{216A9E4E-1227-49C0-8A78-42279DBF0FD8}" dt="2026-02-19T00:31:24.315" v="2749" actId="1076"/>
          <ac:picMkLst>
            <pc:docMk/>
            <pc:sldMk cId="1878771491" sldId="5471"/>
            <ac:picMk id="10" creationId="{243C73B1-323B-6518-E15F-B80CA443FBDD}"/>
          </ac:picMkLst>
        </pc:picChg>
        <pc:picChg chg="add del mod">
          <ac:chgData name="Lindeman, Mark A (US 365H)" userId="3688c61a-c847-421f-97e7-31f196fb4491" providerId="ADAL" clId="{216A9E4E-1227-49C0-8A78-42279DBF0FD8}" dt="2026-02-19T00:31:19.680" v="2747" actId="478"/>
          <ac:picMkLst>
            <pc:docMk/>
            <pc:sldMk cId="1878771491" sldId="5471"/>
            <ac:picMk id="12" creationId="{CABBC6C6-2813-5065-CD71-BD4C6A432166}"/>
          </ac:picMkLst>
        </pc:picChg>
      </pc:sldChg>
      <pc:sldChg chg="modSp new mod">
        <pc:chgData name="Lindeman, Mark A (US 365H)" userId="3688c61a-c847-421f-97e7-31f196fb4491" providerId="ADAL" clId="{216A9E4E-1227-49C0-8A78-42279DBF0FD8}" dt="2026-02-18T01:12:18.658" v="2251" actId="313"/>
        <pc:sldMkLst>
          <pc:docMk/>
          <pc:sldMk cId="2271543493" sldId="5472"/>
        </pc:sldMkLst>
        <pc:spChg chg="mod">
          <ac:chgData name="Lindeman, Mark A (US 365H)" userId="3688c61a-c847-421f-97e7-31f196fb4491" providerId="ADAL" clId="{216A9E4E-1227-49C0-8A78-42279DBF0FD8}" dt="2026-02-18T01:12:18.658" v="2251" actId="313"/>
          <ac:spMkLst>
            <pc:docMk/>
            <pc:sldMk cId="2271543493" sldId="5472"/>
            <ac:spMk id="2" creationId="{5F4EC2A3-57FB-EA95-4E1B-8FAB7DB65C72}"/>
          </ac:spMkLst>
        </pc:spChg>
      </pc:sldChg>
      <pc:sldChg chg="modSp new mod">
        <pc:chgData name="Lindeman, Mark A (US 365H)" userId="3688c61a-c847-421f-97e7-31f196fb4491" providerId="ADAL" clId="{216A9E4E-1227-49C0-8A78-42279DBF0FD8}" dt="2026-02-18T01:14:16.146" v="2303" actId="313"/>
        <pc:sldMkLst>
          <pc:docMk/>
          <pc:sldMk cId="2246504376" sldId="5473"/>
        </pc:sldMkLst>
        <pc:spChg chg="mod">
          <ac:chgData name="Lindeman, Mark A (US 365H)" userId="3688c61a-c847-421f-97e7-31f196fb4491" providerId="ADAL" clId="{216A9E4E-1227-49C0-8A78-42279DBF0FD8}" dt="2026-02-18T01:14:16.146" v="2303" actId="313"/>
          <ac:spMkLst>
            <pc:docMk/>
            <pc:sldMk cId="2246504376" sldId="5473"/>
            <ac:spMk id="2" creationId="{E17C23D9-8EF3-28CD-C0BE-24C2BE450A15}"/>
          </ac:spMkLst>
        </pc:spChg>
      </pc:sldChg>
      <pc:sldChg chg="modSp new mod">
        <pc:chgData name="Lindeman, Mark A (US 365H)" userId="3688c61a-c847-421f-97e7-31f196fb4491" providerId="ADAL" clId="{216A9E4E-1227-49C0-8A78-42279DBF0FD8}" dt="2026-02-18T01:14:19.361" v="2304" actId="313"/>
        <pc:sldMkLst>
          <pc:docMk/>
          <pc:sldMk cId="696999777" sldId="5474"/>
        </pc:sldMkLst>
        <pc:spChg chg="mod">
          <ac:chgData name="Lindeman, Mark A (US 365H)" userId="3688c61a-c847-421f-97e7-31f196fb4491" providerId="ADAL" clId="{216A9E4E-1227-49C0-8A78-42279DBF0FD8}" dt="2026-02-18T01:14:19.361" v="2304" actId="313"/>
          <ac:spMkLst>
            <pc:docMk/>
            <pc:sldMk cId="696999777" sldId="5474"/>
            <ac:spMk id="2" creationId="{A26275B6-667F-A904-6A2A-A8B5D15639A4}"/>
          </ac:spMkLst>
        </pc:spChg>
      </pc:sldChg>
      <pc:sldChg chg="modSp new del mod">
        <pc:chgData name="Lindeman, Mark A (US 365H)" userId="3688c61a-c847-421f-97e7-31f196fb4491" providerId="ADAL" clId="{216A9E4E-1227-49C0-8A78-42279DBF0FD8}" dt="2026-02-19T00:34:56.916" v="2762" actId="47"/>
        <pc:sldMkLst>
          <pc:docMk/>
          <pc:sldMk cId="2931717608" sldId="5475"/>
        </pc:sldMkLst>
      </pc:sldChg>
      <pc:sldChg chg="new del">
        <pc:chgData name="Lindeman, Mark A (US 365H)" userId="3688c61a-c847-421f-97e7-31f196fb4491" providerId="ADAL" clId="{216A9E4E-1227-49C0-8A78-42279DBF0FD8}" dt="2026-02-19T00:34:48.069" v="2761" actId="47"/>
        <pc:sldMkLst>
          <pc:docMk/>
          <pc:sldMk cId="2914500140" sldId="5476"/>
        </pc:sldMkLst>
      </pc:sldChg>
      <pc:sldChg chg="new del">
        <pc:chgData name="Lindeman, Mark A (US 365H)" userId="3688c61a-c847-421f-97e7-31f196fb4491" providerId="ADAL" clId="{216A9E4E-1227-49C0-8A78-42279DBF0FD8}" dt="2026-02-19T00:34:46.238" v="2760" actId="47"/>
        <pc:sldMkLst>
          <pc:docMk/>
          <pc:sldMk cId="363147185" sldId="5477"/>
        </pc:sldMkLst>
      </pc:sldChg>
      <pc:sldChg chg="modSp new mod">
        <pc:chgData name="Lindeman, Mark A (US 365H)" userId="3688c61a-c847-421f-97e7-31f196fb4491" providerId="ADAL" clId="{216A9E4E-1227-49C0-8A78-42279DBF0FD8}" dt="2026-02-19T00:34:41.627" v="2759" actId="20577"/>
        <pc:sldMkLst>
          <pc:docMk/>
          <pc:sldMk cId="542720082" sldId="5478"/>
        </pc:sldMkLst>
        <pc:spChg chg="mod">
          <ac:chgData name="Lindeman, Mark A (US 365H)" userId="3688c61a-c847-421f-97e7-31f196fb4491" providerId="ADAL" clId="{216A9E4E-1227-49C0-8A78-42279DBF0FD8}" dt="2026-02-19T00:34:41.627" v="2759" actId="20577"/>
          <ac:spMkLst>
            <pc:docMk/>
            <pc:sldMk cId="542720082" sldId="5478"/>
            <ac:spMk id="2" creationId="{9797D6EC-4987-621F-4F1B-18718380639F}"/>
          </ac:spMkLst>
        </pc:spChg>
      </pc:sldChg>
      <pc:sldChg chg="new del">
        <pc:chgData name="Lindeman, Mark A (US 365H)" userId="3688c61a-c847-421f-97e7-31f196fb4491" providerId="ADAL" clId="{216A9E4E-1227-49C0-8A78-42279DBF0FD8}" dt="2026-02-19T00:37:41.661" v="2776" actId="680"/>
        <pc:sldMkLst>
          <pc:docMk/>
          <pc:sldMk cId="2078290087" sldId="5479"/>
        </pc:sldMkLst>
      </pc:sldChg>
      <pc:sldChg chg="addSp delSp modSp add del mod ord">
        <pc:chgData name="Lindeman, Mark A (US 365H)" userId="3688c61a-c847-421f-97e7-31f196fb4491" providerId="ADAL" clId="{216A9E4E-1227-49C0-8A78-42279DBF0FD8}" dt="2026-02-20T02:31:02.902" v="6245" actId="14100"/>
        <pc:sldMkLst>
          <pc:docMk/>
          <pc:sldMk cId="3998716187" sldId="5479"/>
        </pc:sldMkLst>
        <pc:spChg chg="mod">
          <ac:chgData name="Lindeman, Mark A (US 365H)" userId="3688c61a-c847-421f-97e7-31f196fb4491" providerId="ADAL" clId="{216A9E4E-1227-49C0-8A78-42279DBF0FD8}" dt="2026-02-19T20:16:05.782" v="2856" actId="20577"/>
          <ac:spMkLst>
            <pc:docMk/>
            <pc:sldMk cId="3998716187" sldId="5479"/>
            <ac:spMk id="2" creationId="{CC48713B-47DB-C64D-42E4-0629DE0BC78E}"/>
          </ac:spMkLst>
        </pc:spChg>
        <pc:spChg chg="mod">
          <ac:chgData name="Lindeman, Mark A (US 365H)" userId="3688c61a-c847-421f-97e7-31f196fb4491" providerId="ADAL" clId="{216A9E4E-1227-49C0-8A78-42279DBF0FD8}" dt="2026-02-19T20:16:16.056" v="2858" actId="27636"/>
          <ac:spMkLst>
            <pc:docMk/>
            <pc:sldMk cId="3998716187" sldId="5479"/>
            <ac:spMk id="3" creationId="{CE74E534-F022-FF77-B7B3-29FB543402FF}"/>
          </ac:spMkLst>
        </pc:spChg>
        <pc:picChg chg="add mod ord">
          <ac:chgData name="Lindeman, Mark A (US 365H)" userId="3688c61a-c847-421f-97e7-31f196fb4491" providerId="ADAL" clId="{216A9E4E-1227-49C0-8A78-42279DBF0FD8}" dt="2026-02-20T02:31:02.902" v="6245" actId="14100"/>
          <ac:picMkLst>
            <pc:docMk/>
            <pc:sldMk cId="3998716187" sldId="5479"/>
            <ac:picMk id="6" creationId="{140DA862-BAD6-53D4-D67B-28DF672A7E2A}"/>
          </ac:picMkLst>
        </pc:picChg>
        <pc:picChg chg="del">
          <ac:chgData name="Lindeman, Mark A (US 365H)" userId="3688c61a-c847-421f-97e7-31f196fb4491" providerId="ADAL" clId="{216A9E4E-1227-49C0-8A78-42279DBF0FD8}" dt="2026-02-19T20:15:55.698" v="2837" actId="478"/>
          <ac:picMkLst>
            <pc:docMk/>
            <pc:sldMk cId="3998716187" sldId="5479"/>
            <ac:picMk id="6" creationId="{DB8AF50F-05EA-0559-08BF-54E0582A1D2E}"/>
          </ac:picMkLst>
        </pc:picChg>
      </pc:sldChg>
      <pc:sldChg chg="addSp delSp modSp new mod ord">
        <pc:chgData name="Lindeman, Mark A (US 365H)" userId="3688c61a-c847-421f-97e7-31f196fb4491" providerId="ADAL" clId="{216A9E4E-1227-49C0-8A78-42279DBF0FD8}" dt="2026-02-20T02:23:54.074" v="6236" actId="6549"/>
        <pc:sldMkLst>
          <pc:docMk/>
          <pc:sldMk cId="227148962" sldId="5480"/>
        </pc:sldMkLst>
        <pc:spChg chg="mod">
          <ac:chgData name="Lindeman, Mark A (US 365H)" userId="3688c61a-c847-421f-97e7-31f196fb4491" providerId="ADAL" clId="{216A9E4E-1227-49C0-8A78-42279DBF0FD8}" dt="2026-02-19T23:18:48.288" v="4579" actId="20577"/>
          <ac:spMkLst>
            <pc:docMk/>
            <pc:sldMk cId="227148962" sldId="5480"/>
            <ac:spMk id="2" creationId="{E848B8B6-DC8F-C84F-8932-65B2E458FCB9}"/>
          </ac:spMkLst>
        </pc:spChg>
        <pc:spChg chg="mod">
          <ac:chgData name="Lindeman, Mark A (US 365H)" userId="3688c61a-c847-421f-97e7-31f196fb4491" providerId="ADAL" clId="{216A9E4E-1227-49C0-8A78-42279DBF0FD8}" dt="2026-02-20T02:23:54.074" v="6236" actId="6549"/>
          <ac:spMkLst>
            <pc:docMk/>
            <pc:sldMk cId="227148962" sldId="5480"/>
            <ac:spMk id="3" creationId="{C82962F8-2EAD-441B-0ECE-5AAF8BDC21FF}"/>
          </ac:spMkLst>
        </pc:spChg>
        <pc:spChg chg="add mod">
          <ac:chgData name="Lindeman, Mark A (US 365H)" userId="3688c61a-c847-421f-97e7-31f196fb4491" providerId="ADAL" clId="{216A9E4E-1227-49C0-8A78-42279DBF0FD8}" dt="2026-02-19T23:20:53.571" v="4749" actId="1076"/>
          <ac:spMkLst>
            <pc:docMk/>
            <pc:sldMk cId="227148962" sldId="5480"/>
            <ac:spMk id="6" creationId="{331A66B3-E469-2760-43C0-3590EE68CCA7}"/>
          </ac:spMkLst>
        </pc:spChg>
        <pc:spChg chg="add mod">
          <ac:chgData name="Lindeman, Mark A (US 365H)" userId="3688c61a-c847-421f-97e7-31f196fb4491" providerId="ADAL" clId="{216A9E4E-1227-49C0-8A78-42279DBF0FD8}" dt="2026-02-19T23:21:17.103" v="4757" actId="1076"/>
          <ac:spMkLst>
            <pc:docMk/>
            <pc:sldMk cId="227148962" sldId="5480"/>
            <ac:spMk id="9" creationId="{1A260DA2-221A-CA88-13E7-C32A62B29107}"/>
          </ac:spMkLst>
        </pc:spChg>
        <pc:spChg chg="add mod">
          <ac:chgData name="Lindeman, Mark A (US 365H)" userId="3688c61a-c847-421f-97e7-31f196fb4491" providerId="ADAL" clId="{216A9E4E-1227-49C0-8A78-42279DBF0FD8}" dt="2026-02-19T23:21:05.052" v="4753" actId="1076"/>
          <ac:spMkLst>
            <pc:docMk/>
            <pc:sldMk cId="227148962" sldId="5480"/>
            <ac:spMk id="10" creationId="{D9E4E802-9866-B132-FD06-082E25A0116B}"/>
          </ac:spMkLst>
        </pc:spChg>
        <pc:picChg chg="add del mod">
          <ac:chgData name="Lindeman, Mark A (US 365H)" userId="3688c61a-c847-421f-97e7-31f196fb4491" providerId="ADAL" clId="{216A9E4E-1227-49C0-8A78-42279DBF0FD8}" dt="2026-02-20T00:23:03.232" v="4840" actId="478"/>
          <ac:picMkLst>
            <pc:docMk/>
            <pc:sldMk cId="227148962" sldId="5480"/>
            <ac:picMk id="5" creationId="{BABB91B6-A2BF-9616-53B9-2FF90644E4F3}"/>
          </ac:picMkLst>
        </pc:picChg>
        <pc:picChg chg="add mod ord">
          <ac:chgData name="Lindeman, Mark A (US 365H)" userId="3688c61a-c847-421f-97e7-31f196fb4491" providerId="ADAL" clId="{216A9E4E-1227-49C0-8A78-42279DBF0FD8}" dt="2026-02-20T02:15:08.811" v="5945" actId="1076"/>
          <ac:picMkLst>
            <pc:docMk/>
            <pc:sldMk cId="227148962" sldId="5480"/>
            <ac:picMk id="18" creationId="{6F18C452-4ABA-85E7-15C8-7D356B1D1026}"/>
          </ac:picMkLst>
        </pc:picChg>
        <pc:cxnChg chg="add mod">
          <ac:chgData name="Lindeman, Mark A (US 365H)" userId="3688c61a-c847-421f-97e7-31f196fb4491" providerId="ADAL" clId="{216A9E4E-1227-49C0-8A78-42279DBF0FD8}" dt="2026-02-19T23:20:57.530" v="4751" actId="14100"/>
          <ac:cxnSpMkLst>
            <pc:docMk/>
            <pc:sldMk cId="227148962" sldId="5480"/>
            <ac:cxnSpMk id="7" creationId="{678DB72C-6AAA-4D2B-7345-797F3FC5FA3D}"/>
          </ac:cxnSpMkLst>
        </pc:cxnChg>
        <pc:cxnChg chg="add mod">
          <ac:chgData name="Lindeman, Mark A (US 365H)" userId="3688c61a-c847-421f-97e7-31f196fb4491" providerId="ADAL" clId="{216A9E4E-1227-49C0-8A78-42279DBF0FD8}" dt="2026-02-19T23:21:20.006" v="4758" actId="14100"/>
          <ac:cxnSpMkLst>
            <pc:docMk/>
            <pc:sldMk cId="227148962" sldId="5480"/>
            <ac:cxnSpMk id="8" creationId="{34A2BEB7-047F-7F45-4CEF-DC7B371C910C}"/>
          </ac:cxnSpMkLst>
        </pc:cxnChg>
        <pc:cxnChg chg="add mod">
          <ac:chgData name="Lindeman, Mark A (US 365H)" userId="3688c61a-c847-421f-97e7-31f196fb4491" providerId="ADAL" clId="{216A9E4E-1227-49C0-8A78-42279DBF0FD8}" dt="2026-02-20T00:23:20.493" v="4848" actId="14100"/>
          <ac:cxnSpMkLst>
            <pc:docMk/>
            <pc:sldMk cId="227148962" sldId="5480"/>
            <ac:cxnSpMk id="11" creationId="{A5CD7B71-D86A-CE22-5C87-5129DBCEF125}"/>
          </ac:cxnSpMkLst>
        </pc:cxnChg>
      </pc:sldChg>
      <pc:sldChg chg="addSp delSp modSp new del mod ord">
        <pc:chgData name="Lindeman, Mark A (US 365H)" userId="3688c61a-c847-421f-97e7-31f196fb4491" providerId="ADAL" clId="{216A9E4E-1227-49C0-8A78-42279DBF0FD8}" dt="2026-02-19T23:21:50.104" v="4759" actId="47"/>
        <pc:sldMkLst>
          <pc:docMk/>
          <pc:sldMk cId="1708714606" sldId="5481"/>
        </pc:sldMkLst>
        <pc:spChg chg="mod">
          <ac:chgData name="Lindeman, Mark A (US 365H)" userId="3688c61a-c847-421f-97e7-31f196fb4491" providerId="ADAL" clId="{216A9E4E-1227-49C0-8A78-42279DBF0FD8}" dt="2026-02-19T20:36:56.285" v="3934" actId="14100"/>
          <ac:spMkLst>
            <pc:docMk/>
            <pc:sldMk cId="1708714606" sldId="5481"/>
            <ac:spMk id="2" creationId="{AF2F598F-8B4D-52F6-BE84-135891F120F0}"/>
          </ac:spMkLst>
        </pc:spChg>
        <pc:spChg chg="del">
          <ac:chgData name="Lindeman, Mark A (US 365H)" userId="3688c61a-c847-421f-97e7-31f196fb4491" providerId="ADAL" clId="{216A9E4E-1227-49C0-8A78-42279DBF0FD8}" dt="2026-02-19T20:36:11.669" v="3836" actId="478"/>
          <ac:spMkLst>
            <pc:docMk/>
            <pc:sldMk cId="1708714606" sldId="5481"/>
            <ac:spMk id="3" creationId="{6D107C55-C2E1-2290-6BFA-D54E1DEBDFF1}"/>
          </ac:spMkLst>
        </pc:spChg>
        <pc:spChg chg="mod">
          <ac:chgData name="Lindeman, Mark A (US 365H)" userId="3688c61a-c847-421f-97e7-31f196fb4491" providerId="ADAL" clId="{216A9E4E-1227-49C0-8A78-42279DBF0FD8}" dt="2026-02-19T20:36:02.982" v="3835" actId="20577"/>
          <ac:spMkLst>
            <pc:docMk/>
            <pc:sldMk cId="1708714606" sldId="5481"/>
            <ac:spMk id="5" creationId="{A180D0FB-8FD5-A921-006D-CE74F98CB333}"/>
          </ac:spMkLst>
        </pc:spChg>
        <pc:picChg chg="add mod">
          <ac:chgData name="Lindeman, Mark A (US 365H)" userId="3688c61a-c847-421f-97e7-31f196fb4491" providerId="ADAL" clId="{216A9E4E-1227-49C0-8A78-42279DBF0FD8}" dt="2026-02-19T20:39:30.254" v="3956" actId="1076"/>
          <ac:picMkLst>
            <pc:docMk/>
            <pc:sldMk cId="1708714606" sldId="5481"/>
            <ac:picMk id="7" creationId="{DF1F19FE-CFBB-B2BD-3EBC-3E96F1E0DC69}"/>
          </ac:picMkLst>
        </pc:picChg>
        <pc:picChg chg="add del mod">
          <ac:chgData name="Lindeman, Mark A (US 365H)" userId="3688c61a-c847-421f-97e7-31f196fb4491" providerId="ADAL" clId="{216A9E4E-1227-49C0-8A78-42279DBF0FD8}" dt="2026-02-19T20:38:24.278" v="3945" actId="22"/>
          <ac:picMkLst>
            <pc:docMk/>
            <pc:sldMk cId="1708714606" sldId="5481"/>
            <ac:picMk id="9" creationId="{0B2D563D-9A2F-31C1-EE34-0A549826520A}"/>
          </ac:picMkLst>
        </pc:picChg>
        <pc:picChg chg="add mod">
          <ac:chgData name="Lindeman, Mark A (US 365H)" userId="3688c61a-c847-421f-97e7-31f196fb4491" providerId="ADAL" clId="{216A9E4E-1227-49C0-8A78-42279DBF0FD8}" dt="2026-02-19T20:39:38.129" v="3958" actId="14100"/>
          <ac:picMkLst>
            <pc:docMk/>
            <pc:sldMk cId="1708714606" sldId="5481"/>
            <ac:picMk id="11" creationId="{A20D8BB7-A743-1966-7F49-52C937C589C3}"/>
          </ac:picMkLst>
        </pc:picChg>
      </pc:sldChg>
      <pc:sldChg chg="new del">
        <pc:chgData name="Lindeman, Mark A (US 365H)" userId="3688c61a-c847-421f-97e7-31f196fb4491" providerId="ADAL" clId="{216A9E4E-1227-49C0-8A78-42279DBF0FD8}" dt="2026-02-19T20:50:53.913" v="3967" actId="680"/>
        <pc:sldMkLst>
          <pc:docMk/>
          <pc:sldMk cId="3493114520" sldId="5482"/>
        </pc:sldMkLst>
      </pc:sldChg>
      <pc:sldChg chg="modSp new mod">
        <pc:chgData name="Lindeman, Mark A (US 365H)" userId="3688c61a-c847-421f-97e7-31f196fb4491" providerId="ADAL" clId="{216A9E4E-1227-49C0-8A78-42279DBF0FD8}" dt="2026-02-19T20:51:43.582" v="4004" actId="20577"/>
        <pc:sldMkLst>
          <pc:docMk/>
          <pc:sldMk cId="4118765805" sldId="5482"/>
        </pc:sldMkLst>
        <pc:spChg chg="mod">
          <ac:chgData name="Lindeman, Mark A (US 365H)" userId="3688c61a-c847-421f-97e7-31f196fb4491" providerId="ADAL" clId="{216A9E4E-1227-49C0-8A78-42279DBF0FD8}" dt="2026-02-19T20:51:43.582" v="4004" actId="20577"/>
          <ac:spMkLst>
            <pc:docMk/>
            <pc:sldMk cId="4118765805" sldId="5482"/>
            <ac:spMk id="2" creationId="{19B5693D-0CA4-F33C-CE21-5EE85B182956}"/>
          </ac:spMkLst>
        </pc:spChg>
      </pc:sldChg>
      <pc:sldChg chg="modSp new mod">
        <pc:chgData name="Lindeman, Mark A (US 365H)" userId="3688c61a-c847-421f-97e7-31f196fb4491" providerId="ADAL" clId="{216A9E4E-1227-49C0-8A78-42279DBF0FD8}" dt="2026-02-20T01:57:42.347" v="5893" actId="5793"/>
        <pc:sldMkLst>
          <pc:docMk/>
          <pc:sldMk cId="3709493047" sldId="5483"/>
        </pc:sldMkLst>
        <pc:spChg chg="mod">
          <ac:chgData name="Lindeman, Mark A (US 365H)" userId="3688c61a-c847-421f-97e7-31f196fb4491" providerId="ADAL" clId="{216A9E4E-1227-49C0-8A78-42279DBF0FD8}" dt="2026-02-19T20:52:41.254" v="4032" actId="20577"/>
          <ac:spMkLst>
            <pc:docMk/>
            <pc:sldMk cId="3709493047" sldId="5483"/>
            <ac:spMk id="2" creationId="{45E2D263-197E-F7EA-CF2E-C31F474126AA}"/>
          </ac:spMkLst>
        </pc:spChg>
        <pc:spChg chg="mod">
          <ac:chgData name="Lindeman, Mark A (US 365H)" userId="3688c61a-c847-421f-97e7-31f196fb4491" providerId="ADAL" clId="{216A9E4E-1227-49C0-8A78-42279DBF0FD8}" dt="2026-02-20T01:57:42.347" v="5893" actId="5793"/>
          <ac:spMkLst>
            <pc:docMk/>
            <pc:sldMk cId="3709493047" sldId="5483"/>
            <ac:spMk id="3" creationId="{E82ACC12-94D4-BE17-E438-52E1D47ABCCF}"/>
          </ac:spMkLst>
        </pc:spChg>
      </pc:sldChg>
      <pc:sldChg chg="addSp delSp modSp new mod ord">
        <pc:chgData name="Lindeman, Mark A (US 365H)" userId="3688c61a-c847-421f-97e7-31f196fb4491" providerId="ADAL" clId="{216A9E4E-1227-49C0-8A78-42279DBF0FD8}" dt="2026-02-20T02:22:48.811" v="6210" actId="1076"/>
        <pc:sldMkLst>
          <pc:docMk/>
          <pc:sldMk cId="2596388255" sldId="5484"/>
        </pc:sldMkLst>
        <pc:spChg chg="mod">
          <ac:chgData name="Lindeman, Mark A (US 365H)" userId="3688c61a-c847-421f-97e7-31f196fb4491" providerId="ADAL" clId="{216A9E4E-1227-49C0-8A78-42279DBF0FD8}" dt="2026-02-20T02:15:47.745" v="5967" actId="20577"/>
          <ac:spMkLst>
            <pc:docMk/>
            <pc:sldMk cId="2596388255" sldId="5484"/>
            <ac:spMk id="2" creationId="{BD3742A6-62EE-3F29-F408-D1D5097292E4}"/>
          </ac:spMkLst>
        </pc:spChg>
        <pc:spChg chg="del mod">
          <ac:chgData name="Lindeman, Mark A (US 365H)" userId="3688c61a-c847-421f-97e7-31f196fb4491" providerId="ADAL" clId="{216A9E4E-1227-49C0-8A78-42279DBF0FD8}" dt="2026-02-20T02:21:43.397" v="6082" actId="478"/>
          <ac:spMkLst>
            <pc:docMk/>
            <pc:sldMk cId="2596388255" sldId="5484"/>
            <ac:spMk id="3" creationId="{EAE73562-AB23-C33F-EE5E-A9C38D54907E}"/>
          </ac:spMkLst>
        </pc:spChg>
        <pc:spChg chg="mod">
          <ac:chgData name="Lindeman, Mark A (US 365H)" userId="3688c61a-c847-421f-97e7-31f196fb4491" providerId="ADAL" clId="{216A9E4E-1227-49C0-8A78-42279DBF0FD8}" dt="2026-02-20T02:14:06.902" v="5936" actId="1076"/>
          <ac:spMkLst>
            <pc:docMk/>
            <pc:sldMk cId="2596388255" sldId="5484"/>
            <ac:spMk id="4" creationId="{58E464F2-382A-82AF-2857-9DBE7739BDD5}"/>
          </ac:spMkLst>
        </pc:spChg>
        <pc:spChg chg="add mod">
          <ac:chgData name="Lindeman, Mark A (US 365H)" userId="3688c61a-c847-421f-97e7-31f196fb4491" providerId="ADAL" clId="{216A9E4E-1227-49C0-8A78-42279DBF0FD8}" dt="2026-02-20T00:50:52.173" v="4914" actId="164"/>
          <ac:spMkLst>
            <pc:docMk/>
            <pc:sldMk cId="2596388255" sldId="5484"/>
            <ac:spMk id="7" creationId="{0001E8FA-C63A-11B8-24AE-56A8023F7D71}"/>
          </ac:spMkLst>
        </pc:spChg>
        <pc:spChg chg="add mod">
          <ac:chgData name="Lindeman, Mark A (US 365H)" userId="3688c61a-c847-421f-97e7-31f196fb4491" providerId="ADAL" clId="{216A9E4E-1227-49C0-8A78-42279DBF0FD8}" dt="2026-02-20T02:17:40.553" v="6032" actId="1076"/>
          <ac:spMkLst>
            <pc:docMk/>
            <pc:sldMk cId="2596388255" sldId="5484"/>
            <ac:spMk id="8" creationId="{F39AE333-9071-02D7-E490-2D6F7A5595F5}"/>
          </ac:spMkLst>
        </pc:spChg>
        <pc:spChg chg="add mod">
          <ac:chgData name="Lindeman, Mark A (US 365H)" userId="3688c61a-c847-421f-97e7-31f196fb4491" providerId="ADAL" clId="{216A9E4E-1227-49C0-8A78-42279DBF0FD8}" dt="2026-02-20T02:17:29.804" v="6029" actId="20577"/>
          <ac:spMkLst>
            <pc:docMk/>
            <pc:sldMk cId="2596388255" sldId="5484"/>
            <ac:spMk id="12" creationId="{F3CA341E-7148-92D7-E375-06BB998A7854}"/>
          </ac:spMkLst>
        </pc:spChg>
        <pc:spChg chg="add mod">
          <ac:chgData name="Lindeman, Mark A (US 365H)" userId="3688c61a-c847-421f-97e7-31f196fb4491" providerId="ADAL" clId="{216A9E4E-1227-49C0-8A78-42279DBF0FD8}" dt="2026-02-20T02:16:53.112" v="5997" actId="1076"/>
          <ac:spMkLst>
            <pc:docMk/>
            <pc:sldMk cId="2596388255" sldId="5484"/>
            <ac:spMk id="13" creationId="{B2DE7BB2-D6CE-1704-D422-787975A41377}"/>
          </ac:spMkLst>
        </pc:spChg>
        <pc:spChg chg="add mod">
          <ac:chgData name="Lindeman, Mark A (US 365H)" userId="3688c61a-c847-421f-97e7-31f196fb4491" providerId="ADAL" clId="{216A9E4E-1227-49C0-8A78-42279DBF0FD8}" dt="2026-02-20T02:21:49.255" v="6083" actId="1076"/>
          <ac:spMkLst>
            <pc:docMk/>
            <pc:sldMk cId="2596388255" sldId="5484"/>
            <ac:spMk id="20" creationId="{55494331-EB7E-F322-309A-1DFBD2BA28FC}"/>
          </ac:spMkLst>
        </pc:spChg>
        <pc:spChg chg="add mod">
          <ac:chgData name="Lindeman, Mark A (US 365H)" userId="3688c61a-c847-421f-97e7-31f196fb4491" providerId="ADAL" clId="{216A9E4E-1227-49C0-8A78-42279DBF0FD8}" dt="2026-02-20T02:22:48.811" v="6210" actId="1076"/>
          <ac:spMkLst>
            <pc:docMk/>
            <pc:sldMk cId="2596388255" sldId="5484"/>
            <ac:spMk id="23" creationId="{A29F8C45-2CE9-B107-99C9-1087F2C7946A}"/>
          </ac:spMkLst>
        </pc:spChg>
        <pc:grpChg chg="add mod">
          <ac:chgData name="Lindeman, Mark A (US 365H)" userId="3688c61a-c847-421f-97e7-31f196fb4491" providerId="ADAL" clId="{216A9E4E-1227-49C0-8A78-42279DBF0FD8}" dt="2026-02-20T02:21:49.255" v="6083" actId="1076"/>
          <ac:grpSpMkLst>
            <pc:docMk/>
            <pc:sldMk cId="2596388255" sldId="5484"/>
            <ac:grpSpMk id="9" creationId="{B8AAB978-9676-9C6D-36ED-445C35F4AEC1}"/>
          </ac:grpSpMkLst>
        </pc:grpChg>
        <pc:picChg chg="add mod modCrop">
          <ac:chgData name="Lindeman, Mark A (US 365H)" userId="3688c61a-c847-421f-97e7-31f196fb4491" providerId="ADAL" clId="{216A9E4E-1227-49C0-8A78-42279DBF0FD8}" dt="2026-02-20T02:16:53.112" v="5997" actId="1076"/>
          <ac:picMkLst>
            <pc:docMk/>
            <pc:sldMk cId="2596388255" sldId="5484"/>
            <ac:picMk id="5" creationId="{C269FFDC-58DB-025A-7FDE-27AAB484C98B}"/>
          </ac:picMkLst>
        </pc:picChg>
        <pc:picChg chg="add mod">
          <ac:chgData name="Lindeman, Mark A (US 365H)" userId="3688c61a-c847-421f-97e7-31f196fb4491" providerId="ADAL" clId="{216A9E4E-1227-49C0-8A78-42279DBF0FD8}" dt="2026-02-20T00:50:52.173" v="4914" actId="164"/>
          <ac:picMkLst>
            <pc:docMk/>
            <pc:sldMk cId="2596388255" sldId="5484"/>
            <ac:picMk id="6" creationId="{9FC1D151-C40C-5A71-D7B4-B077BBAFF43F}"/>
          </ac:picMkLst>
        </pc:picChg>
        <pc:picChg chg="add del mod">
          <ac:chgData name="Lindeman, Mark A (US 365H)" userId="3688c61a-c847-421f-97e7-31f196fb4491" providerId="ADAL" clId="{216A9E4E-1227-49C0-8A78-42279DBF0FD8}" dt="2026-02-20T00:50:28.688" v="4907" actId="478"/>
          <ac:picMkLst>
            <pc:docMk/>
            <pc:sldMk cId="2596388255" sldId="5484"/>
            <ac:picMk id="8" creationId="{6C909563-0E79-17A5-A765-BD9C511FD941}"/>
          </ac:picMkLst>
        </pc:picChg>
        <pc:cxnChg chg="add mod">
          <ac:chgData name="Lindeman, Mark A (US 365H)" userId="3688c61a-c847-421f-97e7-31f196fb4491" providerId="ADAL" clId="{216A9E4E-1227-49C0-8A78-42279DBF0FD8}" dt="2026-02-20T02:17:42.803" v="6033" actId="14100"/>
          <ac:cxnSpMkLst>
            <pc:docMk/>
            <pc:sldMk cId="2596388255" sldId="5484"/>
            <ac:cxnSpMk id="10" creationId="{BBD9F2A6-84AF-F2EA-1601-4EFE0C29FC88}"/>
          </ac:cxnSpMkLst>
        </pc:cxnChg>
        <pc:cxnChg chg="add mod">
          <ac:chgData name="Lindeman, Mark A (US 365H)" userId="3688c61a-c847-421f-97e7-31f196fb4491" providerId="ADAL" clId="{216A9E4E-1227-49C0-8A78-42279DBF0FD8}" dt="2026-02-20T02:16:53.112" v="5997" actId="1076"/>
          <ac:cxnSpMkLst>
            <pc:docMk/>
            <pc:sldMk cId="2596388255" sldId="5484"/>
            <ac:cxnSpMk id="11" creationId="{943708DD-7F8D-2A01-51A6-731152163847}"/>
          </ac:cxnSpMkLst>
        </pc:cxnChg>
        <pc:cxnChg chg="add mod">
          <ac:chgData name="Lindeman, Mark A (US 365H)" userId="3688c61a-c847-421f-97e7-31f196fb4491" providerId="ADAL" clId="{216A9E4E-1227-49C0-8A78-42279DBF0FD8}" dt="2026-02-20T02:16:53.112" v="5997" actId="1076"/>
          <ac:cxnSpMkLst>
            <pc:docMk/>
            <pc:sldMk cId="2596388255" sldId="5484"/>
            <ac:cxnSpMk id="14" creationId="{DC12116D-0E9F-070C-CED4-56A9E80EE2F8}"/>
          </ac:cxnSpMkLst>
        </pc:cxnChg>
        <pc:cxnChg chg="add del mod">
          <ac:chgData name="Lindeman, Mark A (US 365H)" userId="3688c61a-c847-421f-97e7-31f196fb4491" providerId="ADAL" clId="{216A9E4E-1227-49C0-8A78-42279DBF0FD8}" dt="2026-02-20T02:21:14.891" v="6079" actId="478"/>
          <ac:cxnSpMkLst>
            <pc:docMk/>
            <pc:sldMk cId="2596388255" sldId="5484"/>
            <ac:cxnSpMk id="22" creationId="{00372FD8-3CD7-2B72-4099-17B1FD5FD176}"/>
          </ac:cxnSpMkLst>
        </pc:cxnChg>
      </pc:sldChg>
      <pc:sldChg chg="delSp modSp add mod ord">
        <pc:chgData name="Lindeman, Mark A (US 365H)" userId="3688c61a-c847-421f-97e7-31f196fb4491" providerId="ADAL" clId="{216A9E4E-1227-49C0-8A78-42279DBF0FD8}" dt="2026-02-20T02:20:53.880" v="6078" actId="1076"/>
        <pc:sldMkLst>
          <pc:docMk/>
          <pc:sldMk cId="3404872977" sldId="5485"/>
        </pc:sldMkLst>
        <pc:spChg chg="mod">
          <ac:chgData name="Lindeman, Mark A (US 365H)" userId="3688c61a-c847-421f-97e7-31f196fb4491" providerId="ADAL" clId="{216A9E4E-1227-49C0-8A78-42279DBF0FD8}" dt="2026-02-20T02:20:05.804" v="6061" actId="20577"/>
          <ac:spMkLst>
            <pc:docMk/>
            <pc:sldMk cId="3404872977" sldId="5485"/>
            <ac:spMk id="2" creationId="{C40A470A-ADF5-1742-5661-022FE7AD3637}"/>
          </ac:spMkLst>
        </pc:spChg>
        <pc:spChg chg="del">
          <ac:chgData name="Lindeman, Mark A (US 365H)" userId="3688c61a-c847-421f-97e7-31f196fb4491" providerId="ADAL" clId="{216A9E4E-1227-49C0-8A78-42279DBF0FD8}" dt="2026-02-20T02:20:14.700" v="6064" actId="478"/>
          <ac:spMkLst>
            <pc:docMk/>
            <pc:sldMk cId="3404872977" sldId="5485"/>
            <ac:spMk id="8" creationId="{83FD3C03-8E43-0385-0500-F602437896E6}"/>
          </ac:spMkLst>
        </pc:spChg>
        <pc:spChg chg="del">
          <ac:chgData name="Lindeman, Mark A (US 365H)" userId="3688c61a-c847-421f-97e7-31f196fb4491" providerId="ADAL" clId="{216A9E4E-1227-49C0-8A78-42279DBF0FD8}" dt="2026-02-20T02:20:18.654" v="6065" actId="478"/>
          <ac:spMkLst>
            <pc:docMk/>
            <pc:sldMk cId="3404872977" sldId="5485"/>
            <ac:spMk id="12" creationId="{F4B287C5-E031-F82B-2624-6B135AD683F4}"/>
          </ac:spMkLst>
        </pc:spChg>
        <pc:spChg chg="del">
          <ac:chgData name="Lindeman, Mark A (US 365H)" userId="3688c61a-c847-421f-97e7-31f196fb4491" providerId="ADAL" clId="{216A9E4E-1227-49C0-8A78-42279DBF0FD8}" dt="2026-02-20T02:20:14.700" v="6064" actId="478"/>
          <ac:spMkLst>
            <pc:docMk/>
            <pc:sldMk cId="3404872977" sldId="5485"/>
            <ac:spMk id="13" creationId="{663C62F5-442F-B173-CC81-C1C6E2CFFB9D}"/>
          </ac:spMkLst>
        </pc:spChg>
        <pc:spChg chg="mod">
          <ac:chgData name="Lindeman, Mark A (US 365H)" userId="3688c61a-c847-421f-97e7-31f196fb4491" providerId="ADAL" clId="{216A9E4E-1227-49C0-8A78-42279DBF0FD8}" dt="2026-02-20T02:20:53.880" v="6078" actId="1076"/>
          <ac:spMkLst>
            <pc:docMk/>
            <pc:sldMk cId="3404872977" sldId="5485"/>
            <ac:spMk id="20" creationId="{0B5CB3A6-F8F8-BBC8-0359-98492F4B42BE}"/>
          </ac:spMkLst>
        </pc:spChg>
        <pc:grpChg chg="mod">
          <ac:chgData name="Lindeman, Mark A (US 365H)" userId="3688c61a-c847-421f-97e7-31f196fb4491" providerId="ADAL" clId="{216A9E4E-1227-49C0-8A78-42279DBF0FD8}" dt="2026-02-20T02:20:51.364" v="6077" actId="1076"/>
          <ac:grpSpMkLst>
            <pc:docMk/>
            <pc:sldMk cId="3404872977" sldId="5485"/>
            <ac:grpSpMk id="9" creationId="{D57D7840-118A-DD89-0140-9255A3EF41EB}"/>
          </ac:grpSpMkLst>
        </pc:grpChg>
        <pc:picChg chg="del mod">
          <ac:chgData name="Lindeman, Mark A (US 365H)" userId="3688c61a-c847-421f-97e7-31f196fb4491" providerId="ADAL" clId="{216A9E4E-1227-49C0-8A78-42279DBF0FD8}" dt="2026-02-20T02:20:08.714" v="6063" actId="478"/>
          <ac:picMkLst>
            <pc:docMk/>
            <pc:sldMk cId="3404872977" sldId="5485"/>
            <ac:picMk id="5" creationId="{C2FBE749-3B1E-6209-AEE2-7B4185EB0D36}"/>
          </ac:picMkLst>
        </pc:picChg>
        <pc:cxnChg chg="del">
          <ac:chgData name="Lindeman, Mark A (US 365H)" userId="3688c61a-c847-421f-97e7-31f196fb4491" providerId="ADAL" clId="{216A9E4E-1227-49C0-8A78-42279DBF0FD8}" dt="2026-02-20T02:20:14.700" v="6064" actId="478"/>
          <ac:cxnSpMkLst>
            <pc:docMk/>
            <pc:sldMk cId="3404872977" sldId="5485"/>
            <ac:cxnSpMk id="10" creationId="{77005B04-C062-F74D-A010-95EA52961B5A}"/>
          </ac:cxnSpMkLst>
        </pc:cxnChg>
        <pc:cxnChg chg="del">
          <ac:chgData name="Lindeman, Mark A (US 365H)" userId="3688c61a-c847-421f-97e7-31f196fb4491" providerId="ADAL" clId="{216A9E4E-1227-49C0-8A78-42279DBF0FD8}" dt="2026-02-20T02:20:14.700" v="6064" actId="478"/>
          <ac:cxnSpMkLst>
            <pc:docMk/>
            <pc:sldMk cId="3404872977" sldId="5485"/>
            <ac:cxnSpMk id="11" creationId="{AD245276-8BB9-1D7E-3608-A183E8987CAF}"/>
          </ac:cxnSpMkLst>
        </pc:cxnChg>
        <pc:cxnChg chg="del">
          <ac:chgData name="Lindeman, Mark A (US 365H)" userId="3688c61a-c847-421f-97e7-31f196fb4491" providerId="ADAL" clId="{216A9E4E-1227-49C0-8A78-42279DBF0FD8}" dt="2026-02-20T02:20:14.700" v="6064" actId="478"/>
          <ac:cxnSpMkLst>
            <pc:docMk/>
            <pc:sldMk cId="3404872977" sldId="5485"/>
            <ac:cxnSpMk id="14" creationId="{3A1C4ADC-1D2A-8F48-9F03-B0B520FFCB36}"/>
          </ac:cxnSpMkLst>
        </pc:cxnChg>
        <pc:cxnChg chg="del mod">
          <ac:chgData name="Lindeman, Mark A (US 365H)" userId="3688c61a-c847-421f-97e7-31f196fb4491" providerId="ADAL" clId="{216A9E4E-1227-49C0-8A78-42279DBF0FD8}" dt="2026-02-20T02:20:49.005" v="6076" actId="478"/>
          <ac:cxnSpMkLst>
            <pc:docMk/>
            <pc:sldMk cId="3404872977" sldId="5485"/>
            <ac:cxnSpMk id="22" creationId="{A4DE1E32-A3DD-A73F-D73E-A639D5AA672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EA33D4-0525-4B05-81E5-F5426A78C674}" type="datetimeFigureOut">
              <a:rPr lang="en-US" smtClean="0"/>
              <a:t>2/20/2026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E89C55-9E0C-4E20-8CF6-6B0A019042FF}" type="slidenum">
              <a:rPr lang="en-US" smtClean="0"/>
              <a:t>‹#›</a:t>
            </a:fld>
            <a:endParaRPr lang="en-US" dirty="0"/>
          </a:p>
        </p:txBody>
      </p:sp>
    </p:spTree>
    <p:extLst>
      <p:ext uri="{BB962C8B-B14F-4D97-AF65-F5344CB8AC3E}">
        <p14:creationId xmlns:p14="http://schemas.microsoft.com/office/powerpoint/2010/main" val="2967162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E89C55-9E0C-4E20-8CF6-6B0A019042FF}" type="slidenum">
              <a:rPr lang="en-US" smtClean="0"/>
              <a:t>8</a:t>
            </a:fld>
            <a:endParaRPr lang="en-US" dirty="0"/>
          </a:p>
        </p:txBody>
      </p:sp>
    </p:spTree>
    <p:extLst>
      <p:ext uri="{BB962C8B-B14F-4D97-AF65-F5344CB8AC3E}">
        <p14:creationId xmlns:p14="http://schemas.microsoft.com/office/powerpoint/2010/main" val="3856340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E89C55-9E0C-4E20-8CF6-6B0A019042FF}" type="slidenum">
              <a:rPr lang="en-US" smtClean="0"/>
              <a:t>15</a:t>
            </a:fld>
            <a:endParaRPr lang="en-US" dirty="0"/>
          </a:p>
        </p:txBody>
      </p:sp>
    </p:spTree>
    <p:extLst>
      <p:ext uri="{BB962C8B-B14F-4D97-AF65-F5344CB8AC3E}">
        <p14:creationId xmlns:p14="http://schemas.microsoft.com/office/powerpoint/2010/main" val="4891416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9EB1F-53DC-BFF4-7EAA-1BF4CBECC6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D1E03B-8B2B-2D26-AD7C-D4522DFD2D0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08900B-1A59-0ED9-F069-3B746FC620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1B7E3F-5B87-E8D3-57DC-1B21CAC12CBF}"/>
              </a:ext>
            </a:extLst>
          </p:cNvPr>
          <p:cNvSpPr>
            <a:spLocks noGrp="1"/>
          </p:cNvSpPr>
          <p:nvPr>
            <p:ph type="sldNum" sz="quarter" idx="5"/>
          </p:nvPr>
        </p:nvSpPr>
        <p:spPr/>
        <p:txBody>
          <a:bodyPr/>
          <a:lstStyle/>
          <a:p>
            <a:fld id="{A0E89C55-9E0C-4E20-8CF6-6B0A019042FF}" type="slidenum">
              <a:rPr lang="en-US" smtClean="0"/>
              <a:t>16</a:t>
            </a:fld>
            <a:endParaRPr lang="en-US" dirty="0"/>
          </a:p>
        </p:txBody>
      </p:sp>
    </p:spTree>
    <p:extLst>
      <p:ext uri="{BB962C8B-B14F-4D97-AF65-F5344CB8AC3E}">
        <p14:creationId xmlns:p14="http://schemas.microsoft.com/office/powerpoint/2010/main" val="1863683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0E89C55-9E0C-4E20-8CF6-6B0A019042FF}" type="slidenum">
              <a:rPr lang="en-US" smtClean="0"/>
              <a:t>33</a:t>
            </a:fld>
            <a:endParaRPr lang="en-US" dirty="0"/>
          </a:p>
        </p:txBody>
      </p:sp>
    </p:spTree>
    <p:extLst>
      <p:ext uri="{BB962C8B-B14F-4D97-AF65-F5344CB8AC3E}">
        <p14:creationId xmlns:p14="http://schemas.microsoft.com/office/powerpoint/2010/main" val="4972651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Possible hand over to Karen</a:t>
            </a:r>
          </a:p>
          <a:p>
            <a:r>
              <a:rPr lang="en-US" dirty="0"/>
              <a:t>Harness builds 3 sets. One set delivered to ECM. One set split to vault (int/ext),</a:t>
            </a:r>
            <a:r>
              <a:rPr lang="en-US" baseline="0" dirty="0"/>
              <a:t> prop mod, and boom.</a:t>
            </a:r>
          </a:p>
          <a:p>
            <a:r>
              <a:rPr lang="en-US" baseline="0" dirty="0"/>
              <a:t>ECM test and cal on spare.</a:t>
            </a:r>
          </a:p>
          <a:p>
            <a:r>
              <a:rPr lang="en-US" baseline="0" dirty="0"/>
              <a:t>E2E electrical on actual flight cable.</a:t>
            </a:r>
            <a:endParaRPr lang="en-US" dirty="0"/>
          </a:p>
        </p:txBody>
      </p:sp>
      <p:sp>
        <p:nvSpPr>
          <p:cNvPr id="4" name="Slide Number Placeholder 3"/>
          <p:cNvSpPr>
            <a:spLocks noGrp="1"/>
          </p:cNvSpPr>
          <p:nvPr>
            <p:ph type="sldNum" sz="quarter" idx="10"/>
          </p:nvPr>
        </p:nvSpPr>
        <p:spPr/>
        <p:txBody>
          <a:bodyPr/>
          <a:lstStyle/>
          <a:p>
            <a:fld id="{F22C4F67-FA16-1545-BD98-8C345D46D294}" type="slidenum">
              <a:rPr lang="en-US" smtClean="0"/>
              <a:t>39</a:t>
            </a:fld>
            <a:endParaRPr lang="en-US" dirty="0"/>
          </a:p>
        </p:txBody>
      </p:sp>
    </p:spTree>
    <p:extLst>
      <p:ext uri="{BB962C8B-B14F-4D97-AF65-F5344CB8AC3E}">
        <p14:creationId xmlns:p14="http://schemas.microsoft.com/office/powerpoint/2010/main" val="39005667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l="-2000" r="-2000"/>
          </a:stretch>
        </a:blipFill>
        <a:effectLst/>
      </p:bgPr>
    </p:bg>
    <p:spTree>
      <p:nvGrpSpPr>
        <p:cNvPr id="1" name=""/>
        <p:cNvGrpSpPr/>
        <p:nvPr/>
      </p:nvGrpSpPr>
      <p:grpSpPr>
        <a:xfrm>
          <a:off x="0" y="0"/>
          <a:ext cx="0" cy="0"/>
          <a:chOff x="0" y="0"/>
          <a:chExt cx="0" cy="0"/>
        </a:xfrm>
      </p:grpSpPr>
      <p:sp>
        <p:nvSpPr>
          <p:cNvPr id="9" name="Rectangle 8"/>
          <p:cNvSpPr/>
          <p:nvPr/>
        </p:nvSpPr>
        <p:spPr>
          <a:xfrm>
            <a:off x="0" y="4368800"/>
            <a:ext cx="12180850" cy="2489200"/>
          </a:xfrm>
          <a:prstGeom prst="rect">
            <a:avLst/>
          </a:prstGeom>
          <a:solidFill>
            <a:schemeClr val="tx1">
              <a:lumMod val="85000"/>
              <a:lumOff val="1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26" eaLnBrk="0" fontAlgn="base" hangingPunct="0">
              <a:spcBef>
                <a:spcPct val="0"/>
              </a:spcBef>
              <a:spcAft>
                <a:spcPct val="0"/>
              </a:spcAft>
            </a:pPr>
            <a:endParaRPr lang="en-US" sz="1799" dirty="0">
              <a:solidFill>
                <a:prstClr val="white"/>
              </a:solidFill>
              <a:latin typeface="Helvetica Neue Thin" charset="0"/>
              <a:ea typeface="Helvetica Neue Thin" charset="0"/>
              <a:cs typeface="Helvetica Neue Thin" charset="0"/>
            </a:endParaRPr>
          </a:p>
        </p:txBody>
      </p:sp>
      <p:sp>
        <p:nvSpPr>
          <p:cNvPr id="2" name="Title 1"/>
          <p:cNvSpPr>
            <a:spLocks noGrp="1"/>
          </p:cNvSpPr>
          <p:nvPr>
            <p:ph type="ctrTitle"/>
          </p:nvPr>
        </p:nvSpPr>
        <p:spPr>
          <a:xfrm>
            <a:off x="156115" y="4443847"/>
            <a:ext cx="11916228" cy="893665"/>
          </a:xfrm>
          <a:noFill/>
        </p:spPr>
        <p:txBody>
          <a:bodyPr anchor="b">
            <a:normAutofit/>
          </a:bodyPr>
          <a:lstStyle>
            <a:lvl1pPr algn="l">
              <a:defRPr sz="4049" b="0" i="0">
                <a:solidFill>
                  <a:schemeClr val="bg1"/>
                </a:solidFill>
                <a:latin typeface="Helvetica Neue Light" charset="0"/>
                <a:ea typeface="Helvetica Neue Light" charset="0"/>
                <a:cs typeface="Helvetica Neue Light" charset="0"/>
              </a:defRPr>
            </a:lvl1pPr>
          </a:lstStyle>
          <a:p>
            <a:r>
              <a:rPr lang="en-US" dirty="0"/>
              <a:t>Click to edit Master title style</a:t>
            </a:r>
          </a:p>
        </p:txBody>
      </p:sp>
      <p:sp>
        <p:nvSpPr>
          <p:cNvPr id="3" name="Subtitle 2"/>
          <p:cNvSpPr>
            <a:spLocks noGrp="1"/>
          </p:cNvSpPr>
          <p:nvPr>
            <p:ph type="subTitle" idx="1"/>
          </p:nvPr>
        </p:nvSpPr>
        <p:spPr>
          <a:xfrm>
            <a:off x="156115" y="5337513"/>
            <a:ext cx="8608564" cy="729180"/>
          </a:xfrm>
        </p:spPr>
        <p:txBody>
          <a:bodyPr/>
          <a:lstStyle>
            <a:lvl1pPr marL="0" indent="0" algn="l">
              <a:buNone/>
              <a:defRPr sz="1799" b="0" i="0">
                <a:solidFill>
                  <a:schemeClr val="bg1"/>
                </a:solidFill>
                <a:latin typeface="Helvetica Neue Thin" charset="0"/>
                <a:ea typeface="Helvetica Neue Thin" charset="0"/>
                <a:cs typeface="Helvetica Neue Thin" charset="0"/>
              </a:defRPr>
            </a:lvl1pPr>
            <a:lvl2pPr marL="342797" indent="0" algn="ctr">
              <a:buNone/>
              <a:defRPr sz="1500"/>
            </a:lvl2pPr>
            <a:lvl3pPr marL="685594" indent="0" algn="ctr">
              <a:buNone/>
              <a:defRPr sz="1350"/>
            </a:lvl3pPr>
            <a:lvl4pPr marL="1028391" indent="0" algn="ctr">
              <a:buNone/>
              <a:defRPr sz="1200"/>
            </a:lvl4pPr>
            <a:lvl5pPr marL="1371189" indent="0" algn="ctr">
              <a:buNone/>
              <a:defRPr sz="1200"/>
            </a:lvl5pPr>
            <a:lvl6pPr marL="1713986" indent="0" algn="ctr">
              <a:buNone/>
              <a:defRPr sz="1200"/>
            </a:lvl6pPr>
            <a:lvl7pPr marL="2056783" indent="0" algn="ctr">
              <a:buNone/>
              <a:defRPr sz="1200"/>
            </a:lvl7pPr>
            <a:lvl8pPr marL="2399580" indent="0" algn="ctr">
              <a:buNone/>
              <a:defRPr sz="1200"/>
            </a:lvl8pPr>
            <a:lvl9pPr marL="2742377"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1766090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94263" y="163108"/>
            <a:ext cx="10583333" cy="862804"/>
          </a:xfrm>
        </p:spPr>
        <p:txBody>
          <a:bodyPr/>
          <a:lstStyle/>
          <a:p>
            <a:r>
              <a:rPr lang="en-US"/>
              <a:t>Click to edit Master title style</a:t>
            </a:r>
            <a:endParaRPr lang="en-US" dirty="0"/>
          </a:p>
        </p:txBody>
      </p:sp>
      <p:sp>
        <p:nvSpPr>
          <p:cNvPr id="3" name="Content Placeholder 2"/>
          <p:cNvSpPr>
            <a:spLocks noGrp="1"/>
          </p:cNvSpPr>
          <p:nvPr>
            <p:ph idx="1"/>
          </p:nvPr>
        </p:nvSpPr>
        <p:spPr>
          <a:xfrm>
            <a:off x="211874" y="1270725"/>
            <a:ext cx="11865722" cy="501557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p:cNvCxnSpPr/>
          <p:nvPr/>
        </p:nvCxnSpPr>
        <p:spPr>
          <a:xfrm>
            <a:off x="318979" y="1148318"/>
            <a:ext cx="11651511" cy="0"/>
          </a:xfrm>
          <a:prstGeom prst="line">
            <a:avLst/>
          </a:prstGeom>
          <a:ln>
            <a:gradFill flip="none" rotWithShape="1">
              <a:gsLst>
                <a:gs pos="0">
                  <a:schemeClr val="bg2">
                    <a:lumMod val="10000"/>
                  </a:schemeClr>
                </a:gs>
                <a:gs pos="100000">
                  <a:srgbClr val="FF6600"/>
                </a:gs>
                <a:gs pos="50000">
                  <a:srgbClr val="0000FF"/>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9" name="Date Placeholder 3">
            <a:extLst>
              <a:ext uri="{FF2B5EF4-FFF2-40B4-BE49-F238E27FC236}">
                <a16:creationId xmlns:a16="http://schemas.microsoft.com/office/drawing/2014/main" id="{FE88AB0A-ABCC-484E-9243-7D0D26AA3AEA}"/>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B27E4B00-4D35-4D10-A502-1C880B7B0794}" type="datetime1">
              <a:rPr lang="en-US" smtClean="0"/>
              <a:t>2/20/2026</a:t>
            </a:fld>
            <a:endParaRPr lang="en-US" dirty="0"/>
          </a:p>
        </p:txBody>
      </p:sp>
      <p:sp>
        <p:nvSpPr>
          <p:cNvPr id="11" name="Slide Number Placeholder 5">
            <a:extLst>
              <a:ext uri="{FF2B5EF4-FFF2-40B4-BE49-F238E27FC236}">
                <a16:creationId xmlns:a16="http://schemas.microsoft.com/office/drawing/2014/main" id="{0943014B-D33C-F142-AC62-3253A018A534}"/>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2" name="Footer Placeholder 5">
            <a:extLst>
              <a:ext uri="{FF2B5EF4-FFF2-40B4-BE49-F238E27FC236}">
                <a16:creationId xmlns:a16="http://schemas.microsoft.com/office/drawing/2014/main" id="{C57A88A0-A809-D84F-8DC4-6818CFAC17DB}"/>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Tree>
    <p:extLst>
      <p:ext uri="{BB962C8B-B14F-4D97-AF65-F5344CB8AC3E}">
        <p14:creationId xmlns:p14="http://schemas.microsoft.com/office/powerpoint/2010/main" val="454687574"/>
      </p:ext>
    </p:extLst>
  </p:cSld>
  <p:clrMapOvr>
    <a:masterClrMapping/>
  </p:clrMapOvr>
  <p:transition spd="slow">
    <p:fade thruBlk="1"/>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2"/>
            <a:ext cx="10515600" cy="2852737"/>
          </a:xfrm>
        </p:spPr>
        <p:txBody>
          <a:bodyPr anchor="b"/>
          <a:lstStyle>
            <a:lvl1pPr>
              <a:defRPr sz="4499"/>
            </a:lvl1pPr>
          </a:lstStyle>
          <a:p>
            <a:r>
              <a:rPr lang="en-US"/>
              <a:t>Click to edit Master title style</a:t>
            </a:r>
          </a:p>
        </p:txBody>
      </p:sp>
      <p:sp>
        <p:nvSpPr>
          <p:cNvPr id="3" name="Text Placeholder 2"/>
          <p:cNvSpPr>
            <a:spLocks noGrp="1"/>
          </p:cNvSpPr>
          <p:nvPr>
            <p:ph type="body" idx="1"/>
          </p:nvPr>
        </p:nvSpPr>
        <p:spPr>
          <a:xfrm>
            <a:off x="831851" y="4645222"/>
            <a:ext cx="10515600" cy="1500187"/>
          </a:xfrm>
        </p:spPr>
        <p:txBody>
          <a:bodyPr/>
          <a:lstStyle>
            <a:lvl1pPr marL="0" indent="0">
              <a:buNone/>
              <a:defRPr sz="1799">
                <a:solidFill>
                  <a:schemeClr val="tx1">
                    <a:tint val="75000"/>
                  </a:schemeClr>
                </a:solidFill>
              </a:defRPr>
            </a:lvl1pPr>
            <a:lvl2pPr marL="342797" indent="0">
              <a:buNone/>
              <a:defRPr sz="1500">
                <a:solidFill>
                  <a:schemeClr val="tx1">
                    <a:tint val="75000"/>
                  </a:schemeClr>
                </a:solidFill>
              </a:defRPr>
            </a:lvl2pPr>
            <a:lvl3pPr marL="685594" indent="0">
              <a:buNone/>
              <a:defRPr sz="1350">
                <a:solidFill>
                  <a:schemeClr val="tx1">
                    <a:tint val="75000"/>
                  </a:schemeClr>
                </a:solidFill>
              </a:defRPr>
            </a:lvl3pPr>
            <a:lvl4pPr marL="1028391" indent="0">
              <a:buNone/>
              <a:defRPr sz="1200">
                <a:solidFill>
                  <a:schemeClr val="tx1">
                    <a:tint val="75000"/>
                  </a:schemeClr>
                </a:solidFill>
              </a:defRPr>
            </a:lvl4pPr>
            <a:lvl5pPr marL="1371189" indent="0">
              <a:buNone/>
              <a:defRPr sz="1200">
                <a:solidFill>
                  <a:schemeClr val="tx1">
                    <a:tint val="75000"/>
                  </a:schemeClr>
                </a:solidFill>
              </a:defRPr>
            </a:lvl5pPr>
            <a:lvl6pPr marL="1713986" indent="0">
              <a:buNone/>
              <a:defRPr sz="1200">
                <a:solidFill>
                  <a:schemeClr val="tx1">
                    <a:tint val="75000"/>
                  </a:schemeClr>
                </a:solidFill>
              </a:defRPr>
            </a:lvl6pPr>
            <a:lvl7pPr marL="2056783" indent="0">
              <a:buNone/>
              <a:defRPr sz="1200">
                <a:solidFill>
                  <a:schemeClr val="tx1">
                    <a:tint val="75000"/>
                  </a:schemeClr>
                </a:solidFill>
              </a:defRPr>
            </a:lvl7pPr>
            <a:lvl8pPr marL="2399580" indent="0">
              <a:buNone/>
              <a:defRPr sz="1200">
                <a:solidFill>
                  <a:schemeClr val="tx1">
                    <a:tint val="75000"/>
                  </a:schemeClr>
                </a:solidFill>
              </a:defRPr>
            </a:lvl8pPr>
            <a:lvl9pPr marL="2742377" indent="0">
              <a:buNone/>
              <a:defRPr sz="1200">
                <a:solidFill>
                  <a:schemeClr val="tx1">
                    <a:tint val="75000"/>
                  </a:schemeClr>
                </a:solidFill>
              </a:defRPr>
            </a:lvl9pPr>
          </a:lstStyle>
          <a:p>
            <a:pPr lvl="0"/>
            <a:r>
              <a:rPr lang="en-US"/>
              <a:t>Edit Master text styles</a:t>
            </a:r>
          </a:p>
        </p:txBody>
      </p:sp>
      <p:sp>
        <p:nvSpPr>
          <p:cNvPr id="7" name="Date Placeholder 3">
            <a:extLst>
              <a:ext uri="{FF2B5EF4-FFF2-40B4-BE49-F238E27FC236}">
                <a16:creationId xmlns:a16="http://schemas.microsoft.com/office/drawing/2014/main" id="{BD14E995-D382-3D44-8035-BF7D9A6F331C}"/>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BE24279C-7B09-4D76-BF2A-CC01682F5999}" type="datetime1">
              <a:rPr lang="en-US" smtClean="0"/>
              <a:t>2/20/2026</a:t>
            </a:fld>
            <a:endParaRPr lang="en-US" dirty="0"/>
          </a:p>
        </p:txBody>
      </p:sp>
      <p:sp>
        <p:nvSpPr>
          <p:cNvPr id="8" name="Slide Number Placeholder 5">
            <a:extLst>
              <a:ext uri="{FF2B5EF4-FFF2-40B4-BE49-F238E27FC236}">
                <a16:creationId xmlns:a16="http://schemas.microsoft.com/office/drawing/2014/main" id="{1C349741-9C3A-AD44-9D02-81706C858B48}"/>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9" name="Footer Placeholder 5">
            <a:extLst>
              <a:ext uri="{FF2B5EF4-FFF2-40B4-BE49-F238E27FC236}">
                <a16:creationId xmlns:a16="http://schemas.microsoft.com/office/drawing/2014/main" id="{97778D04-2321-914F-91A3-107A85D5DF1B}"/>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Tree>
    <p:extLst>
      <p:ext uri="{BB962C8B-B14F-4D97-AF65-F5344CB8AC3E}">
        <p14:creationId xmlns:p14="http://schemas.microsoft.com/office/powerpoint/2010/main" val="39133890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18978" y="1389599"/>
            <a:ext cx="5700822" cy="47873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1" y="1389599"/>
            <a:ext cx="5700822" cy="478736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Box 7"/>
          <p:cNvSpPr txBox="1"/>
          <p:nvPr/>
        </p:nvSpPr>
        <p:spPr>
          <a:xfrm>
            <a:off x="5251363" y="377763"/>
            <a:ext cx="184731" cy="369332"/>
          </a:xfrm>
          <a:prstGeom prst="rect">
            <a:avLst/>
          </a:prstGeom>
          <a:noFill/>
        </p:spPr>
        <p:txBody>
          <a:bodyPr wrap="none" rtlCol="0">
            <a:spAutoFit/>
          </a:bodyPr>
          <a:lstStyle/>
          <a:p>
            <a:pPr defTabSz="914126" eaLnBrk="0" fontAlgn="base" hangingPunct="0">
              <a:spcBef>
                <a:spcPct val="0"/>
              </a:spcBef>
              <a:spcAft>
                <a:spcPct val="0"/>
              </a:spcAft>
            </a:pPr>
            <a:endParaRPr lang="en-US" sz="1799" dirty="0">
              <a:solidFill>
                <a:prstClr val="black"/>
              </a:solidFill>
              <a:latin typeface="Arial" charset="0"/>
            </a:endParaRPr>
          </a:p>
        </p:txBody>
      </p:sp>
      <p:cxnSp>
        <p:nvCxnSpPr>
          <p:cNvPr id="9" name="Straight Connector 8"/>
          <p:cNvCxnSpPr/>
          <p:nvPr/>
        </p:nvCxnSpPr>
        <p:spPr>
          <a:xfrm>
            <a:off x="318979" y="1148318"/>
            <a:ext cx="11651511" cy="0"/>
          </a:xfrm>
          <a:prstGeom prst="line">
            <a:avLst/>
          </a:prstGeom>
          <a:ln>
            <a:gradFill flip="none" rotWithShape="1">
              <a:gsLst>
                <a:gs pos="0">
                  <a:schemeClr val="bg2">
                    <a:lumMod val="10000"/>
                  </a:schemeClr>
                </a:gs>
                <a:gs pos="100000">
                  <a:srgbClr val="FF6600"/>
                </a:gs>
                <a:gs pos="50000">
                  <a:srgbClr val="0000FF"/>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10" name="Date Placeholder 3">
            <a:extLst>
              <a:ext uri="{FF2B5EF4-FFF2-40B4-BE49-F238E27FC236}">
                <a16:creationId xmlns:a16="http://schemas.microsoft.com/office/drawing/2014/main" id="{CAEDDEE5-9364-8049-B6A8-7D9FCD592BDD}"/>
              </a:ext>
            </a:extLst>
          </p:cNvPr>
          <p:cNvSpPr>
            <a:spLocks noGrp="1"/>
          </p:cNvSpPr>
          <p:nvPr>
            <p:ph type="dt" sz="half" idx="10"/>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F34EC50A-5BB4-4439-B0B3-B81A1029E3E7}" type="datetime1">
              <a:rPr lang="en-US" smtClean="0"/>
              <a:t>2/20/2026</a:t>
            </a:fld>
            <a:endParaRPr lang="en-US" dirty="0"/>
          </a:p>
        </p:txBody>
      </p:sp>
      <p:sp>
        <p:nvSpPr>
          <p:cNvPr id="11" name="Slide Number Placeholder 5">
            <a:extLst>
              <a:ext uri="{FF2B5EF4-FFF2-40B4-BE49-F238E27FC236}">
                <a16:creationId xmlns:a16="http://schemas.microsoft.com/office/drawing/2014/main" id="{73321299-10E6-5C4B-9870-6CE9E373263D}"/>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2" name="Footer Placeholder 5">
            <a:extLst>
              <a:ext uri="{FF2B5EF4-FFF2-40B4-BE49-F238E27FC236}">
                <a16:creationId xmlns:a16="http://schemas.microsoft.com/office/drawing/2014/main" id="{8696083E-BE6A-8A41-806A-06AA34D3673C}"/>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16" name="Title 1">
            <a:extLst>
              <a:ext uri="{FF2B5EF4-FFF2-40B4-BE49-F238E27FC236}">
                <a16:creationId xmlns:a16="http://schemas.microsoft.com/office/drawing/2014/main" id="{777975F7-C238-6F4F-92B3-EDADBA5A813B}"/>
              </a:ext>
            </a:extLst>
          </p:cNvPr>
          <p:cNvSpPr>
            <a:spLocks noGrp="1"/>
          </p:cNvSpPr>
          <p:nvPr>
            <p:ph type="title"/>
          </p:nvPr>
        </p:nvSpPr>
        <p:spPr>
          <a:xfrm>
            <a:off x="1494263" y="163108"/>
            <a:ext cx="10583333" cy="862804"/>
          </a:xfrm>
        </p:spPr>
        <p:txBody>
          <a:bodyPr/>
          <a:lstStyle/>
          <a:p>
            <a:r>
              <a:rPr lang="en-US"/>
              <a:t>Click to edit Master title style</a:t>
            </a:r>
            <a:endParaRPr lang="en-US" dirty="0"/>
          </a:p>
        </p:txBody>
      </p:sp>
    </p:spTree>
    <p:extLst>
      <p:ext uri="{BB962C8B-B14F-4D97-AF65-F5344CB8AC3E}">
        <p14:creationId xmlns:p14="http://schemas.microsoft.com/office/powerpoint/2010/main" val="4144401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18977" y="1280160"/>
            <a:ext cx="5678600" cy="651348"/>
          </a:xfrm>
        </p:spPr>
        <p:txBody>
          <a:bodyPr anchor="b"/>
          <a:lstStyle>
            <a:lvl1pPr marL="0" indent="0">
              <a:buNone/>
              <a:defRPr sz="1799" b="1"/>
            </a:lvl1pPr>
            <a:lvl2pPr marL="342797" indent="0">
              <a:buNone/>
              <a:defRPr sz="1500" b="1"/>
            </a:lvl2pPr>
            <a:lvl3pPr marL="685594" indent="0">
              <a:buNone/>
              <a:defRPr sz="1350" b="1"/>
            </a:lvl3pPr>
            <a:lvl4pPr marL="1028391" indent="0">
              <a:buNone/>
              <a:defRPr sz="1200" b="1"/>
            </a:lvl4pPr>
            <a:lvl5pPr marL="1371189" indent="0">
              <a:buNone/>
              <a:defRPr sz="1200" b="1"/>
            </a:lvl5pPr>
            <a:lvl6pPr marL="1713986" indent="0">
              <a:buNone/>
              <a:defRPr sz="1200" b="1"/>
            </a:lvl6pPr>
            <a:lvl7pPr marL="2056783" indent="0">
              <a:buNone/>
              <a:defRPr sz="1200" b="1"/>
            </a:lvl7pPr>
            <a:lvl8pPr marL="2399580" indent="0">
              <a:buNone/>
              <a:defRPr sz="1200" b="1"/>
            </a:lvl8pPr>
            <a:lvl9pPr marL="2742377" indent="0">
              <a:buNone/>
              <a:defRPr sz="1200" b="1"/>
            </a:lvl9pPr>
          </a:lstStyle>
          <a:p>
            <a:pPr lvl="0"/>
            <a:r>
              <a:rPr lang="en-US"/>
              <a:t>Edit Master text styles</a:t>
            </a:r>
          </a:p>
        </p:txBody>
      </p:sp>
      <p:sp>
        <p:nvSpPr>
          <p:cNvPr id="4" name="Content Placeholder 3"/>
          <p:cNvSpPr>
            <a:spLocks noGrp="1"/>
          </p:cNvSpPr>
          <p:nvPr>
            <p:ph sz="half" idx="2"/>
          </p:nvPr>
        </p:nvSpPr>
        <p:spPr>
          <a:xfrm>
            <a:off x="318978" y="1931509"/>
            <a:ext cx="5678599" cy="425815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46801" y="1280161"/>
            <a:ext cx="5823687" cy="651347"/>
          </a:xfrm>
        </p:spPr>
        <p:txBody>
          <a:bodyPr anchor="b"/>
          <a:lstStyle>
            <a:lvl1pPr marL="0" indent="0">
              <a:buNone/>
              <a:defRPr sz="1799" b="1"/>
            </a:lvl1pPr>
            <a:lvl2pPr marL="342797" indent="0">
              <a:buNone/>
              <a:defRPr sz="1500" b="1"/>
            </a:lvl2pPr>
            <a:lvl3pPr marL="685594" indent="0">
              <a:buNone/>
              <a:defRPr sz="1350" b="1"/>
            </a:lvl3pPr>
            <a:lvl4pPr marL="1028391" indent="0">
              <a:buNone/>
              <a:defRPr sz="1200" b="1"/>
            </a:lvl4pPr>
            <a:lvl5pPr marL="1371189" indent="0">
              <a:buNone/>
              <a:defRPr sz="1200" b="1"/>
            </a:lvl5pPr>
            <a:lvl6pPr marL="1713986" indent="0">
              <a:buNone/>
              <a:defRPr sz="1200" b="1"/>
            </a:lvl6pPr>
            <a:lvl7pPr marL="2056783" indent="0">
              <a:buNone/>
              <a:defRPr sz="1200" b="1"/>
            </a:lvl7pPr>
            <a:lvl8pPr marL="2399580" indent="0">
              <a:buNone/>
              <a:defRPr sz="1200" b="1"/>
            </a:lvl8pPr>
            <a:lvl9pPr marL="2742377" indent="0">
              <a:buNone/>
              <a:defRPr sz="1200" b="1"/>
            </a:lvl9pPr>
          </a:lstStyle>
          <a:p>
            <a:pPr lvl="0"/>
            <a:r>
              <a:rPr lang="en-US"/>
              <a:t>Edit Master text styles</a:t>
            </a:r>
          </a:p>
        </p:txBody>
      </p:sp>
      <p:sp>
        <p:nvSpPr>
          <p:cNvPr id="6" name="Content Placeholder 5"/>
          <p:cNvSpPr>
            <a:spLocks noGrp="1"/>
          </p:cNvSpPr>
          <p:nvPr>
            <p:ph sz="quarter" idx="4"/>
          </p:nvPr>
        </p:nvSpPr>
        <p:spPr>
          <a:xfrm>
            <a:off x="6146800" y="1931508"/>
            <a:ext cx="5823688" cy="425815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p:cNvCxnSpPr/>
          <p:nvPr/>
        </p:nvCxnSpPr>
        <p:spPr>
          <a:xfrm>
            <a:off x="318979" y="1148318"/>
            <a:ext cx="11651511" cy="0"/>
          </a:xfrm>
          <a:prstGeom prst="line">
            <a:avLst/>
          </a:prstGeom>
          <a:ln>
            <a:gradFill flip="none" rotWithShape="1">
              <a:gsLst>
                <a:gs pos="0">
                  <a:schemeClr val="bg2">
                    <a:lumMod val="10000"/>
                  </a:schemeClr>
                </a:gs>
                <a:gs pos="100000">
                  <a:srgbClr val="FF6600"/>
                </a:gs>
                <a:gs pos="50000">
                  <a:srgbClr val="0000FF"/>
                </a:gs>
              </a:gsLst>
              <a:lin ang="0" scaled="1"/>
              <a:tileRect/>
            </a:gradFill>
          </a:ln>
          <a:effectLst/>
        </p:spPr>
        <p:style>
          <a:lnRef idx="2">
            <a:schemeClr val="accent1"/>
          </a:lnRef>
          <a:fillRef idx="0">
            <a:schemeClr val="accent1"/>
          </a:fillRef>
          <a:effectRef idx="1">
            <a:schemeClr val="accent1"/>
          </a:effectRef>
          <a:fontRef idx="minor">
            <a:schemeClr val="tx1"/>
          </a:fontRef>
        </p:style>
      </p:cxnSp>
      <p:sp>
        <p:nvSpPr>
          <p:cNvPr id="11" name="Date Placeholder 3">
            <a:extLst>
              <a:ext uri="{FF2B5EF4-FFF2-40B4-BE49-F238E27FC236}">
                <a16:creationId xmlns:a16="http://schemas.microsoft.com/office/drawing/2014/main" id="{63A38D35-269D-A747-BCA7-128122FBCCED}"/>
              </a:ext>
            </a:extLst>
          </p:cNvPr>
          <p:cNvSpPr>
            <a:spLocks noGrp="1"/>
          </p:cNvSpPr>
          <p:nvPr>
            <p:ph type="dt" sz="half" idx="10"/>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28735820-DE91-4684-B12C-8B4028409122}" type="datetime1">
              <a:rPr lang="en-US" smtClean="0"/>
              <a:t>2/20/2026</a:t>
            </a:fld>
            <a:endParaRPr lang="en-US" dirty="0"/>
          </a:p>
        </p:txBody>
      </p:sp>
      <p:sp>
        <p:nvSpPr>
          <p:cNvPr id="12" name="Slide Number Placeholder 5">
            <a:extLst>
              <a:ext uri="{FF2B5EF4-FFF2-40B4-BE49-F238E27FC236}">
                <a16:creationId xmlns:a16="http://schemas.microsoft.com/office/drawing/2014/main" id="{6DBE8FF4-45AA-FC42-A4BA-0696C9E8E73D}"/>
              </a:ext>
            </a:extLst>
          </p:cNvPr>
          <p:cNvSpPr>
            <a:spLocks noGrp="1"/>
          </p:cNvSpPr>
          <p:nvPr>
            <p:ph type="sldNum" sz="quarter" idx="11"/>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3" name="Footer Placeholder 5">
            <a:extLst>
              <a:ext uri="{FF2B5EF4-FFF2-40B4-BE49-F238E27FC236}">
                <a16:creationId xmlns:a16="http://schemas.microsoft.com/office/drawing/2014/main" id="{E4652B60-C019-E549-B64E-48252BA62885}"/>
              </a:ext>
            </a:extLst>
          </p:cNvPr>
          <p:cNvSpPr>
            <a:spLocks noGrp="1"/>
          </p:cNvSpPr>
          <p:nvPr>
            <p:ph type="ftr" sz="quarter" idx="12"/>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14" name="Title 1">
            <a:extLst>
              <a:ext uri="{FF2B5EF4-FFF2-40B4-BE49-F238E27FC236}">
                <a16:creationId xmlns:a16="http://schemas.microsoft.com/office/drawing/2014/main" id="{BB165740-119F-EC46-A937-CE9AF6D0841B}"/>
              </a:ext>
            </a:extLst>
          </p:cNvPr>
          <p:cNvSpPr>
            <a:spLocks noGrp="1"/>
          </p:cNvSpPr>
          <p:nvPr>
            <p:ph type="title"/>
          </p:nvPr>
        </p:nvSpPr>
        <p:spPr>
          <a:xfrm>
            <a:off x="1494263" y="163108"/>
            <a:ext cx="10583333" cy="862804"/>
          </a:xfrm>
        </p:spPr>
        <p:txBody>
          <a:bodyPr/>
          <a:lstStyle/>
          <a:p>
            <a:r>
              <a:rPr lang="en-US"/>
              <a:t>Click to edit Master title style</a:t>
            </a:r>
            <a:endParaRPr lang="en-US" dirty="0"/>
          </a:p>
        </p:txBody>
      </p:sp>
    </p:spTree>
    <p:extLst>
      <p:ext uri="{BB962C8B-B14F-4D97-AF65-F5344CB8AC3E}">
        <p14:creationId xmlns:p14="http://schemas.microsoft.com/office/powerpoint/2010/main" val="1590128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1E0D8712-6C53-9146-A245-191DF5C86D47}"/>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92330F14-05BA-4662-ADE5-F1ED3740E061}" type="datetime1">
              <a:rPr lang="en-US" smtClean="0"/>
              <a:t>2/20/2026</a:t>
            </a:fld>
            <a:endParaRPr lang="en-US" dirty="0"/>
          </a:p>
        </p:txBody>
      </p:sp>
      <p:sp>
        <p:nvSpPr>
          <p:cNvPr id="7" name="Slide Number Placeholder 5">
            <a:extLst>
              <a:ext uri="{FF2B5EF4-FFF2-40B4-BE49-F238E27FC236}">
                <a16:creationId xmlns:a16="http://schemas.microsoft.com/office/drawing/2014/main" id="{09BD9297-B93D-2A48-A323-0ACC7297DA9F}"/>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8" name="Footer Placeholder 5">
            <a:extLst>
              <a:ext uri="{FF2B5EF4-FFF2-40B4-BE49-F238E27FC236}">
                <a16:creationId xmlns:a16="http://schemas.microsoft.com/office/drawing/2014/main" id="{D80B9AB0-D961-6C49-8F9B-7B421F93FDE3}"/>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9" name="Title 1">
            <a:extLst>
              <a:ext uri="{FF2B5EF4-FFF2-40B4-BE49-F238E27FC236}">
                <a16:creationId xmlns:a16="http://schemas.microsoft.com/office/drawing/2014/main" id="{75A545FC-C2DD-724D-998F-DA4C54349F01}"/>
              </a:ext>
            </a:extLst>
          </p:cNvPr>
          <p:cNvSpPr>
            <a:spLocks noGrp="1"/>
          </p:cNvSpPr>
          <p:nvPr>
            <p:ph type="title"/>
          </p:nvPr>
        </p:nvSpPr>
        <p:spPr>
          <a:xfrm>
            <a:off x="1494263" y="163108"/>
            <a:ext cx="10583333" cy="862804"/>
          </a:xfrm>
        </p:spPr>
        <p:txBody>
          <a:bodyPr/>
          <a:lstStyle/>
          <a:p>
            <a:r>
              <a:rPr lang="en-US"/>
              <a:t>Click to edit Master title style</a:t>
            </a:r>
            <a:endParaRPr lang="en-US" dirty="0"/>
          </a:p>
        </p:txBody>
      </p:sp>
    </p:spTree>
    <p:extLst>
      <p:ext uri="{BB962C8B-B14F-4D97-AF65-F5344CB8AC3E}">
        <p14:creationId xmlns:p14="http://schemas.microsoft.com/office/powerpoint/2010/main" val="235648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5394615B-81AA-494B-9EAA-5B274A1E0E9C}"/>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35C392AF-0BAC-44F9-AEF8-5B20E3CBA3EA}" type="datetime1">
              <a:rPr lang="en-US" smtClean="0"/>
              <a:t>2/20/2026</a:t>
            </a:fld>
            <a:endParaRPr lang="en-US" dirty="0"/>
          </a:p>
        </p:txBody>
      </p:sp>
      <p:sp>
        <p:nvSpPr>
          <p:cNvPr id="6" name="Slide Number Placeholder 5">
            <a:extLst>
              <a:ext uri="{FF2B5EF4-FFF2-40B4-BE49-F238E27FC236}">
                <a16:creationId xmlns:a16="http://schemas.microsoft.com/office/drawing/2014/main" id="{4C55A663-A13B-5946-BC7F-57364E0D8507}"/>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7" name="Footer Placeholder 5">
            <a:extLst>
              <a:ext uri="{FF2B5EF4-FFF2-40B4-BE49-F238E27FC236}">
                <a16:creationId xmlns:a16="http://schemas.microsoft.com/office/drawing/2014/main" id="{009A45C6-6392-7344-861F-6C5451FAFA4D}"/>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Tree>
    <p:extLst>
      <p:ext uri="{BB962C8B-B14F-4D97-AF65-F5344CB8AC3E}">
        <p14:creationId xmlns:p14="http://schemas.microsoft.com/office/powerpoint/2010/main" val="3711842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987428"/>
            <a:ext cx="3932237" cy="1069971"/>
          </a:xfrm>
        </p:spPr>
        <p:txBody>
          <a:bodyPr anchor="b"/>
          <a:lstStyle>
            <a:lvl1pPr>
              <a:defRPr sz="2399"/>
            </a:lvl1pPr>
          </a:lstStyle>
          <a:p>
            <a:r>
              <a:rPr lang="en-US"/>
              <a:t>Click to edit Master title style</a:t>
            </a:r>
          </a:p>
        </p:txBody>
      </p:sp>
      <p:sp>
        <p:nvSpPr>
          <p:cNvPr id="3" name="Content Placeholder 2"/>
          <p:cNvSpPr>
            <a:spLocks noGrp="1"/>
          </p:cNvSpPr>
          <p:nvPr>
            <p:ph idx="1"/>
          </p:nvPr>
        </p:nvSpPr>
        <p:spPr>
          <a:xfrm>
            <a:off x="5183188" y="987429"/>
            <a:ext cx="6172200" cy="4873625"/>
          </a:xfrm>
        </p:spPr>
        <p:txBody>
          <a:bodyPr/>
          <a:lstStyle>
            <a:lvl1pPr>
              <a:defRPr sz="2399"/>
            </a:lvl1pPr>
            <a:lvl2pPr>
              <a:defRPr sz="2099"/>
            </a:lvl2pPr>
            <a:lvl3pPr>
              <a:defRPr sz="1799"/>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200"/>
            </a:lvl1pPr>
            <a:lvl2pPr marL="342797" indent="0">
              <a:buNone/>
              <a:defRPr sz="1050"/>
            </a:lvl2pPr>
            <a:lvl3pPr marL="685594" indent="0">
              <a:buNone/>
              <a:defRPr sz="900"/>
            </a:lvl3pPr>
            <a:lvl4pPr marL="1028391" indent="0">
              <a:buNone/>
              <a:defRPr sz="750"/>
            </a:lvl4pPr>
            <a:lvl5pPr marL="1371189"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Edit Master text styles</a:t>
            </a:r>
          </a:p>
        </p:txBody>
      </p:sp>
      <p:sp>
        <p:nvSpPr>
          <p:cNvPr id="8" name="Date Placeholder 3">
            <a:extLst>
              <a:ext uri="{FF2B5EF4-FFF2-40B4-BE49-F238E27FC236}">
                <a16:creationId xmlns:a16="http://schemas.microsoft.com/office/drawing/2014/main" id="{881F045F-C337-8A44-A791-97CF4056EE5F}"/>
              </a:ext>
            </a:extLst>
          </p:cNvPr>
          <p:cNvSpPr>
            <a:spLocks noGrp="1"/>
          </p:cNvSpPr>
          <p:nvPr>
            <p:ph type="dt" sz="half" idx="10"/>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17060521-4760-484E-BD98-D0FC8F0B3299}" type="datetime1">
              <a:rPr lang="en-US" smtClean="0"/>
              <a:t>2/20/2026</a:t>
            </a:fld>
            <a:endParaRPr lang="en-US" dirty="0"/>
          </a:p>
        </p:txBody>
      </p:sp>
      <p:sp>
        <p:nvSpPr>
          <p:cNvPr id="9" name="Slide Number Placeholder 5">
            <a:extLst>
              <a:ext uri="{FF2B5EF4-FFF2-40B4-BE49-F238E27FC236}">
                <a16:creationId xmlns:a16="http://schemas.microsoft.com/office/drawing/2014/main" id="{91019BF4-AC34-774B-97C2-098D6ACF61C0}"/>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0" name="Footer Placeholder 5">
            <a:extLst>
              <a:ext uri="{FF2B5EF4-FFF2-40B4-BE49-F238E27FC236}">
                <a16:creationId xmlns:a16="http://schemas.microsoft.com/office/drawing/2014/main" id="{FFE36EB0-F66C-4B4B-9F32-2ECAD801B8A3}"/>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11" name="Title 1">
            <a:extLst>
              <a:ext uri="{FF2B5EF4-FFF2-40B4-BE49-F238E27FC236}">
                <a16:creationId xmlns:a16="http://schemas.microsoft.com/office/drawing/2014/main" id="{F77CF139-1651-DF48-8012-817E63B35E58}"/>
              </a:ext>
            </a:extLst>
          </p:cNvPr>
          <p:cNvSpPr txBox="1">
            <a:spLocks/>
          </p:cNvSpPr>
          <p:nvPr/>
        </p:nvSpPr>
        <p:spPr>
          <a:xfrm>
            <a:off x="1494263" y="163108"/>
            <a:ext cx="10583333" cy="862804"/>
          </a:xfrm>
          <a:prstGeom prst="rect">
            <a:avLst/>
          </a:prstGeom>
        </p:spPr>
        <p:txBody>
          <a:bodyPr vert="horz" lIns="91440" tIns="45720" rIns="91440" bIns="45720" rtlCol="0" anchor="ctr">
            <a:normAutofit/>
          </a:bodyPr>
          <a:lstStyle>
            <a:lvl1pPr algn="l" defTabSz="685594" rtl="0" eaLnBrk="1" latinLnBrk="0" hangingPunct="1">
              <a:lnSpc>
                <a:spcPct val="90000"/>
              </a:lnSpc>
              <a:spcBef>
                <a:spcPct val="0"/>
              </a:spcBef>
              <a:buNone/>
              <a:defRPr sz="3299" b="0" i="0" kern="1200">
                <a:solidFill>
                  <a:schemeClr val="tx1"/>
                </a:solidFill>
                <a:latin typeface="Helvetica Neue" charset="0"/>
                <a:ea typeface="Helvetica Neue" charset="0"/>
                <a:cs typeface="Helvetica Neue" charset="0"/>
              </a:defRPr>
            </a:lvl1pPr>
          </a:lstStyle>
          <a:p>
            <a:r>
              <a:rPr lang="en-US" dirty="0"/>
              <a:t>Click to edit Master title style</a:t>
            </a:r>
          </a:p>
        </p:txBody>
      </p:sp>
    </p:spTree>
    <p:extLst>
      <p:ext uri="{BB962C8B-B14F-4D97-AF65-F5344CB8AC3E}">
        <p14:creationId xmlns:p14="http://schemas.microsoft.com/office/powerpoint/2010/main" val="4267866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9" y="987428"/>
            <a:ext cx="3932237" cy="1069971"/>
          </a:xfrm>
        </p:spPr>
        <p:txBody>
          <a:bodyPr anchor="b"/>
          <a:lstStyle>
            <a:lvl1pPr>
              <a:defRPr sz="2399"/>
            </a:lvl1pPr>
          </a:lstStyle>
          <a:p>
            <a:r>
              <a:rPr lang="en-US"/>
              <a:t>Click to edit Master title style</a:t>
            </a:r>
          </a:p>
        </p:txBody>
      </p:sp>
      <p:sp>
        <p:nvSpPr>
          <p:cNvPr id="3" name="Picture Placeholder 2"/>
          <p:cNvSpPr>
            <a:spLocks noGrp="1"/>
          </p:cNvSpPr>
          <p:nvPr>
            <p:ph type="pic" idx="1"/>
          </p:nvPr>
        </p:nvSpPr>
        <p:spPr>
          <a:xfrm>
            <a:off x="5183188" y="987429"/>
            <a:ext cx="6172200" cy="4873625"/>
          </a:xfrm>
        </p:spPr>
        <p:txBody>
          <a:bodyPr/>
          <a:lstStyle>
            <a:lvl1pPr marL="0" indent="0">
              <a:buNone/>
              <a:defRPr sz="2399"/>
            </a:lvl1pPr>
            <a:lvl2pPr marL="342797" indent="0">
              <a:buNone/>
              <a:defRPr sz="2099"/>
            </a:lvl2pPr>
            <a:lvl3pPr marL="685594" indent="0">
              <a:buNone/>
              <a:defRPr sz="1799"/>
            </a:lvl3pPr>
            <a:lvl4pPr marL="1028391" indent="0">
              <a:buNone/>
              <a:defRPr sz="1500"/>
            </a:lvl4pPr>
            <a:lvl5pPr marL="1371189" indent="0">
              <a:buNone/>
              <a:defRPr sz="1500"/>
            </a:lvl5pPr>
            <a:lvl6pPr marL="1713986" indent="0">
              <a:buNone/>
              <a:defRPr sz="1500"/>
            </a:lvl6pPr>
            <a:lvl7pPr marL="2056783" indent="0">
              <a:buNone/>
              <a:defRPr sz="1500"/>
            </a:lvl7pPr>
            <a:lvl8pPr marL="2399580" indent="0">
              <a:buNone/>
              <a:defRPr sz="1500"/>
            </a:lvl8pPr>
            <a:lvl9pPr marL="2742377" indent="0">
              <a:buNone/>
              <a:defRPr sz="1500"/>
            </a:lvl9pPr>
          </a:lstStyle>
          <a:p>
            <a:r>
              <a:rPr lang="en-US" dirty="0"/>
              <a:t>Click icon to add picture</a:t>
            </a:r>
          </a:p>
        </p:txBody>
      </p:sp>
      <p:sp>
        <p:nvSpPr>
          <p:cNvPr id="4" name="Text Placeholder 3"/>
          <p:cNvSpPr>
            <a:spLocks noGrp="1"/>
          </p:cNvSpPr>
          <p:nvPr>
            <p:ph type="body" sz="half" idx="2"/>
          </p:nvPr>
        </p:nvSpPr>
        <p:spPr>
          <a:xfrm>
            <a:off x="839789" y="2057400"/>
            <a:ext cx="3932237" cy="3811588"/>
          </a:xfrm>
        </p:spPr>
        <p:txBody>
          <a:bodyPr/>
          <a:lstStyle>
            <a:lvl1pPr marL="0" indent="0">
              <a:buNone/>
              <a:defRPr sz="1200"/>
            </a:lvl1pPr>
            <a:lvl2pPr marL="342797" indent="0">
              <a:buNone/>
              <a:defRPr sz="1050"/>
            </a:lvl2pPr>
            <a:lvl3pPr marL="685594" indent="0">
              <a:buNone/>
              <a:defRPr sz="900"/>
            </a:lvl3pPr>
            <a:lvl4pPr marL="1028391" indent="0">
              <a:buNone/>
              <a:defRPr sz="750"/>
            </a:lvl4pPr>
            <a:lvl5pPr marL="1371189"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n-US"/>
              <a:t>Edit Master text styles</a:t>
            </a:r>
          </a:p>
        </p:txBody>
      </p:sp>
      <p:sp>
        <p:nvSpPr>
          <p:cNvPr id="8" name="Date Placeholder 3">
            <a:extLst>
              <a:ext uri="{FF2B5EF4-FFF2-40B4-BE49-F238E27FC236}">
                <a16:creationId xmlns:a16="http://schemas.microsoft.com/office/drawing/2014/main" id="{D6412918-444C-524B-BB21-95C493B52977}"/>
              </a:ext>
            </a:extLst>
          </p:cNvPr>
          <p:cNvSpPr>
            <a:spLocks noGrp="1"/>
          </p:cNvSpPr>
          <p:nvPr>
            <p:ph type="dt" sz="half" idx="10"/>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F817289B-98CD-4020-B7B0-EC9D67CF7473}" type="datetime1">
              <a:rPr lang="en-US" smtClean="0"/>
              <a:t>2/20/2026</a:t>
            </a:fld>
            <a:endParaRPr lang="en-US" dirty="0"/>
          </a:p>
        </p:txBody>
      </p:sp>
      <p:sp>
        <p:nvSpPr>
          <p:cNvPr id="9" name="Slide Number Placeholder 5">
            <a:extLst>
              <a:ext uri="{FF2B5EF4-FFF2-40B4-BE49-F238E27FC236}">
                <a16:creationId xmlns:a16="http://schemas.microsoft.com/office/drawing/2014/main" id="{5AA67EE4-6DEE-0544-8EB2-4002F07AD0CD}"/>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0" name="Footer Placeholder 5">
            <a:extLst>
              <a:ext uri="{FF2B5EF4-FFF2-40B4-BE49-F238E27FC236}">
                <a16:creationId xmlns:a16="http://schemas.microsoft.com/office/drawing/2014/main" id="{9AA91FC2-4EFC-4048-B48F-406C9D6B917D}"/>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11" name="Title 1">
            <a:extLst>
              <a:ext uri="{FF2B5EF4-FFF2-40B4-BE49-F238E27FC236}">
                <a16:creationId xmlns:a16="http://schemas.microsoft.com/office/drawing/2014/main" id="{721B70D6-34CC-7F4B-9C8A-23F9304F773B}"/>
              </a:ext>
            </a:extLst>
          </p:cNvPr>
          <p:cNvSpPr txBox="1">
            <a:spLocks/>
          </p:cNvSpPr>
          <p:nvPr/>
        </p:nvSpPr>
        <p:spPr>
          <a:xfrm>
            <a:off x="1494263" y="163108"/>
            <a:ext cx="10583333" cy="862804"/>
          </a:xfrm>
          <a:prstGeom prst="rect">
            <a:avLst/>
          </a:prstGeom>
        </p:spPr>
        <p:txBody>
          <a:bodyPr vert="horz" lIns="91440" tIns="45720" rIns="91440" bIns="45720" rtlCol="0" anchor="ctr">
            <a:normAutofit/>
          </a:bodyPr>
          <a:lstStyle>
            <a:lvl1pPr algn="l" defTabSz="685594" rtl="0" eaLnBrk="1" latinLnBrk="0" hangingPunct="1">
              <a:lnSpc>
                <a:spcPct val="90000"/>
              </a:lnSpc>
              <a:spcBef>
                <a:spcPct val="0"/>
              </a:spcBef>
              <a:buNone/>
              <a:defRPr sz="3299" b="0" i="0" kern="1200">
                <a:solidFill>
                  <a:schemeClr val="tx1"/>
                </a:solidFill>
                <a:latin typeface="Helvetica Neue" charset="0"/>
                <a:ea typeface="Helvetica Neue" charset="0"/>
                <a:cs typeface="Helvetica Neue" charset="0"/>
              </a:defRPr>
            </a:lvl1pPr>
          </a:lstStyle>
          <a:p>
            <a:r>
              <a:rPr lang="en-US" dirty="0"/>
              <a:t>Click to edit Master title style</a:t>
            </a:r>
          </a:p>
        </p:txBody>
      </p:sp>
    </p:spTree>
    <p:extLst>
      <p:ext uri="{BB962C8B-B14F-4D97-AF65-F5344CB8AC3E}">
        <p14:creationId xmlns:p14="http://schemas.microsoft.com/office/powerpoint/2010/main" val="4124748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258336" y="1260087"/>
            <a:ext cx="11796593" cy="4805363"/>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6A176CC-EB01-D044-8577-B613A7C6403A}"/>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7E098B2B-4326-42B8-AF76-2FE836FEAD6D}" type="datetime1">
              <a:rPr lang="en-US" smtClean="0"/>
              <a:t>2/20/2026</a:t>
            </a:fld>
            <a:endParaRPr lang="en-US" dirty="0"/>
          </a:p>
        </p:txBody>
      </p:sp>
      <p:sp>
        <p:nvSpPr>
          <p:cNvPr id="8" name="Slide Number Placeholder 5">
            <a:extLst>
              <a:ext uri="{FF2B5EF4-FFF2-40B4-BE49-F238E27FC236}">
                <a16:creationId xmlns:a16="http://schemas.microsoft.com/office/drawing/2014/main" id="{EDFB0D1D-776E-B142-B863-C0897099E0D3}"/>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9" name="Footer Placeholder 5">
            <a:extLst>
              <a:ext uri="{FF2B5EF4-FFF2-40B4-BE49-F238E27FC236}">
                <a16:creationId xmlns:a16="http://schemas.microsoft.com/office/drawing/2014/main" id="{0009F91B-7207-F34A-9FFA-67CFFB6F6160}"/>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10" name="Title 1">
            <a:extLst>
              <a:ext uri="{FF2B5EF4-FFF2-40B4-BE49-F238E27FC236}">
                <a16:creationId xmlns:a16="http://schemas.microsoft.com/office/drawing/2014/main" id="{4091C0E5-A441-9141-9FD5-4B6575462B7E}"/>
              </a:ext>
            </a:extLst>
          </p:cNvPr>
          <p:cNvSpPr>
            <a:spLocks noGrp="1"/>
          </p:cNvSpPr>
          <p:nvPr>
            <p:ph type="title"/>
          </p:nvPr>
        </p:nvSpPr>
        <p:spPr>
          <a:xfrm>
            <a:off x="1494263" y="163108"/>
            <a:ext cx="10583333" cy="862804"/>
          </a:xfrm>
        </p:spPr>
        <p:txBody>
          <a:bodyPr/>
          <a:lstStyle/>
          <a:p>
            <a:r>
              <a:rPr lang="en-US"/>
              <a:t>Click to edit Master title style</a:t>
            </a:r>
            <a:endParaRPr lang="en-US" dirty="0"/>
          </a:p>
        </p:txBody>
      </p:sp>
    </p:spTree>
    <p:extLst>
      <p:ext uri="{BB962C8B-B14F-4D97-AF65-F5344CB8AC3E}">
        <p14:creationId xmlns:p14="http://schemas.microsoft.com/office/powerpoint/2010/main" val="1034713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8B8CD416-1FDA-C949-B174-B625915DAFBF}"/>
              </a:ext>
            </a:extLst>
          </p:cNvPr>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6BB8E0B4-AF29-4896-8077-628147B78BCC}" type="datetime1">
              <a:rPr lang="en-US" smtClean="0"/>
              <a:t>2/20/2026</a:t>
            </a:fld>
            <a:endParaRPr lang="en-US" dirty="0"/>
          </a:p>
        </p:txBody>
      </p:sp>
      <p:sp>
        <p:nvSpPr>
          <p:cNvPr id="8" name="Slide Number Placeholder 5">
            <a:extLst>
              <a:ext uri="{FF2B5EF4-FFF2-40B4-BE49-F238E27FC236}">
                <a16:creationId xmlns:a16="http://schemas.microsoft.com/office/drawing/2014/main" id="{0709E176-71FE-C145-8CDB-852193A0E454}"/>
              </a:ext>
            </a:extLst>
          </p:cNvPr>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9" name="Footer Placeholder 5">
            <a:extLst>
              <a:ext uri="{FF2B5EF4-FFF2-40B4-BE49-F238E27FC236}">
                <a16:creationId xmlns:a16="http://schemas.microsoft.com/office/drawing/2014/main" id="{804DB0F7-153B-C048-B612-8C928F926D51}"/>
              </a:ext>
            </a:extLst>
          </p:cNvPr>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Tree>
    <p:extLst>
      <p:ext uri="{BB962C8B-B14F-4D97-AF65-F5344CB8AC3E}">
        <p14:creationId xmlns:p14="http://schemas.microsoft.com/office/powerpoint/2010/main" val="39043128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only - Go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4" name="TextBox 3">
            <a:extLst>
              <a:ext uri="{FF2B5EF4-FFF2-40B4-BE49-F238E27FC236}">
                <a16:creationId xmlns:a16="http://schemas.microsoft.com/office/drawing/2014/main" id="{55F92128-65CB-C890-D5EC-8F8FC02B748B}"/>
              </a:ext>
            </a:extLst>
          </p:cNvPr>
          <p:cNvSpPr txBox="1"/>
          <p:nvPr userDrawn="1"/>
        </p:nvSpPr>
        <p:spPr>
          <a:xfrm>
            <a:off x="888023" y="6472535"/>
            <a:ext cx="10415954" cy="276999"/>
          </a:xfrm>
          <a:prstGeom prst="rect">
            <a:avLst/>
          </a:prstGeom>
          <a:noFill/>
        </p:spPr>
        <p:txBody>
          <a:bodyPr wrap="square">
            <a:spAutoFit/>
          </a:bodyPr>
          <a:lstStyle/>
          <a:p>
            <a:r>
              <a:rPr lang="en-US" sz="1200" b="1" i="0" dirty="0">
                <a:solidFill>
                  <a:srgbClr val="BA0C2F"/>
                </a:solidFill>
                <a:effectLst/>
                <a:latin typeface="Roboto-Light"/>
              </a:rPr>
              <a:t>The technical data in this document is controlled under the U.S. Export Regulations; release to foreign persons may require an export authorization.</a:t>
            </a:r>
            <a:endParaRPr lang="en-US" sz="1200" dirty="0"/>
          </a:p>
        </p:txBody>
      </p:sp>
    </p:spTree>
    <p:extLst>
      <p:ext uri="{BB962C8B-B14F-4D97-AF65-F5344CB8AC3E}">
        <p14:creationId xmlns:p14="http://schemas.microsoft.com/office/powerpoint/2010/main" val="6164670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00176-000F-4239-45E1-168C28101E0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F56A9BB-21C5-55B1-5766-00876D1E0C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CDBC67-1550-1114-3C09-D66E342EA39C}"/>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5" name="Footer Placeholder 4">
            <a:extLst>
              <a:ext uri="{FF2B5EF4-FFF2-40B4-BE49-F238E27FC236}">
                <a16:creationId xmlns:a16="http://schemas.microsoft.com/office/drawing/2014/main" id="{3C94F585-0BAE-5986-DB82-20F50E06335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A38CEE-7DE4-3BF8-AB60-3ED555697040}"/>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25216641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017CA-7B55-CEBC-3299-33C239B6A4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36A5132-A653-769A-5DEE-A91E96F32E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806482-62B2-AEBE-DAC9-E14E79B3D137}"/>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5" name="Footer Placeholder 4">
            <a:extLst>
              <a:ext uri="{FF2B5EF4-FFF2-40B4-BE49-F238E27FC236}">
                <a16:creationId xmlns:a16="http://schemas.microsoft.com/office/drawing/2014/main" id="{4640D245-490A-DC95-67BB-4A6375A17253}"/>
              </a:ext>
            </a:extLst>
          </p:cNvPr>
          <p:cNvSpPr>
            <a:spLocks noGrp="1"/>
          </p:cNvSpPr>
          <p:nvPr>
            <p:ph type="ftr" sz="quarter" idx="11"/>
          </p:nvPr>
        </p:nvSpPr>
        <p:spPr/>
        <p:txBody>
          <a:bodyPr/>
          <a:lstStyle/>
          <a:p>
            <a:r>
              <a:rPr lang="en-US" b="1" i="0" dirty="0">
                <a:solidFill>
                  <a:srgbClr val="BA0C2F"/>
                </a:solidFill>
                <a:effectLst/>
                <a:latin typeface="Roboto-Light"/>
              </a:rPr>
              <a:t>The technical data in this document is controlled under the U.S. Export Regulations; release to foreign persons may require an export authorization.</a:t>
            </a:r>
            <a:endParaRPr lang="en-US" dirty="0"/>
          </a:p>
        </p:txBody>
      </p:sp>
      <p:sp>
        <p:nvSpPr>
          <p:cNvPr id="6" name="Slide Number Placeholder 5">
            <a:extLst>
              <a:ext uri="{FF2B5EF4-FFF2-40B4-BE49-F238E27FC236}">
                <a16:creationId xmlns:a16="http://schemas.microsoft.com/office/drawing/2014/main" id="{F4B294EB-6C58-80F6-D52A-CA05DD6A636D}"/>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32504446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3FD03-668D-94B9-A757-552015E3E7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89CDC88-4589-943F-DD22-015410106A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A49571-3C4E-F963-3D39-ED424FEA40EB}"/>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5" name="Footer Placeholder 4">
            <a:extLst>
              <a:ext uri="{FF2B5EF4-FFF2-40B4-BE49-F238E27FC236}">
                <a16:creationId xmlns:a16="http://schemas.microsoft.com/office/drawing/2014/main" id="{54129C8C-2A27-93DF-8C58-F9FB2D0C867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3421FB-930F-597B-EF03-E342750B9392}"/>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20653391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F82834-19EA-FA0C-A4FA-9DBB87AF4A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64DA27-D66D-7422-9235-11438BA02F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B2D0B53-74E5-3374-0F0C-2DBB9BB72F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27C9C3-2CFA-3270-EE2A-EC27DE984257}"/>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6" name="Footer Placeholder 5">
            <a:extLst>
              <a:ext uri="{FF2B5EF4-FFF2-40B4-BE49-F238E27FC236}">
                <a16:creationId xmlns:a16="http://schemas.microsoft.com/office/drawing/2014/main" id="{2C92ACD9-0CDE-6182-CC79-6358785B0A7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90791F64-C6DC-8F70-EBA0-7EBD7C8D703B}"/>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22274298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FDC26-B3BF-ADAD-DB72-F45E9A696BE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84197A-017D-6DB4-5878-25DA87F600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19C660-522E-3502-274E-85FF40F6DA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7EECFD-C825-7142-1382-869B5BFC25C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375ACD-71BB-E20C-2B6A-3D0A5A03615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7C69664-CF2B-B31D-29B1-2EB0F2160C90}"/>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8" name="Footer Placeholder 7">
            <a:extLst>
              <a:ext uri="{FF2B5EF4-FFF2-40B4-BE49-F238E27FC236}">
                <a16:creationId xmlns:a16="http://schemas.microsoft.com/office/drawing/2014/main" id="{CA79593A-C821-F6A4-F4BB-44C1A58E27A2}"/>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486F5CC-76BB-5561-94A2-294A282DB4D9}"/>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19144480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FB92EF-F26C-C629-5A79-DC0B15BCB4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F1E9818-E13E-6224-6AA5-B4466B49BEF5}"/>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4" name="Footer Placeholder 3">
            <a:extLst>
              <a:ext uri="{FF2B5EF4-FFF2-40B4-BE49-F238E27FC236}">
                <a16:creationId xmlns:a16="http://schemas.microsoft.com/office/drawing/2014/main" id="{2FFB72AF-4276-83C8-527E-4934A63870F4}"/>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D08F94CE-DB6F-36C5-18EC-174BE67EF3A4}"/>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660435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0D590A-6578-A879-823A-8DFCBB201046}"/>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3" name="Footer Placeholder 2">
            <a:extLst>
              <a:ext uri="{FF2B5EF4-FFF2-40B4-BE49-F238E27FC236}">
                <a16:creationId xmlns:a16="http://schemas.microsoft.com/office/drawing/2014/main" id="{49F95D9C-4F9D-C803-EDEF-3957F248DF6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FC69942-C476-79AB-7213-13721DC16AD2}"/>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40027358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7F29C-19CC-F698-1084-1C6E07BE62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F8BACB6-4924-C66E-8D48-1DA24C32F7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A90A510-9828-0174-D781-9F55ADEB8B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CDF143-1685-B0E9-94DE-281B2F369625}"/>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6" name="Footer Placeholder 5">
            <a:extLst>
              <a:ext uri="{FF2B5EF4-FFF2-40B4-BE49-F238E27FC236}">
                <a16:creationId xmlns:a16="http://schemas.microsoft.com/office/drawing/2014/main" id="{8A4F7928-206A-5E4B-03FE-8B45941CE0A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D507C1D-18F1-3B86-DB5E-61EF1AC3763C}"/>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27820907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A34E5-2A2C-6EAB-0AAC-F238B333B9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072E371-FC67-F896-DB58-1512ECAF315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BC916B2-EE05-5ADC-CA0D-2609EBEF45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803E0E-F739-2D77-6B5B-90090242511A}"/>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6" name="Footer Placeholder 5">
            <a:extLst>
              <a:ext uri="{FF2B5EF4-FFF2-40B4-BE49-F238E27FC236}">
                <a16:creationId xmlns:a16="http://schemas.microsoft.com/office/drawing/2014/main" id="{0C447574-8752-F52E-4419-13A9A506CB0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7EADE55-44DC-36A9-9E0E-CEA713C49BF3}"/>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7526636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F335D-A6F0-4DB1-1E6A-D14C245B87D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FBEF44B-339E-05C6-33DC-1B5381D4C6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516C8E-BC58-232B-9AF6-C6235CE491BF}"/>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5" name="Footer Placeholder 4">
            <a:extLst>
              <a:ext uri="{FF2B5EF4-FFF2-40B4-BE49-F238E27FC236}">
                <a16:creationId xmlns:a16="http://schemas.microsoft.com/office/drawing/2014/main" id="{91B5ECBC-EFF6-79CA-57C1-77F5AD10B16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A05374-58D4-F707-B363-1E0ADE764436}"/>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42388969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95493B-60AC-35F0-138A-3149550DAFF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3F7FF8-E0A3-ACD1-7B31-84A8E428F3B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9B2A86-A142-82BC-B274-9098F740EDC1}"/>
              </a:ext>
            </a:extLst>
          </p:cNvPr>
          <p:cNvSpPr>
            <a:spLocks noGrp="1"/>
          </p:cNvSpPr>
          <p:nvPr>
            <p:ph type="dt" sz="half" idx="10"/>
          </p:nvPr>
        </p:nvSpPr>
        <p:spPr/>
        <p:txBody>
          <a:bodyPr/>
          <a:lstStyle/>
          <a:p>
            <a:fld id="{DA8561C0-690C-4F0A-88DB-4DFB5B2086A4}" type="datetimeFigureOut">
              <a:rPr lang="en-US" smtClean="0"/>
              <a:t>2/20/2026</a:t>
            </a:fld>
            <a:endParaRPr lang="en-US" dirty="0"/>
          </a:p>
        </p:txBody>
      </p:sp>
      <p:sp>
        <p:nvSpPr>
          <p:cNvPr id="5" name="Footer Placeholder 4">
            <a:extLst>
              <a:ext uri="{FF2B5EF4-FFF2-40B4-BE49-F238E27FC236}">
                <a16:creationId xmlns:a16="http://schemas.microsoft.com/office/drawing/2014/main" id="{DF8F5DD7-CBD6-E65C-D0EE-D3431FB8C92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2954E15-1F3A-8DDD-57FE-E5F8D0D998A5}"/>
              </a:ext>
            </a:extLst>
          </p:cNvPr>
          <p:cNvSpPr>
            <a:spLocks noGrp="1"/>
          </p:cNvSpPr>
          <p:nvPr>
            <p:ph type="sldNum" sz="quarter" idx="12"/>
          </p:nvPr>
        </p:nvSpPr>
        <p:spPr/>
        <p:txBody>
          <a:bodyPr/>
          <a:lstStyle/>
          <a:p>
            <a:fld id="{7198E70F-10A9-49CB-BCA8-5D2C08814763}" type="slidenum">
              <a:rPr lang="en-US" smtClean="0"/>
              <a:t>‹#›</a:t>
            </a:fld>
            <a:endParaRPr lang="en-US" dirty="0"/>
          </a:p>
        </p:txBody>
      </p:sp>
    </p:spTree>
    <p:extLst>
      <p:ext uri="{BB962C8B-B14F-4D97-AF65-F5344CB8AC3E}">
        <p14:creationId xmlns:p14="http://schemas.microsoft.com/office/powerpoint/2010/main" val="999125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356351"/>
            <a:ext cx="12192000" cy="50164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914126" eaLnBrk="0" fontAlgn="base" hangingPunct="0">
              <a:spcBef>
                <a:spcPct val="0"/>
              </a:spcBef>
              <a:spcAft>
                <a:spcPct val="0"/>
              </a:spcAft>
            </a:pPr>
            <a:endParaRPr lang="en-US" sz="1799" dirty="0">
              <a:solidFill>
                <a:prstClr val="white"/>
              </a:solidFill>
              <a:latin typeface="Helvetica Neue Thin" charset="0"/>
              <a:ea typeface="Helvetica Neue Thin" charset="0"/>
              <a:cs typeface="Helvetica Neue Thin" charset="0"/>
            </a:endParaRPr>
          </a:p>
        </p:txBody>
      </p:sp>
      <p:sp>
        <p:nvSpPr>
          <p:cNvPr id="2" name="Title Placeholder 1"/>
          <p:cNvSpPr>
            <a:spLocks noGrp="1"/>
          </p:cNvSpPr>
          <p:nvPr>
            <p:ph type="title"/>
          </p:nvPr>
        </p:nvSpPr>
        <p:spPr>
          <a:xfrm>
            <a:off x="1539330" y="163018"/>
            <a:ext cx="10515600" cy="98521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1216729"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438401" y="6408703"/>
            <a:ext cx="836428" cy="365125"/>
          </a:xfrm>
          <a:prstGeom prst="rect">
            <a:avLst/>
          </a:prstGeom>
        </p:spPr>
        <p:txBody>
          <a:bodyPr vert="horz" lIns="91440" tIns="45720" rIns="91440" bIns="45720" rtlCol="0" anchor="ctr"/>
          <a:lstStyle>
            <a:lvl1pPr algn="l">
              <a:defRPr sz="750" b="0" i="0">
                <a:solidFill>
                  <a:schemeClr val="bg1"/>
                </a:solidFill>
                <a:latin typeface="Helvetica Neue Thin" charset="0"/>
                <a:ea typeface="Helvetica Neue Thin" charset="0"/>
                <a:cs typeface="Helvetica Neue Thin" charset="0"/>
              </a:defRPr>
            </a:lvl1pPr>
          </a:lstStyle>
          <a:p>
            <a:fld id="{EF03FDCF-C493-41AB-B288-55CA09516802}" type="datetime1">
              <a:rPr lang="en-US" smtClean="0"/>
              <a:t>2/20/2026</a:t>
            </a:fld>
            <a:endParaRPr lang="en-US" dirty="0"/>
          </a:p>
        </p:txBody>
      </p:sp>
      <p:sp>
        <p:nvSpPr>
          <p:cNvPr id="6" name="Slide Number Placeholder 5"/>
          <p:cNvSpPr>
            <a:spLocks noGrp="1"/>
          </p:cNvSpPr>
          <p:nvPr>
            <p:ph type="sldNum" sz="quarter" idx="4"/>
          </p:nvPr>
        </p:nvSpPr>
        <p:spPr>
          <a:xfrm>
            <a:off x="11216729" y="6408702"/>
            <a:ext cx="838200" cy="365125"/>
          </a:xfrm>
          <a:prstGeom prst="rect">
            <a:avLst/>
          </a:prstGeom>
        </p:spPr>
        <p:txBody>
          <a:bodyPr vert="horz" lIns="91440" tIns="45720" rIns="91440" bIns="45720" rtlCol="0" anchor="ctr"/>
          <a:lstStyle>
            <a:lvl1pPr algn="r">
              <a:defRPr sz="750" b="0" i="0">
                <a:solidFill>
                  <a:schemeClr val="tx1">
                    <a:tint val="75000"/>
                  </a:schemeClr>
                </a:solidFill>
                <a:latin typeface="Helvetica Neue Thin" charset="0"/>
                <a:ea typeface="Helvetica Neue Thin" charset="0"/>
                <a:cs typeface="Helvetica Neue Thin" charset="0"/>
              </a:defRPr>
            </a:lvl1pPr>
          </a:lstStyle>
          <a:p>
            <a:fld id="{4A6E37D3-C5B8-47CF-A969-131D6B6A5E01}" type="slidenum">
              <a:rPr lang="en-US" smtClean="0"/>
              <a:t>‹#›</a:t>
            </a:fld>
            <a:endParaRPr lang="en-US" dirty="0"/>
          </a:p>
        </p:txBody>
      </p:sp>
      <p:sp>
        <p:nvSpPr>
          <p:cNvPr id="10" name="Footer Placeholder 5"/>
          <p:cNvSpPr>
            <a:spLocks noGrp="1"/>
          </p:cNvSpPr>
          <p:nvPr>
            <p:ph type="ftr" sz="quarter" idx="3"/>
          </p:nvPr>
        </p:nvSpPr>
        <p:spPr>
          <a:xfrm>
            <a:off x="3378820" y="6415280"/>
            <a:ext cx="7700837" cy="365125"/>
          </a:xfrm>
          <a:prstGeom prst="rect">
            <a:avLst/>
          </a:prstGeom>
        </p:spPr>
        <p:txBody>
          <a:bodyPr/>
          <a:lstStyle>
            <a:lvl1pPr algn="ctr">
              <a:defRPr sz="1000">
                <a:solidFill>
                  <a:schemeClr val="bg1">
                    <a:lumMod val="65000"/>
                  </a:schemeClr>
                </a:solidFill>
                <a:latin typeface="+mj-lt"/>
              </a:defRPr>
            </a:lvl1pPr>
          </a:lstStyle>
          <a:p>
            <a:endParaRPr lang="en-US" dirty="0"/>
          </a:p>
        </p:txBody>
      </p:sp>
      <p:pic>
        <p:nvPicPr>
          <p:cNvPr id="9" name="Picture 8">
            <a:extLst>
              <a:ext uri="{FF2B5EF4-FFF2-40B4-BE49-F238E27FC236}">
                <a16:creationId xmlns:a16="http://schemas.microsoft.com/office/drawing/2014/main" id="{9AEC9877-B72D-3A41-870C-442164114F84}"/>
              </a:ext>
            </a:extLst>
          </p:cNvPr>
          <p:cNvPicPr>
            <a:picLocks noChangeAspect="1"/>
          </p:cNvPicPr>
          <p:nvPr/>
        </p:nvPicPr>
        <p:blipFill>
          <a:blip r:embed="rId14"/>
          <a:stretch>
            <a:fillRect/>
          </a:stretch>
        </p:blipFill>
        <p:spPr>
          <a:xfrm>
            <a:off x="303505" y="216948"/>
            <a:ext cx="1027754" cy="877351"/>
          </a:xfrm>
          <a:prstGeom prst="rect">
            <a:avLst/>
          </a:prstGeom>
        </p:spPr>
      </p:pic>
    </p:spTree>
    <p:extLst>
      <p:ext uri="{BB962C8B-B14F-4D97-AF65-F5344CB8AC3E}">
        <p14:creationId xmlns:p14="http://schemas.microsoft.com/office/powerpoint/2010/main" val="42352942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hdr="0" ftr="0" dt="0"/>
  <p:txStyles>
    <p:titleStyle>
      <a:lvl1pPr algn="l" defTabSz="685594" rtl="0" eaLnBrk="1" latinLnBrk="0" hangingPunct="1">
        <a:lnSpc>
          <a:spcPct val="90000"/>
        </a:lnSpc>
        <a:spcBef>
          <a:spcPct val="0"/>
        </a:spcBef>
        <a:buNone/>
        <a:defRPr sz="3299" b="0" i="0" kern="1200">
          <a:solidFill>
            <a:schemeClr val="tx1"/>
          </a:solidFill>
          <a:latin typeface="Helvetica Neue" charset="0"/>
          <a:ea typeface="Helvetica Neue" charset="0"/>
          <a:cs typeface="Helvetica Neue" charset="0"/>
        </a:defRPr>
      </a:lvl1pPr>
    </p:titleStyle>
    <p:bodyStyle>
      <a:lvl1pPr marL="171399" indent="-171399" algn="l" defTabSz="685594" rtl="0" eaLnBrk="1" latinLnBrk="0" hangingPunct="1">
        <a:lnSpc>
          <a:spcPct val="90000"/>
        </a:lnSpc>
        <a:spcBef>
          <a:spcPts val="750"/>
        </a:spcBef>
        <a:buFont typeface="Arial"/>
        <a:buChar char="•"/>
        <a:defRPr sz="2099" b="0" i="0" kern="1200">
          <a:solidFill>
            <a:schemeClr val="tx1"/>
          </a:solidFill>
          <a:latin typeface="Helvetica Neue Thin" charset="0"/>
          <a:ea typeface="Helvetica Neue Thin" charset="0"/>
          <a:cs typeface="Helvetica Neue Thin" charset="0"/>
        </a:defRPr>
      </a:lvl1pPr>
      <a:lvl2pPr marL="514196" indent="-171399" algn="l" defTabSz="685594" rtl="0" eaLnBrk="1" latinLnBrk="0" hangingPunct="1">
        <a:lnSpc>
          <a:spcPct val="90000"/>
        </a:lnSpc>
        <a:spcBef>
          <a:spcPts val="375"/>
        </a:spcBef>
        <a:buFont typeface="Arial"/>
        <a:buChar char="•"/>
        <a:defRPr sz="1799" b="0" i="0" kern="1200">
          <a:solidFill>
            <a:schemeClr val="tx1"/>
          </a:solidFill>
          <a:latin typeface="Helvetica Neue Thin" charset="0"/>
          <a:ea typeface="Helvetica Neue Thin" charset="0"/>
          <a:cs typeface="Helvetica Neue Thin" charset="0"/>
        </a:defRPr>
      </a:lvl2pPr>
      <a:lvl3pPr marL="856993" indent="-171399" algn="l" defTabSz="685594" rtl="0" eaLnBrk="1" latinLnBrk="0" hangingPunct="1">
        <a:lnSpc>
          <a:spcPct val="90000"/>
        </a:lnSpc>
        <a:spcBef>
          <a:spcPts val="375"/>
        </a:spcBef>
        <a:buFont typeface="Arial"/>
        <a:buChar char="•"/>
        <a:defRPr sz="1500" b="0" i="1" kern="1200">
          <a:solidFill>
            <a:schemeClr val="tx1"/>
          </a:solidFill>
          <a:latin typeface="Helvetica Neue Thin" charset="0"/>
          <a:ea typeface="Helvetica Neue Thin" charset="0"/>
          <a:cs typeface="Helvetica Neue Thin" charset="0"/>
        </a:defRPr>
      </a:lvl3pPr>
      <a:lvl4pPr marL="1199790" indent="-171399" algn="l" defTabSz="685594" rtl="0" eaLnBrk="1" latinLnBrk="0" hangingPunct="1">
        <a:lnSpc>
          <a:spcPct val="90000"/>
        </a:lnSpc>
        <a:spcBef>
          <a:spcPts val="375"/>
        </a:spcBef>
        <a:buFont typeface="Arial"/>
        <a:buChar char="•"/>
        <a:defRPr sz="1350" b="0" i="1" kern="1200">
          <a:solidFill>
            <a:schemeClr val="tx1"/>
          </a:solidFill>
          <a:latin typeface="Helvetica Neue Thin" charset="0"/>
          <a:ea typeface="Helvetica Neue Thin" charset="0"/>
          <a:cs typeface="Helvetica Neue Thin" charset="0"/>
        </a:defRPr>
      </a:lvl4pPr>
      <a:lvl5pPr marL="1542587" indent="-171399" algn="l" defTabSz="685594" rtl="0" eaLnBrk="1" latinLnBrk="0" hangingPunct="1">
        <a:lnSpc>
          <a:spcPct val="90000"/>
        </a:lnSpc>
        <a:spcBef>
          <a:spcPts val="375"/>
        </a:spcBef>
        <a:buFont typeface="Arial"/>
        <a:buChar char="•"/>
        <a:defRPr sz="1350" b="0" i="1" kern="1200">
          <a:solidFill>
            <a:schemeClr val="tx1"/>
          </a:solidFill>
          <a:latin typeface="Helvetica Neue Thin" charset="0"/>
          <a:ea typeface="Helvetica Neue Thin" charset="0"/>
          <a:cs typeface="Helvetica Neue Thin" charset="0"/>
        </a:defRPr>
      </a:lvl5pPr>
      <a:lvl6pPr marL="1885384"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181"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0978"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3776"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594" rtl="0" eaLnBrk="1" latinLnBrk="0" hangingPunct="1">
        <a:defRPr sz="1350" kern="1200">
          <a:solidFill>
            <a:schemeClr val="tx1"/>
          </a:solidFill>
          <a:latin typeface="+mn-lt"/>
          <a:ea typeface="+mn-ea"/>
          <a:cs typeface="+mn-cs"/>
        </a:defRPr>
      </a:lvl1pPr>
      <a:lvl2pPr marL="342797" algn="l" defTabSz="685594" rtl="0" eaLnBrk="1" latinLnBrk="0" hangingPunct="1">
        <a:defRPr sz="1350" kern="1200">
          <a:solidFill>
            <a:schemeClr val="tx1"/>
          </a:solidFill>
          <a:latin typeface="+mn-lt"/>
          <a:ea typeface="+mn-ea"/>
          <a:cs typeface="+mn-cs"/>
        </a:defRPr>
      </a:lvl2pPr>
      <a:lvl3pPr marL="685594" algn="l" defTabSz="685594" rtl="0" eaLnBrk="1" latinLnBrk="0" hangingPunct="1">
        <a:defRPr sz="1350" kern="1200">
          <a:solidFill>
            <a:schemeClr val="tx1"/>
          </a:solidFill>
          <a:latin typeface="+mn-lt"/>
          <a:ea typeface="+mn-ea"/>
          <a:cs typeface="+mn-cs"/>
        </a:defRPr>
      </a:lvl3pPr>
      <a:lvl4pPr marL="1028391" algn="l" defTabSz="685594" rtl="0" eaLnBrk="1" latinLnBrk="0" hangingPunct="1">
        <a:defRPr sz="1350" kern="1200">
          <a:solidFill>
            <a:schemeClr val="tx1"/>
          </a:solidFill>
          <a:latin typeface="+mn-lt"/>
          <a:ea typeface="+mn-ea"/>
          <a:cs typeface="+mn-cs"/>
        </a:defRPr>
      </a:lvl4pPr>
      <a:lvl5pPr marL="1371189" algn="l" defTabSz="685594" rtl="0" eaLnBrk="1" latinLnBrk="0" hangingPunct="1">
        <a:defRPr sz="1350" kern="1200">
          <a:solidFill>
            <a:schemeClr val="tx1"/>
          </a:solidFill>
          <a:latin typeface="+mn-lt"/>
          <a:ea typeface="+mn-ea"/>
          <a:cs typeface="+mn-cs"/>
        </a:defRPr>
      </a:lvl5pPr>
      <a:lvl6pPr marL="1713986" algn="l" defTabSz="685594" rtl="0" eaLnBrk="1" latinLnBrk="0" hangingPunct="1">
        <a:defRPr sz="1350" kern="1200">
          <a:solidFill>
            <a:schemeClr val="tx1"/>
          </a:solidFill>
          <a:latin typeface="+mn-lt"/>
          <a:ea typeface="+mn-ea"/>
          <a:cs typeface="+mn-cs"/>
        </a:defRPr>
      </a:lvl6pPr>
      <a:lvl7pPr marL="2056783" algn="l" defTabSz="685594" rtl="0" eaLnBrk="1" latinLnBrk="0" hangingPunct="1">
        <a:defRPr sz="1350" kern="1200">
          <a:solidFill>
            <a:schemeClr val="tx1"/>
          </a:solidFill>
          <a:latin typeface="+mn-lt"/>
          <a:ea typeface="+mn-ea"/>
          <a:cs typeface="+mn-cs"/>
        </a:defRPr>
      </a:lvl7pPr>
      <a:lvl8pPr marL="2399580" algn="l" defTabSz="685594" rtl="0" eaLnBrk="1" latinLnBrk="0" hangingPunct="1">
        <a:defRPr sz="1350" kern="1200">
          <a:solidFill>
            <a:schemeClr val="tx1"/>
          </a:solidFill>
          <a:latin typeface="+mn-lt"/>
          <a:ea typeface="+mn-ea"/>
          <a:cs typeface="+mn-cs"/>
        </a:defRPr>
      </a:lvl8pPr>
      <a:lvl9pPr marL="2742377" algn="l" defTabSz="685594"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532380-5368-E8B6-50C4-6BFDA669BC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45CB1D7-4B33-BEDA-8A53-71BC056B8D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A93464-1665-F2B2-97CC-79531D93E3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8561C0-690C-4F0A-88DB-4DFB5B2086A4}" type="datetimeFigureOut">
              <a:rPr lang="en-US" smtClean="0"/>
              <a:t>2/20/2026</a:t>
            </a:fld>
            <a:endParaRPr lang="en-US" dirty="0"/>
          </a:p>
        </p:txBody>
      </p:sp>
      <p:sp>
        <p:nvSpPr>
          <p:cNvPr id="5" name="Footer Placeholder 4">
            <a:extLst>
              <a:ext uri="{FF2B5EF4-FFF2-40B4-BE49-F238E27FC236}">
                <a16:creationId xmlns:a16="http://schemas.microsoft.com/office/drawing/2014/main" id="{EEEC6EF0-2914-1790-F441-BCBA98F350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DC29DB31-99B1-D363-F960-522ADF2554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98E70F-10A9-49CB-BCA8-5D2C08814763}" type="slidenum">
              <a:rPr lang="en-US" smtClean="0"/>
              <a:t>‹#›</a:t>
            </a:fld>
            <a:endParaRPr lang="en-US" dirty="0"/>
          </a:p>
        </p:txBody>
      </p:sp>
    </p:spTree>
    <p:extLst>
      <p:ext uri="{BB962C8B-B14F-4D97-AF65-F5344CB8AC3E}">
        <p14:creationId xmlns:p14="http://schemas.microsoft.com/office/powerpoint/2010/main" val="8895451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4.png"/><Relationship Id="rId5" Type="http://schemas.openxmlformats.org/officeDocument/2006/relationships/image" Target="../media/image16.png"/><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30.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2394F-7311-4D52-A93A-ACA2BB2BE947}"/>
              </a:ext>
            </a:extLst>
          </p:cNvPr>
          <p:cNvSpPr>
            <a:spLocks noGrp="1"/>
          </p:cNvSpPr>
          <p:nvPr>
            <p:ph type="ctrTitle"/>
          </p:nvPr>
        </p:nvSpPr>
        <p:spPr/>
        <p:txBody>
          <a:bodyPr>
            <a:normAutofit/>
          </a:bodyPr>
          <a:lstStyle/>
          <a:p>
            <a:r>
              <a:rPr lang="en-US" dirty="0"/>
              <a:t>Gradiometers for Planetary Science</a:t>
            </a:r>
          </a:p>
        </p:txBody>
      </p:sp>
      <p:sp>
        <p:nvSpPr>
          <p:cNvPr id="3" name="Subtitle 2">
            <a:extLst>
              <a:ext uri="{FF2B5EF4-FFF2-40B4-BE49-F238E27FC236}">
                <a16:creationId xmlns:a16="http://schemas.microsoft.com/office/drawing/2014/main" id="{10265F02-CD8B-4B53-96E8-87EC2D7ACC91}"/>
              </a:ext>
            </a:extLst>
          </p:cNvPr>
          <p:cNvSpPr>
            <a:spLocks noGrp="1"/>
          </p:cNvSpPr>
          <p:nvPr>
            <p:ph type="subTitle" idx="1"/>
          </p:nvPr>
        </p:nvSpPr>
        <p:spPr/>
        <p:txBody>
          <a:bodyPr/>
          <a:lstStyle/>
          <a:p>
            <a:r>
              <a:rPr lang="en-US" dirty="0"/>
              <a:t>Mark Lindeman 2-20-2026</a:t>
            </a:r>
          </a:p>
        </p:txBody>
      </p:sp>
    </p:spTree>
    <p:extLst>
      <p:ext uri="{BB962C8B-B14F-4D97-AF65-F5344CB8AC3E}">
        <p14:creationId xmlns:p14="http://schemas.microsoft.com/office/powerpoint/2010/main" val="484932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AB7E3-B3E3-4712-6101-58B28F777416}"/>
              </a:ext>
            </a:extLst>
          </p:cNvPr>
          <p:cNvSpPr>
            <a:spLocks noGrp="1"/>
          </p:cNvSpPr>
          <p:nvPr>
            <p:ph type="title"/>
          </p:nvPr>
        </p:nvSpPr>
        <p:spPr/>
        <p:txBody>
          <a:bodyPr>
            <a:normAutofit/>
          </a:bodyPr>
          <a:lstStyle/>
          <a:p>
            <a:r>
              <a:rPr lang="en-US" dirty="0"/>
              <a:t>Jupiter Is a Huge Rotating Magnet</a:t>
            </a:r>
          </a:p>
        </p:txBody>
      </p:sp>
      <p:sp>
        <p:nvSpPr>
          <p:cNvPr id="3" name="Content Placeholder 2">
            <a:extLst>
              <a:ext uri="{FF2B5EF4-FFF2-40B4-BE49-F238E27FC236}">
                <a16:creationId xmlns:a16="http://schemas.microsoft.com/office/drawing/2014/main" id="{2FFDE98A-F2D9-DFCA-0CFD-ADF49E85786F}"/>
              </a:ext>
            </a:extLst>
          </p:cNvPr>
          <p:cNvSpPr>
            <a:spLocks noGrp="1"/>
          </p:cNvSpPr>
          <p:nvPr>
            <p:ph idx="1"/>
          </p:nvPr>
        </p:nvSpPr>
        <p:spPr>
          <a:xfrm>
            <a:off x="211874" y="1270725"/>
            <a:ext cx="5665143" cy="5015570"/>
          </a:xfrm>
        </p:spPr>
        <p:txBody>
          <a:bodyPr/>
          <a:lstStyle/>
          <a:p>
            <a:r>
              <a:rPr lang="en-US" dirty="0"/>
              <a:t>Jupiter's Magnetic field is 100s of nanotesla (nT) at Europa’s orbit</a:t>
            </a:r>
          </a:p>
          <a:p>
            <a:r>
              <a:rPr lang="en-US" dirty="0"/>
              <a:t>May induce electrical currents in conducting materials</a:t>
            </a:r>
          </a:p>
          <a:p>
            <a:pPr marL="285750" indent="-285750">
              <a:buFont typeface="Arial" panose="020B0604020202020204" pitchFamily="34" charset="0"/>
              <a:buChar char="•"/>
            </a:pPr>
            <a:r>
              <a:rPr lang="en-US" sz="2400" dirty="0"/>
              <a:t>The Galileo Spacecraft observed a magnetic response from Europa</a:t>
            </a:r>
          </a:p>
          <a:p>
            <a:pPr marL="285750" indent="-285750">
              <a:buFont typeface="Arial" panose="020B0604020202020204" pitchFamily="34" charset="0"/>
              <a:buChar char="•"/>
            </a:pPr>
            <a:r>
              <a:rPr lang="en-US" sz="2400" dirty="0"/>
              <a:t>Margaret Kivelson Group at UCLA identified a magnetic dipole signal from Europa </a:t>
            </a:r>
          </a:p>
          <a:p>
            <a:pPr marL="285750" indent="-285750">
              <a:buFont typeface="Arial" panose="020B0604020202020204" pitchFamily="34" charset="0"/>
              <a:buChar char="•"/>
            </a:pPr>
            <a:r>
              <a:rPr lang="en-US" sz="2400" dirty="0"/>
              <a:t>Attributed to salty oceans under several km ice </a:t>
            </a:r>
          </a:p>
          <a:p>
            <a:endParaRPr lang="en-US" dirty="0"/>
          </a:p>
          <a:p>
            <a:endParaRPr lang="en-US" dirty="0"/>
          </a:p>
        </p:txBody>
      </p:sp>
      <p:sp>
        <p:nvSpPr>
          <p:cNvPr id="4" name="Slide Number Placeholder 3">
            <a:extLst>
              <a:ext uri="{FF2B5EF4-FFF2-40B4-BE49-F238E27FC236}">
                <a16:creationId xmlns:a16="http://schemas.microsoft.com/office/drawing/2014/main" id="{1ACD4D76-3ED7-7EC0-FD07-6191F5F67667}"/>
              </a:ext>
            </a:extLst>
          </p:cNvPr>
          <p:cNvSpPr>
            <a:spLocks noGrp="1"/>
          </p:cNvSpPr>
          <p:nvPr>
            <p:ph type="sldNum" sz="quarter" idx="4"/>
          </p:nvPr>
        </p:nvSpPr>
        <p:spPr/>
        <p:txBody>
          <a:bodyPr/>
          <a:lstStyle/>
          <a:p>
            <a:fld id="{4A6E37D3-C5B8-47CF-A969-131D6B6A5E01}" type="slidenum">
              <a:rPr lang="en-US" smtClean="0"/>
              <a:t>2</a:t>
            </a:fld>
            <a:endParaRPr lang="en-US" dirty="0"/>
          </a:p>
        </p:txBody>
      </p:sp>
      <p:pic>
        <p:nvPicPr>
          <p:cNvPr id="7" name="Content Placeholder 5">
            <a:extLst>
              <a:ext uri="{FF2B5EF4-FFF2-40B4-BE49-F238E27FC236}">
                <a16:creationId xmlns:a16="http://schemas.microsoft.com/office/drawing/2014/main" id="{19C544F5-72F1-6877-51FF-17C8F2F1C675}"/>
              </a:ext>
            </a:extLst>
          </p:cNvPr>
          <p:cNvPicPr>
            <a:picLocks noChangeAspect="1"/>
          </p:cNvPicPr>
          <p:nvPr/>
        </p:nvPicPr>
        <p:blipFill>
          <a:blip r:embed="rId2"/>
          <a:stretch>
            <a:fillRect/>
          </a:stretch>
        </p:blipFill>
        <p:spPr>
          <a:xfrm>
            <a:off x="6850482" y="878095"/>
            <a:ext cx="2142597" cy="2051537"/>
          </a:xfrm>
          <a:prstGeom prst="rect">
            <a:avLst/>
          </a:prstGeom>
          <a:noFill/>
        </p:spPr>
      </p:pic>
      <p:pic>
        <p:nvPicPr>
          <p:cNvPr id="5" name="Content Placeholder 7">
            <a:extLst>
              <a:ext uri="{FF2B5EF4-FFF2-40B4-BE49-F238E27FC236}">
                <a16:creationId xmlns:a16="http://schemas.microsoft.com/office/drawing/2014/main" id="{D9154D51-799E-B146-DBA2-3A71DFEF6854}"/>
              </a:ext>
            </a:extLst>
          </p:cNvPr>
          <p:cNvPicPr>
            <a:picLocks noChangeAspect="1"/>
          </p:cNvPicPr>
          <p:nvPr/>
        </p:nvPicPr>
        <p:blipFill>
          <a:blip r:embed="rId3"/>
          <a:stretch>
            <a:fillRect/>
          </a:stretch>
        </p:blipFill>
        <p:spPr>
          <a:xfrm>
            <a:off x="6523920" y="3429000"/>
            <a:ext cx="2247218" cy="2416364"/>
          </a:xfrm>
          <a:prstGeom prst="rect">
            <a:avLst/>
          </a:prstGeom>
        </p:spPr>
      </p:pic>
      <p:pic>
        <p:nvPicPr>
          <p:cNvPr id="6" name="Picture 5">
            <a:extLst>
              <a:ext uri="{FF2B5EF4-FFF2-40B4-BE49-F238E27FC236}">
                <a16:creationId xmlns:a16="http://schemas.microsoft.com/office/drawing/2014/main" id="{2CEA0098-CEA6-6474-0B9E-E7E9A3BE4063}"/>
              </a:ext>
            </a:extLst>
          </p:cNvPr>
          <p:cNvPicPr>
            <a:picLocks noChangeAspect="1"/>
          </p:cNvPicPr>
          <p:nvPr/>
        </p:nvPicPr>
        <p:blipFill>
          <a:blip r:embed="rId4"/>
          <a:stretch>
            <a:fillRect/>
          </a:stretch>
        </p:blipFill>
        <p:spPr>
          <a:xfrm>
            <a:off x="9322858" y="2136470"/>
            <a:ext cx="2657268" cy="2585060"/>
          </a:xfrm>
          <a:prstGeom prst="rect">
            <a:avLst/>
          </a:prstGeom>
        </p:spPr>
      </p:pic>
      <p:sp>
        <p:nvSpPr>
          <p:cNvPr id="8" name="TextBox 7">
            <a:extLst>
              <a:ext uri="{FF2B5EF4-FFF2-40B4-BE49-F238E27FC236}">
                <a16:creationId xmlns:a16="http://schemas.microsoft.com/office/drawing/2014/main" id="{E7650A7F-5104-8BEF-84BE-074781D127C3}"/>
              </a:ext>
            </a:extLst>
          </p:cNvPr>
          <p:cNvSpPr txBox="1"/>
          <p:nvPr/>
        </p:nvSpPr>
        <p:spPr>
          <a:xfrm>
            <a:off x="9951868" y="4721530"/>
            <a:ext cx="1180730" cy="923330"/>
          </a:xfrm>
          <a:prstGeom prst="rect">
            <a:avLst/>
          </a:prstGeom>
          <a:noFill/>
        </p:spPr>
        <p:txBody>
          <a:bodyPr wrap="square" rtlCol="0">
            <a:spAutoFit/>
          </a:bodyPr>
          <a:lstStyle/>
          <a:p>
            <a:r>
              <a:rPr lang="en-US" dirty="0"/>
              <a:t>Europa’s</a:t>
            </a:r>
          </a:p>
          <a:p>
            <a:r>
              <a:rPr lang="en-US" dirty="0"/>
              <a:t>Magnetic Response</a:t>
            </a:r>
          </a:p>
        </p:txBody>
      </p:sp>
      <p:sp>
        <p:nvSpPr>
          <p:cNvPr id="10" name="TextBox 9">
            <a:extLst>
              <a:ext uri="{FF2B5EF4-FFF2-40B4-BE49-F238E27FC236}">
                <a16:creationId xmlns:a16="http://schemas.microsoft.com/office/drawing/2014/main" id="{804A9BE5-6DC0-089E-31E9-C9106825D170}"/>
              </a:ext>
            </a:extLst>
          </p:cNvPr>
          <p:cNvSpPr txBox="1"/>
          <p:nvPr/>
        </p:nvSpPr>
        <p:spPr>
          <a:xfrm>
            <a:off x="6960002" y="5610573"/>
            <a:ext cx="1923556" cy="369332"/>
          </a:xfrm>
          <a:prstGeom prst="rect">
            <a:avLst/>
          </a:prstGeom>
          <a:solidFill>
            <a:schemeClr val="bg1"/>
          </a:solidFill>
        </p:spPr>
        <p:txBody>
          <a:bodyPr wrap="square" rtlCol="0">
            <a:spAutoFit/>
          </a:bodyPr>
          <a:lstStyle/>
          <a:p>
            <a:r>
              <a:rPr lang="en-US" dirty="0"/>
              <a:t>Ocean Model</a:t>
            </a:r>
          </a:p>
        </p:txBody>
      </p:sp>
      <p:sp>
        <p:nvSpPr>
          <p:cNvPr id="11" name="TextBox 10">
            <a:extLst>
              <a:ext uri="{FF2B5EF4-FFF2-40B4-BE49-F238E27FC236}">
                <a16:creationId xmlns:a16="http://schemas.microsoft.com/office/drawing/2014/main" id="{3720E1FD-7A93-EB44-87FE-E7B4974F9094}"/>
              </a:ext>
            </a:extLst>
          </p:cNvPr>
          <p:cNvSpPr txBox="1"/>
          <p:nvPr/>
        </p:nvSpPr>
        <p:spPr>
          <a:xfrm>
            <a:off x="6785929" y="2971293"/>
            <a:ext cx="2314988" cy="369332"/>
          </a:xfrm>
          <a:prstGeom prst="rect">
            <a:avLst/>
          </a:prstGeom>
          <a:noFill/>
        </p:spPr>
        <p:txBody>
          <a:bodyPr wrap="square" rtlCol="0">
            <a:spAutoFit/>
          </a:bodyPr>
          <a:lstStyle/>
          <a:p>
            <a:r>
              <a:rPr lang="en-US" dirty="0"/>
              <a:t>Jupiter Magnetic Field</a:t>
            </a:r>
          </a:p>
        </p:txBody>
      </p:sp>
    </p:spTree>
    <p:extLst>
      <p:ext uri="{BB962C8B-B14F-4D97-AF65-F5344CB8AC3E}">
        <p14:creationId xmlns:p14="http://schemas.microsoft.com/office/powerpoint/2010/main" val="3963136787"/>
      </p:ext>
    </p:extLst>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D53D8-154C-2A44-6F05-715C7688C00A}"/>
              </a:ext>
            </a:extLst>
          </p:cNvPr>
          <p:cNvSpPr>
            <a:spLocks noGrp="1"/>
          </p:cNvSpPr>
          <p:nvPr>
            <p:ph type="title"/>
          </p:nvPr>
        </p:nvSpPr>
        <p:spPr/>
        <p:txBody>
          <a:bodyPr/>
          <a:lstStyle/>
          <a:p>
            <a:r>
              <a:rPr lang="en-US" dirty="0"/>
              <a:t>Look for magnetic signals on water worlds </a:t>
            </a:r>
          </a:p>
        </p:txBody>
      </p:sp>
      <p:sp>
        <p:nvSpPr>
          <p:cNvPr id="3" name="Content Placeholder 2">
            <a:extLst>
              <a:ext uri="{FF2B5EF4-FFF2-40B4-BE49-F238E27FC236}">
                <a16:creationId xmlns:a16="http://schemas.microsoft.com/office/drawing/2014/main" id="{D1D83410-2EB9-EB65-62B4-90F458D21B55}"/>
              </a:ext>
            </a:extLst>
          </p:cNvPr>
          <p:cNvSpPr>
            <a:spLocks noGrp="1"/>
          </p:cNvSpPr>
          <p:nvPr>
            <p:ph idx="1"/>
          </p:nvPr>
        </p:nvSpPr>
        <p:spPr>
          <a:xfrm>
            <a:off x="211873" y="1270724"/>
            <a:ext cx="5962423" cy="5137977"/>
          </a:xfrm>
        </p:spPr>
        <p:txBody>
          <a:bodyPr>
            <a:normAutofit/>
          </a:bodyPr>
          <a:lstStyle/>
          <a:p>
            <a:r>
              <a:rPr lang="en-US" sz="3200" dirty="0"/>
              <a:t>Look for magnetic signals due to</a:t>
            </a:r>
          </a:p>
          <a:p>
            <a:pPr lvl="1"/>
            <a:r>
              <a:rPr lang="en-US" sz="2400" dirty="0"/>
              <a:t>Water in lakes and veins in the ice</a:t>
            </a:r>
          </a:p>
          <a:p>
            <a:pPr lvl="1"/>
            <a:r>
              <a:rPr lang="en-US" sz="2400" dirty="0"/>
              <a:t>Variations in ocean depth</a:t>
            </a:r>
          </a:p>
          <a:p>
            <a:pPr lvl="1"/>
            <a:r>
              <a:rPr lang="en-US" sz="2400" dirty="0"/>
              <a:t>Geysers </a:t>
            </a:r>
          </a:p>
          <a:p>
            <a:pPr lvl="1"/>
            <a:r>
              <a:rPr lang="en-US" sz="2400" dirty="0"/>
              <a:t>Ocean floor vents</a:t>
            </a:r>
          </a:p>
          <a:p>
            <a:pPr lvl="1"/>
            <a:r>
              <a:rPr lang="en-US" sz="2400" dirty="0"/>
              <a:t>Magnetic signals to due water flowing (magnetohydrodynamics)</a:t>
            </a:r>
          </a:p>
          <a:p>
            <a:pPr lvl="1"/>
            <a:r>
              <a:rPr lang="en-US" sz="2400" dirty="0"/>
              <a:t>Subsurface electrical currents</a:t>
            </a:r>
          </a:p>
          <a:p>
            <a:r>
              <a:rPr lang="en-US" sz="3000" dirty="0"/>
              <a:t>Small features require a more sensitive magnetometer</a:t>
            </a:r>
          </a:p>
          <a:p>
            <a:pPr marL="342797" lvl="1" indent="0">
              <a:buNone/>
            </a:pPr>
            <a:endParaRPr lang="en-US" sz="2400" dirty="0"/>
          </a:p>
        </p:txBody>
      </p:sp>
      <p:sp>
        <p:nvSpPr>
          <p:cNvPr id="4" name="Slide Number Placeholder 3">
            <a:extLst>
              <a:ext uri="{FF2B5EF4-FFF2-40B4-BE49-F238E27FC236}">
                <a16:creationId xmlns:a16="http://schemas.microsoft.com/office/drawing/2014/main" id="{1BF81D57-74A4-F60C-9E2A-E5AA2EBA817E}"/>
              </a:ext>
            </a:extLst>
          </p:cNvPr>
          <p:cNvSpPr>
            <a:spLocks noGrp="1"/>
          </p:cNvSpPr>
          <p:nvPr>
            <p:ph type="sldNum" sz="quarter" idx="4"/>
          </p:nvPr>
        </p:nvSpPr>
        <p:spPr/>
        <p:txBody>
          <a:bodyPr/>
          <a:lstStyle/>
          <a:p>
            <a:fld id="{4A6E37D3-C5B8-47CF-A969-131D6B6A5E01}" type="slidenum">
              <a:rPr lang="en-US" smtClean="0"/>
              <a:t>3</a:t>
            </a:fld>
            <a:endParaRPr lang="en-US" dirty="0"/>
          </a:p>
        </p:txBody>
      </p:sp>
      <p:pic>
        <p:nvPicPr>
          <p:cNvPr id="2050" name="Picture 2" descr="Artistic representation (not to scale) of Europa in cross-section showing processes from the seafloor to the surface. Boxes indicate potentially habitable sites such as hydrothermal vents, as well as regions on and within the ice shell that could harbor biosignatures. This diagram shows an integrated perspective of how the seafloor, ocean, and ice shell could yield biosignatures detectable on the surface by a landed spacecraft.">
            <a:extLst>
              <a:ext uri="{FF2B5EF4-FFF2-40B4-BE49-F238E27FC236}">
                <a16:creationId xmlns:a16="http://schemas.microsoft.com/office/drawing/2014/main" id="{1496AE27-B774-33E6-56CC-10DB0B1998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1959" y="910502"/>
            <a:ext cx="4427106" cy="5339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8010915"/>
      </p:ext>
    </p:extLst>
  </p:cSld>
  <p:clrMapOvr>
    <a:masterClrMapping/>
  </p:clrMapOvr>
  <p:transition spd="slow">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2B267A2-67FD-B0D0-B293-2CA5C6897B9D}"/>
              </a:ext>
            </a:extLst>
          </p:cNvPr>
          <p:cNvPicPr>
            <a:picLocks noChangeAspect="1"/>
          </p:cNvPicPr>
          <p:nvPr/>
        </p:nvPicPr>
        <p:blipFill>
          <a:blip r:embed="rId2"/>
          <a:stretch>
            <a:fillRect/>
          </a:stretch>
        </p:blipFill>
        <p:spPr>
          <a:xfrm rot="1515913">
            <a:off x="8940081" y="1785252"/>
            <a:ext cx="2647364" cy="3426251"/>
          </a:xfrm>
          <a:prstGeom prst="rect">
            <a:avLst/>
          </a:prstGeom>
          <a:ln>
            <a:solidFill>
              <a:schemeClr val="tx1"/>
            </a:solidFill>
          </a:ln>
        </p:spPr>
      </p:pic>
      <p:sp>
        <p:nvSpPr>
          <p:cNvPr id="2" name="Title 1">
            <a:extLst>
              <a:ext uri="{FF2B5EF4-FFF2-40B4-BE49-F238E27FC236}">
                <a16:creationId xmlns:a16="http://schemas.microsoft.com/office/drawing/2014/main" id="{CCB4DEAC-6A0A-C639-C07E-9A6900608371}"/>
              </a:ext>
            </a:extLst>
          </p:cNvPr>
          <p:cNvSpPr>
            <a:spLocks noGrp="1"/>
          </p:cNvSpPr>
          <p:nvPr>
            <p:ph type="title"/>
          </p:nvPr>
        </p:nvSpPr>
        <p:spPr>
          <a:xfrm>
            <a:off x="1390115" y="188499"/>
            <a:ext cx="10583333" cy="862804"/>
          </a:xfrm>
        </p:spPr>
        <p:txBody>
          <a:bodyPr/>
          <a:lstStyle/>
          <a:p>
            <a:r>
              <a:rPr lang="en-US" dirty="0"/>
              <a:t>Convection and Geology</a:t>
            </a:r>
          </a:p>
        </p:txBody>
      </p:sp>
      <p:sp>
        <p:nvSpPr>
          <p:cNvPr id="3" name="Content Placeholder 2">
            <a:extLst>
              <a:ext uri="{FF2B5EF4-FFF2-40B4-BE49-F238E27FC236}">
                <a16:creationId xmlns:a16="http://schemas.microsoft.com/office/drawing/2014/main" id="{0A39A0CA-23B3-B91B-277F-576C5E0564B0}"/>
              </a:ext>
            </a:extLst>
          </p:cNvPr>
          <p:cNvSpPr>
            <a:spLocks noGrp="1"/>
          </p:cNvSpPr>
          <p:nvPr>
            <p:ph idx="1"/>
          </p:nvPr>
        </p:nvSpPr>
        <p:spPr>
          <a:xfrm>
            <a:off x="211874" y="1270725"/>
            <a:ext cx="5652031" cy="5015570"/>
          </a:xfrm>
        </p:spPr>
        <p:txBody>
          <a:bodyPr>
            <a:normAutofit fontScale="92500" lnSpcReduction="10000"/>
          </a:bodyPr>
          <a:lstStyle/>
          <a:p>
            <a:r>
              <a:rPr lang="en-US" sz="2800" dirty="0"/>
              <a:t>Predicted underwater plumes of highly saline water</a:t>
            </a:r>
          </a:p>
          <a:p>
            <a:r>
              <a:rPr lang="en-US" sz="2800" dirty="0"/>
              <a:t>Predicted convection, layering,  Diffusion  dynamics in Europan ocean</a:t>
            </a:r>
          </a:p>
          <a:p>
            <a:pPr lvl="1"/>
            <a:r>
              <a:rPr lang="en-US" sz="2000" dirty="0"/>
              <a:t> primarily composed of aqueous Na2SO4 and MgSO4, for both a saturated and a dilute concentrations</a:t>
            </a:r>
          </a:p>
          <a:p>
            <a:r>
              <a:rPr lang="en-US" sz="2800" dirty="0"/>
              <a:t>Expect greatly varying conductivity in plumes, layers, and currents</a:t>
            </a:r>
          </a:p>
          <a:p>
            <a:r>
              <a:rPr lang="en-US" sz="2800" dirty="0"/>
              <a:t>Should result in fine scale magnetics signals</a:t>
            </a:r>
          </a:p>
          <a:p>
            <a:r>
              <a:rPr lang="en-US" sz="2800" dirty="0"/>
              <a:t>What if we could map these magnetic signals?</a:t>
            </a:r>
          </a:p>
          <a:p>
            <a:endParaRPr lang="en-US" sz="2800" dirty="0"/>
          </a:p>
        </p:txBody>
      </p:sp>
      <p:sp>
        <p:nvSpPr>
          <p:cNvPr id="4" name="Slide Number Placeholder 3">
            <a:extLst>
              <a:ext uri="{FF2B5EF4-FFF2-40B4-BE49-F238E27FC236}">
                <a16:creationId xmlns:a16="http://schemas.microsoft.com/office/drawing/2014/main" id="{5A4D124B-876E-F875-FEE4-E8900766CEAD}"/>
              </a:ext>
            </a:extLst>
          </p:cNvPr>
          <p:cNvSpPr>
            <a:spLocks noGrp="1"/>
          </p:cNvSpPr>
          <p:nvPr>
            <p:ph type="sldNum" sz="quarter" idx="4"/>
          </p:nvPr>
        </p:nvSpPr>
        <p:spPr/>
        <p:txBody>
          <a:bodyPr/>
          <a:lstStyle/>
          <a:p>
            <a:fld id="{4A6E37D3-C5B8-47CF-A969-131D6B6A5E01}" type="slidenum">
              <a:rPr lang="en-US" smtClean="0"/>
              <a:t>4</a:t>
            </a:fld>
            <a:endParaRPr lang="en-US" dirty="0"/>
          </a:p>
        </p:txBody>
      </p:sp>
      <p:pic>
        <p:nvPicPr>
          <p:cNvPr id="6" name="Picture 5">
            <a:extLst>
              <a:ext uri="{FF2B5EF4-FFF2-40B4-BE49-F238E27FC236}">
                <a16:creationId xmlns:a16="http://schemas.microsoft.com/office/drawing/2014/main" id="{332719DF-EBD0-6097-37C6-3D1157E9F1AF}"/>
              </a:ext>
            </a:extLst>
          </p:cNvPr>
          <p:cNvPicPr>
            <a:picLocks noChangeAspect="1"/>
          </p:cNvPicPr>
          <p:nvPr/>
        </p:nvPicPr>
        <p:blipFill>
          <a:blip r:embed="rId3"/>
          <a:stretch>
            <a:fillRect/>
          </a:stretch>
        </p:blipFill>
        <p:spPr>
          <a:xfrm>
            <a:off x="6234187" y="2312177"/>
            <a:ext cx="4846740" cy="2537680"/>
          </a:xfrm>
          <a:prstGeom prst="rect">
            <a:avLst/>
          </a:prstGeom>
          <a:ln>
            <a:solidFill>
              <a:schemeClr val="tx1"/>
            </a:solidFill>
          </a:ln>
        </p:spPr>
      </p:pic>
    </p:spTree>
    <p:extLst>
      <p:ext uri="{BB962C8B-B14F-4D97-AF65-F5344CB8AC3E}">
        <p14:creationId xmlns:p14="http://schemas.microsoft.com/office/powerpoint/2010/main" val="3124377215"/>
      </p:ext>
    </p:extLst>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DCDA4D-AA4D-48FD-947E-98FCE45D5BB4}"/>
              </a:ext>
            </a:extLst>
          </p:cNvPr>
          <p:cNvSpPr>
            <a:spLocks noGrp="1"/>
          </p:cNvSpPr>
          <p:nvPr>
            <p:ph type="title"/>
          </p:nvPr>
        </p:nvSpPr>
        <p:spPr/>
        <p:txBody>
          <a:bodyPr/>
          <a:lstStyle/>
          <a:p>
            <a:r>
              <a:rPr lang="en-US" dirty="0"/>
              <a:t>New Asteroid Science: </a:t>
            </a:r>
          </a:p>
        </p:txBody>
      </p:sp>
      <p:sp>
        <p:nvSpPr>
          <p:cNvPr id="3" name="Content Placeholder 2">
            <a:extLst>
              <a:ext uri="{FF2B5EF4-FFF2-40B4-BE49-F238E27FC236}">
                <a16:creationId xmlns:a16="http://schemas.microsoft.com/office/drawing/2014/main" id="{5AE316F0-42B4-4D7B-B067-ADF037B6114C}"/>
              </a:ext>
            </a:extLst>
          </p:cNvPr>
          <p:cNvSpPr>
            <a:spLocks noGrp="1"/>
          </p:cNvSpPr>
          <p:nvPr>
            <p:ph idx="1"/>
          </p:nvPr>
        </p:nvSpPr>
        <p:spPr>
          <a:xfrm>
            <a:off x="211874" y="1270725"/>
            <a:ext cx="7050060" cy="5015570"/>
          </a:xfrm>
        </p:spPr>
        <p:txBody>
          <a:bodyPr>
            <a:normAutofit/>
          </a:bodyPr>
          <a:lstStyle/>
          <a:p>
            <a:r>
              <a:rPr lang="en-US" sz="2600" dirty="0"/>
              <a:t>Ceres is a possible water world</a:t>
            </a:r>
          </a:p>
          <a:p>
            <a:pPr lvl="1"/>
            <a:r>
              <a:rPr lang="en-US" sz="2000" dirty="0"/>
              <a:t>Geological features suggest brine under the ice</a:t>
            </a:r>
          </a:p>
          <a:p>
            <a:pPr lvl="1"/>
            <a:r>
              <a:rPr lang="en-US" sz="2200" dirty="0"/>
              <a:t>Solar wind may induce a weak magnetic response from the subsurface brine</a:t>
            </a:r>
          </a:p>
          <a:p>
            <a:r>
              <a:rPr lang="en-US" sz="2600" dirty="0"/>
              <a:t>Previously undetectable asteroids</a:t>
            </a:r>
          </a:p>
          <a:p>
            <a:pPr lvl="1"/>
            <a:r>
              <a:rPr lang="en-US" sz="2200" dirty="0"/>
              <a:t>Fluxgates were not able to detect magnetism of low magnetism asteroids</a:t>
            </a:r>
          </a:p>
          <a:p>
            <a:pPr lvl="1"/>
            <a:r>
              <a:rPr lang="en-US" sz="2200" dirty="0"/>
              <a:t>These include on </a:t>
            </a:r>
            <a:r>
              <a:rPr lang="en-US" sz="2200" b="1" dirty="0"/>
              <a:t>Eros, Lutetia, 67P, Braille, Steins</a:t>
            </a:r>
            <a:r>
              <a:rPr lang="en-US" sz="2200" dirty="0"/>
              <a:t>, etc. </a:t>
            </a:r>
          </a:p>
          <a:p>
            <a:pPr lvl="1"/>
            <a:r>
              <a:rPr lang="en-US" sz="2200" dirty="0"/>
              <a:t>Map the weak magnetic fields of these objects</a:t>
            </a:r>
          </a:p>
          <a:p>
            <a:pPr lvl="1"/>
            <a:r>
              <a:rPr lang="en-US" sz="2200" dirty="0"/>
              <a:t>Provide evidence about composition and evolution</a:t>
            </a:r>
          </a:p>
          <a:p>
            <a:r>
              <a:rPr lang="en-US" sz="2500" dirty="0"/>
              <a:t>Solar wind induced signals from metallic parts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220F82F2-B7CB-421A-A3E1-707F4F73C28A}"/>
              </a:ext>
            </a:extLst>
          </p:cNvPr>
          <p:cNvSpPr>
            <a:spLocks noGrp="1"/>
          </p:cNvSpPr>
          <p:nvPr>
            <p:ph type="sldNum" sz="quarter" idx="4"/>
          </p:nvPr>
        </p:nvSpPr>
        <p:spPr/>
        <p:txBody>
          <a:bodyPr/>
          <a:lstStyle/>
          <a:p>
            <a:fld id="{4A6E37D3-C5B8-47CF-A969-131D6B6A5E01}" type="slidenum">
              <a:rPr lang="en-US" smtClean="0"/>
              <a:t>5</a:t>
            </a:fld>
            <a:endParaRPr lang="en-US" dirty="0"/>
          </a:p>
        </p:txBody>
      </p:sp>
      <p:sp>
        <p:nvSpPr>
          <p:cNvPr id="9" name="TextBox 8">
            <a:extLst>
              <a:ext uri="{FF2B5EF4-FFF2-40B4-BE49-F238E27FC236}">
                <a16:creationId xmlns:a16="http://schemas.microsoft.com/office/drawing/2014/main" id="{3A92D718-F76F-4926-B2AD-14BDABBC37F7}"/>
              </a:ext>
            </a:extLst>
          </p:cNvPr>
          <p:cNvSpPr txBox="1"/>
          <p:nvPr/>
        </p:nvSpPr>
        <p:spPr>
          <a:xfrm>
            <a:off x="9247236" y="5764489"/>
            <a:ext cx="989042" cy="369332"/>
          </a:xfrm>
          <a:prstGeom prst="rect">
            <a:avLst/>
          </a:prstGeom>
          <a:noFill/>
        </p:spPr>
        <p:txBody>
          <a:bodyPr wrap="square" rtlCol="0">
            <a:spAutoFit/>
          </a:bodyPr>
          <a:lstStyle/>
          <a:p>
            <a:pPr algn="ctr"/>
            <a:r>
              <a:rPr lang="en-US" dirty="0"/>
              <a:t>Eros</a:t>
            </a:r>
          </a:p>
        </p:txBody>
      </p:sp>
      <p:pic>
        <p:nvPicPr>
          <p:cNvPr id="11" name="Picture 2" descr="433 Eros - Wikipedia">
            <a:extLst>
              <a:ext uri="{FF2B5EF4-FFF2-40B4-BE49-F238E27FC236}">
                <a16:creationId xmlns:a16="http://schemas.microsoft.com/office/drawing/2014/main" id="{E08B8672-75CF-4E6A-B220-366F7674BAC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47235" y="3590169"/>
            <a:ext cx="1969493" cy="21743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8584C8E9-88F7-F0EB-BDC3-BB95684D72E0}"/>
              </a:ext>
            </a:extLst>
          </p:cNvPr>
          <p:cNvPicPr>
            <a:picLocks noChangeAspect="1"/>
          </p:cNvPicPr>
          <p:nvPr/>
        </p:nvPicPr>
        <p:blipFill>
          <a:blip r:embed="rId3"/>
          <a:stretch>
            <a:fillRect/>
          </a:stretch>
        </p:blipFill>
        <p:spPr>
          <a:xfrm>
            <a:off x="9311233" y="1667631"/>
            <a:ext cx="1994669" cy="1600200"/>
          </a:xfrm>
          <a:prstGeom prst="rect">
            <a:avLst/>
          </a:prstGeom>
        </p:spPr>
      </p:pic>
    </p:spTree>
    <p:extLst>
      <p:ext uri="{BB962C8B-B14F-4D97-AF65-F5344CB8AC3E}">
        <p14:creationId xmlns:p14="http://schemas.microsoft.com/office/powerpoint/2010/main" val="155764943"/>
      </p:ext>
    </p:extLst>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14F11-C751-8C10-76A9-725A59999D52}"/>
              </a:ext>
            </a:extLst>
          </p:cNvPr>
          <p:cNvSpPr>
            <a:spLocks noGrp="1"/>
          </p:cNvSpPr>
          <p:nvPr>
            <p:ph type="title"/>
          </p:nvPr>
        </p:nvSpPr>
        <p:spPr/>
        <p:txBody>
          <a:bodyPr/>
          <a:lstStyle/>
          <a:p>
            <a:r>
              <a:rPr lang="en-US" dirty="0"/>
              <a:t>Uranus system</a:t>
            </a:r>
          </a:p>
        </p:txBody>
      </p:sp>
      <p:sp>
        <p:nvSpPr>
          <p:cNvPr id="3" name="Content Placeholder 2">
            <a:extLst>
              <a:ext uri="{FF2B5EF4-FFF2-40B4-BE49-F238E27FC236}">
                <a16:creationId xmlns:a16="http://schemas.microsoft.com/office/drawing/2014/main" id="{B16B7320-9B67-2168-350E-FB24DF6F13CE}"/>
              </a:ext>
            </a:extLst>
          </p:cNvPr>
          <p:cNvSpPr>
            <a:spLocks noGrp="1"/>
          </p:cNvSpPr>
          <p:nvPr>
            <p:ph idx="1"/>
          </p:nvPr>
        </p:nvSpPr>
        <p:spPr>
          <a:xfrm>
            <a:off x="211874" y="1270725"/>
            <a:ext cx="5333249" cy="5015570"/>
          </a:xfrm>
        </p:spPr>
        <p:txBody>
          <a:bodyPr/>
          <a:lstStyle/>
          <a:p>
            <a:r>
              <a:rPr lang="en-US" dirty="0"/>
              <a:t>The Uranus is system is called out in the Decadal system</a:t>
            </a:r>
          </a:p>
          <a:p>
            <a:r>
              <a:rPr lang="en-US" dirty="0"/>
              <a:t>Moons are likely water worlds:</a:t>
            </a:r>
          </a:p>
          <a:p>
            <a:pPr lvl="1"/>
            <a:r>
              <a:rPr lang="it-IT" b="0" i="0" dirty="0">
                <a:solidFill>
                  <a:srgbClr val="040C28"/>
                </a:solidFill>
                <a:effectLst/>
                <a:latin typeface="Google Sans"/>
              </a:rPr>
              <a:t>Ariel</a:t>
            </a:r>
          </a:p>
          <a:p>
            <a:pPr lvl="1"/>
            <a:r>
              <a:rPr lang="it-IT" b="0" i="0" dirty="0">
                <a:solidFill>
                  <a:srgbClr val="040C28"/>
                </a:solidFill>
                <a:effectLst/>
                <a:latin typeface="Google Sans"/>
              </a:rPr>
              <a:t>Umbriel</a:t>
            </a:r>
          </a:p>
          <a:p>
            <a:pPr lvl="1"/>
            <a:r>
              <a:rPr lang="it-IT" b="0" i="0" dirty="0">
                <a:solidFill>
                  <a:srgbClr val="040C28"/>
                </a:solidFill>
                <a:effectLst/>
                <a:latin typeface="Google Sans"/>
              </a:rPr>
              <a:t>Titania</a:t>
            </a:r>
          </a:p>
          <a:p>
            <a:pPr lvl="1"/>
            <a:r>
              <a:rPr lang="it-IT" b="0" i="0" dirty="0">
                <a:solidFill>
                  <a:srgbClr val="040C28"/>
                </a:solidFill>
                <a:effectLst/>
                <a:latin typeface="Google Sans"/>
              </a:rPr>
              <a:t>Oberon</a:t>
            </a:r>
            <a:endParaRPr lang="it-IT" b="0" i="0" dirty="0">
              <a:solidFill>
                <a:srgbClr val="202124"/>
              </a:solidFill>
              <a:effectLst/>
              <a:latin typeface="Google Sans"/>
            </a:endParaRPr>
          </a:p>
          <a:p>
            <a:r>
              <a:rPr lang="it-IT" dirty="0">
                <a:solidFill>
                  <a:srgbClr val="202124"/>
                </a:solidFill>
                <a:latin typeface="Google Sans"/>
              </a:rPr>
              <a:t>Also the Magnetosphere of Uranus offers interesting plasma physics to study between visits to moons using a sensitive highfrequency range magnetometer (MHz)</a:t>
            </a:r>
          </a:p>
          <a:p>
            <a:pPr lvl="1"/>
            <a:r>
              <a:rPr lang="it-IT" dirty="0">
                <a:solidFill>
                  <a:srgbClr val="202124"/>
                </a:solidFill>
                <a:latin typeface="Google Sans"/>
              </a:rPr>
              <a:t>What if we had magnetometer with sensitivy far exceeding fluxgates over bandpass between 0 Hz – 10s of MHz instead of 0-20 Hz?</a:t>
            </a:r>
            <a:endParaRPr lang="en-US" dirty="0"/>
          </a:p>
        </p:txBody>
      </p:sp>
      <p:sp>
        <p:nvSpPr>
          <p:cNvPr id="4" name="Slide Number Placeholder 3">
            <a:extLst>
              <a:ext uri="{FF2B5EF4-FFF2-40B4-BE49-F238E27FC236}">
                <a16:creationId xmlns:a16="http://schemas.microsoft.com/office/drawing/2014/main" id="{D042C09B-E6B5-0CE0-8049-94FB16DEF508}"/>
              </a:ext>
            </a:extLst>
          </p:cNvPr>
          <p:cNvSpPr>
            <a:spLocks noGrp="1"/>
          </p:cNvSpPr>
          <p:nvPr>
            <p:ph type="sldNum" sz="quarter" idx="4"/>
          </p:nvPr>
        </p:nvSpPr>
        <p:spPr/>
        <p:txBody>
          <a:bodyPr/>
          <a:lstStyle/>
          <a:p>
            <a:fld id="{4A6E37D3-C5B8-47CF-A969-131D6B6A5E01}" type="slidenum">
              <a:rPr lang="en-US" smtClean="0"/>
              <a:t>6</a:t>
            </a:fld>
            <a:endParaRPr lang="en-US" dirty="0"/>
          </a:p>
        </p:txBody>
      </p:sp>
      <p:pic>
        <p:nvPicPr>
          <p:cNvPr id="5" name="Picture 4">
            <a:extLst>
              <a:ext uri="{FF2B5EF4-FFF2-40B4-BE49-F238E27FC236}">
                <a16:creationId xmlns:a16="http://schemas.microsoft.com/office/drawing/2014/main" id="{FCF290F2-EFD1-C957-75B4-586D11C85A66}"/>
              </a:ext>
            </a:extLst>
          </p:cNvPr>
          <p:cNvPicPr>
            <a:picLocks noChangeAspect="1"/>
          </p:cNvPicPr>
          <p:nvPr/>
        </p:nvPicPr>
        <p:blipFill>
          <a:blip r:embed="rId2"/>
          <a:stretch>
            <a:fillRect/>
          </a:stretch>
        </p:blipFill>
        <p:spPr>
          <a:xfrm>
            <a:off x="5762702" y="1432608"/>
            <a:ext cx="6003556" cy="3053918"/>
          </a:xfrm>
          <a:prstGeom prst="rect">
            <a:avLst/>
          </a:prstGeom>
        </p:spPr>
      </p:pic>
      <p:sp>
        <p:nvSpPr>
          <p:cNvPr id="6" name="TextBox 5">
            <a:extLst>
              <a:ext uri="{FF2B5EF4-FFF2-40B4-BE49-F238E27FC236}">
                <a16:creationId xmlns:a16="http://schemas.microsoft.com/office/drawing/2014/main" id="{929338C2-18ED-5E48-AEC0-0480E0A6F51E}"/>
              </a:ext>
            </a:extLst>
          </p:cNvPr>
          <p:cNvSpPr txBox="1"/>
          <p:nvPr/>
        </p:nvSpPr>
        <p:spPr>
          <a:xfrm>
            <a:off x="7447164" y="4523890"/>
            <a:ext cx="2752078" cy="369332"/>
          </a:xfrm>
          <a:prstGeom prst="rect">
            <a:avLst/>
          </a:prstGeom>
          <a:noFill/>
        </p:spPr>
        <p:txBody>
          <a:bodyPr wrap="square" rtlCol="0">
            <a:spAutoFit/>
          </a:bodyPr>
          <a:lstStyle/>
          <a:p>
            <a:r>
              <a:rPr lang="en-US" dirty="0"/>
              <a:t>Uranus and Moons</a:t>
            </a:r>
          </a:p>
        </p:txBody>
      </p:sp>
    </p:spTree>
    <p:extLst>
      <p:ext uri="{BB962C8B-B14F-4D97-AF65-F5344CB8AC3E}">
        <p14:creationId xmlns:p14="http://schemas.microsoft.com/office/powerpoint/2010/main" val="2803866445"/>
      </p:ext>
    </p:extLst>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7FCA8-64C3-6653-DB02-78AB7D355915}"/>
              </a:ext>
            </a:extLst>
          </p:cNvPr>
          <p:cNvSpPr>
            <a:spLocks noGrp="1"/>
          </p:cNvSpPr>
          <p:nvPr>
            <p:ph type="title"/>
          </p:nvPr>
        </p:nvSpPr>
        <p:spPr/>
        <p:txBody>
          <a:bodyPr>
            <a:normAutofit/>
          </a:bodyPr>
          <a:lstStyle/>
          <a:p>
            <a:r>
              <a:rPr lang="en-US" dirty="0"/>
              <a:t>Idea: low gradient fields induce high gradient response </a:t>
            </a:r>
          </a:p>
        </p:txBody>
      </p:sp>
      <p:sp>
        <p:nvSpPr>
          <p:cNvPr id="3" name="Content Placeholder 2">
            <a:extLst>
              <a:ext uri="{FF2B5EF4-FFF2-40B4-BE49-F238E27FC236}">
                <a16:creationId xmlns:a16="http://schemas.microsoft.com/office/drawing/2014/main" id="{1700248D-95A1-AA04-1F99-2746F69E7E87}"/>
              </a:ext>
            </a:extLst>
          </p:cNvPr>
          <p:cNvSpPr>
            <a:spLocks noGrp="1"/>
          </p:cNvSpPr>
          <p:nvPr>
            <p:ph idx="1"/>
          </p:nvPr>
        </p:nvSpPr>
        <p:spPr>
          <a:xfrm>
            <a:off x="211874" y="1270725"/>
            <a:ext cx="5247893" cy="5015570"/>
          </a:xfrm>
        </p:spPr>
        <p:txBody>
          <a:bodyPr>
            <a:normAutofit lnSpcReduction="10000"/>
          </a:bodyPr>
          <a:lstStyle/>
          <a:p>
            <a:r>
              <a:rPr lang="en-US" dirty="0"/>
              <a:t>Jupiter applies a varying magnetic field to Europa</a:t>
            </a:r>
          </a:p>
          <a:p>
            <a:r>
              <a:rPr lang="en-US" dirty="0"/>
              <a:t>This induces electrical current in conductive regions (of ocean)</a:t>
            </a:r>
          </a:p>
          <a:p>
            <a:r>
              <a:rPr lang="en-US" dirty="0"/>
              <a:t>Spatial variation in conductivity results in local variations in the magnetic field gradient</a:t>
            </a:r>
          </a:p>
          <a:p>
            <a:r>
              <a:rPr lang="en-US" dirty="0"/>
              <a:t>These local features can have a steeper gradient then the nonlocal large-scale fields from distant sources</a:t>
            </a:r>
          </a:p>
          <a:p>
            <a:r>
              <a:rPr lang="en-US" b="1" dirty="0"/>
              <a:t>Provides a sensitive probe of local variations in conductivity or magnetism under the surface</a:t>
            </a:r>
          </a:p>
          <a:p>
            <a:r>
              <a:rPr lang="en-US" dirty="0"/>
              <a:t>Gradiometer measures the first derivative of the magnetic which is large near sources, but falls off as r</a:t>
            </a:r>
            <a:r>
              <a:rPr lang="en-US" baseline="30000" dirty="0"/>
              <a:t>-4</a:t>
            </a:r>
          </a:p>
          <a:p>
            <a:endParaRPr lang="en-US" dirty="0"/>
          </a:p>
        </p:txBody>
      </p:sp>
      <p:sp>
        <p:nvSpPr>
          <p:cNvPr id="4" name="Slide Number Placeholder 3">
            <a:extLst>
              <a:ext uri="{FF2B5EF4-FFF2-40B4-BE49-F238E27FC236}">
                <a16:creationId xmlns:a16="http://schemas.microsoft.com/office/drawing/2014/main" id="{C15FEF34-3036-7044-BACE-E363E8369153}"/>
              </a:ext>
            </a:extLst>
          </p:cNvPr>
          <p:cNvSpPr>
            <a:spLocks noGrp="1"/>
          </p:cNvSpPr>
          <p:nvPr>
            <p:ph type="sldNum" sz="quarter" idx="4"/>
          </p:nvPr>
        </p:nvSpPr>
        <p:spPr/>
        <p:txBody>
          <a:bodyPr/>
          <a:lstStyle/>
          <a:p>
            <a:fld id="{4A6E37D3-C5B8-47CF-A969-131D6B6A5E01}" type="slidenum">
              <a:rPr lang="en-US" smtClean="0"/>
              <a:t>7</a:t>
            </a:fld>
            <a:endParaRPr lang="en-US" dirty="0"/>
          </a:p>
        </p:txBody>
      </p:sp>
      <p:pic>
        <p:nvPicPr>
          <p:cNvPr id="21" name="Picture 20">
            <a:extLst>
              <a:ext uri="{FF2B5EF4-FFF2-40B4-BE49-F238E27FC236}">
                <a16:creationId xmlns:a16="http://schemas.microsoft.com/office/drawing/2014/main" id="{E18C407A-49D9-2B69-79D7-C4D0E6B9748C}"/>
              </a:ext>
            </a:extLst>
          </p:cNvPr>
          <p:cNvPicPr>
            <a:picLocks noChangeAspect="1"/>
          </p:cNvPicPr>
          <p:nvPr/>
        </p:nvPicPr>
        <p:blipFill>
          <a:blip r:embed="rId2"/>
          <a:stretch>
            <a:fillRect/>
          </a:stretch>
        </p:blipFill>
        <p:spPr>
          <a:xfrm>
            <a:off x="6277032" y="1304634"/>
            <a:ext cx="4404469" cy="3259307"/>
          </a:xfrm>
          <a:prstGeom prst="rect">
            <a:avLst/>
          </a:prstGeom>
        </p:spPr>
      </p:pic>
      <p:sp>
        <p:nvSpPr>
          <p:cNvPr id="22" name="TextBox 21">
            <a:extLst>
              <a:ext uri="{FF2B5EF4-FFF2-40B4-BE49-F238E27FC236}">
                <a16:creationId xmlns:a16="http://schemas.microsoft.com/office/drawing/2014/main" id="{BA3FB38F-E35B-6FCD-7F86-2F17DE28F7EE}"/>
              </a:ext>
            </a:extLst>
          </p:cNvPr>
          <p:cNvSpPr txBox="1"/>
          <p:nvPr/>
        </p:nvSpPr>
        <p:spPr>
          <a:xfrm>
            <a:off x="5752305" y="4149034"/>
            <a:ext cx="1671961" cy="1200329"/>
          </a:xfrm>
          <a:prstGeom prst="rect">
            <a:avLst/>
          </a:prstGeom>
          <a:noFill/>
        </p:spPr>
        <p:txBody>
          <a:bodyPr wrap="square" rtlCol="0">
            <a:spAutoFit/>
          </a:bodyPr>
          <a:lstStyle/>
          <a:p>
            <a:r>
              <a:rPr lang="en-US" dirty="0">
                <a:solidFill>
                  <a:srgbClr val="0000FF"/>
                </a:solidFill>
              </a:rPr>
              <a:t>External field from Jupiter or Solar Wind </a:t>
            </a:r>
          </a:p>
          <a:p>
            <a:r>
              <a:rPr lang="en-US" dirty="0">
                <a:solidFill>
                  <a:srgbClr val="0000FF"/>
                </a:solidFill>
              </a:rPr>
              <a:t>(blue)</a:t>
            </a:r>
          </a:p>
        </p:txBody>
      </p:sp>
      <p:cxnSp>
        <p:nvCxnSpPr>
          <p:cNvPr id="24" name="Straight Arrow Connector 23">
            <a:extLst>
              <a:ext uri="{FF2B5EF4-FFF2-40B4-BE49-F238E27FC236}">
                <a16:creationId xmlns:a16="http://schemas.microsoft.com/office/drawing/2014/main" id="{6904141D-9346-ACEC-CE02-308A118050CE}"/>
              </a:ext>
            </a:extLst>
          </p:cNvPr>
          <p:cNvCxnSpPr>
            <a:cxnSpLocks/>
          </p:cNvCxnSpPr>
          <p:nvPr/>
        </p:nvCxnSpPr>
        <p:spPr>
          <a:xfrm>
            <a:off x="6658253" y="1936813"/>
            <a:ext cx="257452"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4DF6A690-526F-B9C8-3443-E8C6931DF6F9}"/>
              </a:ext>
            </a:extLst>
          </p:cNvPr>
          <p:cNvCxnSpPr>
            <a:cxnSpLocks/>
          </p:cNvCxnSpPr>
          <p:nvPr/>
        </p:nvCxnSpPr>
        <p:spPr>
          <a:xfrm>
            <a:off x="6658253" y="4157710"/>
            <a:ext cx="257452"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C711F2D3-AD27-7817-A2FF-5C266480E578}"/>
              </a:ext>
            </a:extLst>
          </p:cNvPr>
          <p:cNvCxnSpPr>
            <a:cxnSpLocks/>
          </p:cNvCxnSpPr>
          <p:nvPr/>
        </p:nvCxnSpPr>
        <p:spPr>
          <a:xfrm flipV="1">
            <a:off x="9572700" y="2343705"/>
            <a:ext cx="183859" cy="140834"/>
          </a:xfrm>
          <a:prstGeom prst="straightConnector1">
            <a:avLst/>
          </a:prstGeom>
          <a:ln>
            <a:solidFill>
              <a:srgbClr val="259225"/>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0EA49DE-90D1-A15C-82F3-2F1D931F249B}"/>
              </a:ext>
            </a:extLst>
          </p:cNvPr>
          <p:cNvCxnSpPr>
            <a:cxnSpLocks/>
          </p:cNvCxnSpPr>
          <p:nvPr/>
        </p:nvCxnSpPr>
        <p:spPr>
          <a:xfrm>
            <a:off x="10361720" y="4070413"/>
            <a:ext cx="257452"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79094C41-03E8-84D3-26EC-CB38E631E4EA}"/>
              </a:ext>
            </a:extLst>
          </p:cNvPr>
          <p:cNvCxnSpPr>
            <a:cxnSpLocks/>
          </p:cNvCxnSpPr>
          <p:nvPr/>
        </p:nvCxnSpPr>
        <p:spPr>
          <a:xfrm>
            <a:off x="10386873" y="1924977"/>
            <a:ext cx="257452"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533F63EF-8858-B731-27D5-540AE1D453E8}"/>
              </a:ext>
            </a:extLst>
          </p:cNvPr>
          <p:cNvSpPr txBox="1"/>
          <p:nvPr/>
        </p:nvSpPr>
        <p:spPr>
          <a:xfrm>
            <a:off x="7578311" y="4157710"/>
            <a:ext cx="1519469" cy="1477328"/>
          </a:xfrm>
          <a:prstGeom prst="rect">
            <a:avLst/>
          </a:prstGeom>
          <a:noFill/>
        </p:spPr>
        <p:txBody>
          <a:bodyPr wrap="square" rtlCol="0">
            <a:spAutoFit/>
          </a:bodyPr>
          <a:lstStyle/>
          <a:p>
            <a:r>
              <a:rPr lang="en-US" dirty="0">
                <a:solidFill>
                  <a:srgbClr val="259225"/>
                </a:solidFill>
              </a:rPr>
              <a:t>Induced field gradient from conductive regions</a:t>
            </a:r>
          </a:p>
          <a:p>
            <a:r>
              <a:rPr lang="en-US" dirty="0">
                <a:solidFill>
                  <a:srgbClr val="259225"/>
                </a:solidFill>
              </a:rPr>
              <a:t>(green)</a:t>
            </a:r>
          </a:p>
        </p:txBody>
      </p:sp>
      <p:cxnSp>
        <p:nvCxnSpPr>
          <p:cNvPr id="39" name="Straight Arrow Connector 38">
            <a:extLst>
              <a:ext uri="{FF2B5EF4-FFF2-40B4-BE49-F238E27FC236}">
                <a16:creationId xmlns:a16="http://schemas.microsoft.com/office/drawing/2014/main" id="{9B7CFC50-B058-0FA4-E60D-BE0EAEA1DA04}"/>
              </a:ext>
            </a:extLst>
          </p:cNvPr>
          <p:cNvCxnSpPr>
            <a:cxnSpLocks/>
          </p:cNvCxnSpPr>
          <p:nvPr/>
        </p:nvCxnSpPr>
        <p:spPr>
          <a:xfrm>
            <a:off x="10514120" y="4222813"/>
            <a:ext cx="257452" cy="0"/>
          </a:xfrm>
          <a:prstGeom prst="straightConnector1">
            <a:avLst/>
          </a:prstGeom>
          <a:ln>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BAC93A2F-CA4E-7939-BAF7-AADF78B743FD}"/>
              </a:ext>
            </a:extLst>
          </p:cNvPr>
          <p:cNvSpPr txBox="1"/>
          <p:nvPr/>
        </p:nvSpPr>
        <p:spPr>
          <a:xfrm>
            <a:off x="9528311" y="4210706"/>
            <a:ext cx="1519469" cy="1754326"/>
          </a:xfrm>
          <a:prstGeom prst="rect">
            <a:avLst/>
          </a:prstGeom>
          <a:noFill/>
        </p:spPr>
        <p:txBody>
          <a:bodyPr wrap="square" rtlCol="0">
            <a:spAutoFit/>
          </a:bodyPr>
          <a:lstStyle/>
          <a:p>
            <a:r>
              <a:rPr lang="en-US" dirty="0"/>
              <a:t>The induced magnetic field has a larger gradient than the solar wind field</a:t>
            </a:r>
          </a:p>
        </p:txBody>
      </p:sp>
      <p:sp>
        <p:nvSpPr>
          <p:cNvPr id="15" name="TextBox 14">
            <a:extLst>
              <a:ext uri="{FF2B5EF4-FFF2-40B4-BE49-F238E27FC236}">
                <a16:creationId xmlns:a16="http://schemas.microsoft.com/office/drawing/2014/main" id="{6B7EA08F-4FA8-42D3-0DF1-74FDC1770BCD}"/>
              </a:ext>
            </a:extLst>
          </p:cNvPr>
          <p:cNvSpPr txBox="1"/>
          <p:nvPr/>
        </p:nvSpPr>
        <p:spPr>
          <a:xfrm>
            <a:off x="10771572" y="2205253"/>
            <a:ext cx="1406805" cy="646331"/>
          </a:xfrm>
          <a:prstGeom prst="rect">
            <a:avLst/>
          </a:prstGeom>
          <a:noFill/>
        </p:spPr>
        <p:txBody>
          <a:bodyPr wrap="square" rtlCol="0">
            <a:spAutoFit/>
          </a:bodyPr>
          <a:lstStyle/>
          <a:p>
            <a:r>
              <a:rPr lang="en-US" dirty="0"/>
              <a:t>Conductive Region</a:t>
            </a:r>
          </a:p>
        </p:txBody>
      </p:sp>
      <p:cxnSp>
        <p:nvCxnSpPr>
          <p:cNvPr id="19" name="Straight Connector 18">
            <a:extLst>
              <a:ext uri="{FF2B5EF4-FFF2-40B4-BE49-F238E27FC236}">
                <a16:creationId xmlns:a16="http://schemas.microsoft.com/office/drawing/2014/main" id="{C47CAB72-7BE6-E612-6E9D-AAEE5EBE0E38}"/>
              </a:ext>
            </a:extLst>
          </p:cNvPr>
          <p:cNvCxnSpPr>
            <a:cxnSpLocks/>
          </p:cNvCxnSpPr>
          <p:nvPr/>
        </p:nvCxnSpPr>
        <p:spPr>
          <a:xfrm>
            <a:off x="8789263" y="3117123"/>
            <a:ext cx="792442" cy="1178143"/>
          </a:xfrm>
          <a:prstGeom prst="line">
            <a:avLst/>
          </a:prstGeom>
          <a:ln w="57150">
            <a:solidFill>
              <a:schemeClr val="accent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F84510B-044F-31D2-9F18-D8E5F6CA2391}"/>
              </a:ext>
            </a:extLst>
          </p:cNvPr>
          <p:cNvCxnSpPr>
            <a:cxnSpLocks/>
          </p:cNvCxnSpPr>
          <p:nvPr/>
        </p:nvCxnSpPr>
        <p:spPr>
          <a:xfrm flipV="1">
            <a:off x="9097780" y="2420781"/>
            <a:ext cx="1673792" cy="400941"/>
          </a:xfrm>
          <a:prstGeom prst="line">
            <a:avLst/>
          </a:prstGeom>
          <a:ln w="57150">
            <a:solidFill>
              <a:schemeClr val="accent1">
                <a:lumMod val="60000"/>
                <a:lumOff val="40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0767352"/>
      </p:ext>
    </p:extLst>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742A6-62EE-3F29-F408-D1D5097292E4}"/>
              </a:ext>
            </a:extLst>
          </p:cNvPr>
          <p:cNvSpPr>
            <a:spLocks noGrp="1"/>
          </p:cNvSpPr>
          <p:nvPr>
            <p:ph type="title"/>
          </p:nvPr>
        </p:nvSpPr>
        <p:spPr/>
        <p:txBody>
          <a:bodyPr/>
          <a:lstStyle/>
          <a:p>
            <a:r>
              <a:rPr lang="en-US" dirty="0"/>
              <a:t>Measure Magnetic Gradients from Orbit</a:t>
            </a:r>
          </a:p>
        </p:txBody>
      </p:sp>
      <p:sp>
        <p:nvSpPr>
          <p:cNvPr id="4" name="Slide Number Placeholder 3">
            <a:extLst>
              <a:ext uri="{FF2B5EF4-FFF2-40B4-BE49-F238E27FC236}">
                <a16:creationId xmlns:a16="http://schemas.microsoft.com/office/drawing/2014/main" id="{58E464F2-382A-82AF-2857-9DBE7739BDD5}"/>
              </a:ext>
            </a:extLst>
          </p:cNvPr>
          <p:cNvSpPr>
            <a:spLocks noGrp="1"/>
          </p:cNvSpPr>
          <p:nvPr>
            <p:ph type="sldNum" sz="quarter" idx="4"/>
          </p:nvPr>
        </p:nvSpPr>
        <p:spPr>
          <a:xfrm>
            <a:off x="11239396" y="6408702"/>
            <a:ext cx="838200" cy="365125"/>
          </a:xfrm>
        </p:spPr>
        <p:txBody>
          <a:bodyPr/>
          <a:lstStyle/>
          <a:p>
            <a:fld id="{4A6E37D3-C5B8-47CF-A969-131D6B6A5E01}" type="slidenum">
              <a:rPr lang="en-US" smtClean="0"/>
              <a:t>8</a:t>
            </a:fld>
            <a:endParaRPr lang="en-US" dirty="0"/>
          </a:p>
        </p:txBody>
      </p:sp>
      <p:grpSp>
        <p:nvGrpSpPr>
          <p:cNvPr id="9" name="Group 8">
            <a:extLst>
              <a:ext uri="{FF2B5EF4-FFF2-40B4-BE49-F238E27FC236}">
                <a16:creationId xmlns:a16="http://schemas.microsoft.com/office/drawing/2014/main" id="{B8AAB978-9676-9C6D-36ED-445C35F4AEC1}"/>
              </a:ext>
            </a:extLst>
          </p:cNvPr>
          <p:cNvGrpSpPr/>
          <p:nvPr/>
        </p:nvGrpSpPr>
        <p:grpSpPr>
          <a:xfrm>
            <a:off x="821359" y="2433658"/>
            <a:ext cx="2597150" cy="2547707"/>
            <a:chOff x="4825856" y="1805799"/>
            <a:chExt cx="3314987" cy="3246401"/>
          </a:xfrm>
        </p:grpSpPr>
        <p:pic>
          <p:nvPicPr>
            <p:cNvPr id="6" name="Picture 5">
              <a:extLst>
                <a:ext uri="{FF2B5EF4-FFF2-40B4-BE49-F238E27FC236}">
                  <a16:creationId xmlns:a16="http://schemas.microsoft.com/office/drawing/2014/main" id="{9FC1D151-C40C-5A71-D7B4-B077BBAFF43F}"/>
                </a:ext>
              </a:extLst>
            </p:cNvPr>
            <p:cNvPicPr>
              <a:picLocks noChangeAspect="1"/>
            </p:cNvPicPr>
            <p:nvPr/>
          </p:nvPicPr>
          <p:blipFill>
            <a:blip r:embed="rId3"/>
            <a:stretch>
              <a:fillRect/>
            </a:stretch>
          </p:blipFill>
          <p:spPr>
            <a:xfrm>
              <a:off x="4825856" y="1805799"/>
              <a:ext cx="3314987" cy="3246401"/>
            </a:xfrm>
            <a:prstGeom prst="rect">
              <a:avLst/>
            </a:prstGeom>
          </p:spPr>
        </p:pic>
        <p:sp>
          <p:nvSpPr>
            <p:cNvPr id="7" name="Isosceles Triangle 6">
              <a:extLst>
                <a:ext uri="{FF2B5EF4-FFF2-40B4-BE49-F238E27FC236}">
                  <a16:creationId xmlns:a16="http://schemas.microsoft.com/office/drawing/2014/main" id="{0001E8FA-C63A-11B8-24AE-56A8023F7D71}"/>
                </a:ext>
              </a:extLst>
            </p:cNvPr>
            <p:cNvSpPr/>
            <p:nvPr/>
          </p:nvSpPr>
          <p:spPr>
            <a:xfrm rot="10222317">
              <a:off x="6811346" y="3882640"/>
              <a:ext cx="176694" cy="160777"/>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5" name="Picture 4" descr="Chart, surface chart&#10;&#10;AI-generated content may be incorrect.">
            <a:extLst>
              <a:ext uri="{FF2B5EF4-FFF2-40B4-BE49-F238E27FC236}">
                <a16:creationId xmlns:a16="http://schemas.microsoft.com/office/drawing/2014/main" id="{C269FFDC-58DB-025A-7FDE-27AAB484C98B}"/>
              </a:ext>
            </a:extLst>
          </p:cNvPr>
          <p:cNvPicPr>
            <a:picLocks noChangeAspect="1"/>
          </p:cNvPicPr>
          <p:nvPr/>
        </p:nvPicPr>
        <p:blipFill>
          <a:blip r:embed="rId4"/>
          <a:srcRect l="291" r="36246" b="180"/>
          <a:stretch>
            <a:fillRect/>
          </a:stretch>
        </p:blipFill>
        <p:spPr>
          <a:xfrm>
            <a:off x="7594456" y="1590472"/>
            <a:ext cx="4184794" cy="4367694"/>
          </a:xfrm>
          <a:prstGeom prst="rect">
            <a:avLst/>
          </a:prstGeom>
        </p:spPr>
      </p:pic>
      <p:sp>
        <p:nvSpPr>
          <p:cNvPr id="8" name="TextBox 7">
            <a:extLst>
              <a:ext uri="{FF2B5EF4-FFF2-40B4-BE49-F238E27FC236}">
                <a16:creationId xmlns:a16="http://schemas.microsoft.com/office/drawing/2014/main" id="{F39AE333-9071-02D7-E490-2D6F7A5595F5}"/>
              </a:ext>
            </a:extLst>
          </p:cNvPr>
          <p:cNvSpPr txBox="1"/>
          <p:nvPr/>
        </p:nvSpPr>
        <p:spPr>
          <a:xfrm>
            <a:off x="7094391" y="1296358"/>
            <a:ext cx="1422401" cy="923330"/>
          </a:xfrm>
          <a:prstGeom prst="rect">
            <a:avLst/>
          </a:prstGeom>
          <a:noFill/>
        </p:spPr>
        <p:txBody>
          <a:bodyPr wrap="square" rtlCol="0">
            <a:spAutoFit/>
          </a:bodyPr>
          <a:lstStyle/>
          <a:p>
            <a:r>
              <a:rPr lang="en-US" dirty="0"/>
              <a:t>Conductivity Features of Ocean (grey)</a:t>
            </a:r>
          </a:p>
        </p:txBody>
      </p:sp>
      <p:cxnSp>
        <p:nvCxnSpPr>
          <p:cNvPr id="10" name="Straight Connector 9">
            <a:extLst>
              <a:ext uri="{FF2B5EF4-FFF2-40B4-BE49-F238E27FC236}">
                <a16:creationId xmlns:a16="http://schemas.microsoft.com/office/drawing/2014/main" id="{BBD9F2A6-84AF-F2EA-1601-4EFE0C29FC88}"/>
              </a:ext>
            </a:extLst>
          </p:cNvPr>
          <p:cNvCxnSpPr>
            <a:cxnSpLocks/>
          </p:cNvCxnSpPr>
          <p:nvPr/>
        </p:nvCxnSpPr>
        <p:spPr>
          <a:xfrm>
            <a:off x="7845011" y="2219688"/>
            <a:ext cx="1055204" cy="10204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43708DD-7F8D-2A01-51A6-731152163847}"/>
              </a:ext>
            </a:extLst>
          </p:cNvPr>
          <p:cNvCxnSpPr>
            <a:cxnSpLocks/>
          </p:cNvCxnSpPr>
          <p:nvPr/>
        </p:nvCxnSpPr>
        <p:spPr>
          <a:xfrm flipH="1">
            <a:off x="9942167" y="2179069"/>
            <a:ext cx="795131" cy="10610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3CA341E-7148-92D7-E375-06BB998A7854}"/>
              </a:ext>
            </a:extLst>
          </p:cNvPr>
          <p:cNvSpPr txBox="1"/>
          <p:nvPr/>
        </p:nvSpPr>
        <p:spPr>
          <a:xfrm>
            <a:off x="10214693" y="1120170"/>
            <a:ext cx="2635250" cy="923330"/>
          </a:xfrm>
          <a:prstGeom prst="rect">
            <a:avLst/>
          </a:prstGeom>
          <a:noFill/>
        </p:spPr>
        <p:txBody>
          <a:bodyPr wrap="square" rtlCol="0">
            <a:spAutoFit/>
          </a:bodyPr>
          <a:lstStyle/>
          <a:p>
            <a:r>
              <a:rPr lang="en-US" dirty="0"/>
              <a:t>Induced Magnetic Gradient Features</a:t>
            </a:r>
          </a:p>
          <a:p>
            <a:r>
              <a:rPr lang="en-US" dirty="0"/>
              <a:t>  (rainbow)</a:t>
            </a:r>
          </a:p>
        </p:txBody>
      </p:sp>
      <p:sp>
        <p:nvSpPr>
          <p:cNvPr id="13" name="TextBox 12">
            <a:extLst>
              <a:ext uri="{FF2B5EF4-FFF2-40B4-BE49-F238E27FC236}">
                <a16:creationId xmlns:a16="http://schemas.microsoft.com/office/drawing/2014/main" id="{B2DE7BB2-D6CE-1704-D422-787975A41377}"/>
              </a:ext>
            </a:extLst>
          </p:cNvPr>
          <p:cNvSpPr txBox="1"/>
          <p:nvPr/>
        </p:nvSpPr>
        <p:spPr>
          <a:xfrm>
            <a:off x="7322174" y="5627696"/>
            <a:ext cx="1555750" cy="646331"/>
          </a:xfrm>
          <a:prstGeom prst="rect">
            <a:avLst/>
          </a:prstGeom>
          <a:noFill/>
        </p:spPr>
        <p:txBody>
          <a:bodyPr wrap="square" rtlCol="0">
            <a:spAutoFit/>
          </a:bodyPr>
          <a:lstStyle/>
          <a:p>
            <a:r>
              <a:rPr lang="en-US" dirty="0"/>
              <a:t>Magnetic field Vectors </a:t>
            </a:r>
          </a:p>
        </p:txBody>
      </p:sp>
      <p:cxnSp>
        <p:nvCxnSpPr>
          <p:cNvPr id="14" name="Straight Connector 13">
            <a:extLst>
              <a:ext uri="{FF2B5EF4-FFF2-40B4-BE49-F238E27FC236}">
                <a16:creationId xmlns:a16="http://schemas.microsoft.com/office/drawing/2014/main" id="{DC12116D-0E9F-070C-CED4-56A9E80EE2F8}"/>
              </a:ext>
            </a:extLst>
          </p:cNvPr>
          <p:cNvCxnSpPr>
            <a:cxnSpLocks/>
          </p:cNvCxnSpPr>
          <p:nvPr/>
        </p:nvCxnSpPr>
        <p:spPr>
          <a:xfrm flipV="1">
            <a:off x="7845011" y="4835891"/>
            <a:ext cx="581439" cy="767092"/>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5494331-EB7E-F322-309A-1DFBD2BA28FC}"/>
              </a:ext>
            </a:extLst>
          </p:cNvPr>
          <p:cNvSpPr txBox="1"/>
          <p:nvPr/>
        </p:nvSpPr>
        <p:spPr>
          <a:xfrm>
            <a:off x="1314449" y="4981365"/>
            <a:ext cx="1555750" cy="646331"/>
          </a:xfrm>
          <a:prstGeom prst="rect">
            <a:avLst/>
          </a:prstGeom>
          <a:noFill/>
        </p:spPr>
        <p:txBody>
          <a:bodyPr wrap="square" rtlCol="0">
            <a:spAutoFit/>
          </a:bodyPr>
          <a:lstStyle/>
          <a:p>
            <a:r>
              <a:rPr lang="en-US" dirty="0"/>
              <a:t>Orbit 100 km above surface</a:t>
            </a:r>
          </a:p>
        </p:txBody>
      </p:sp>
      <p:sp>
        <p:nvSpPr>
          <p:cNvPr id="23" name="Arrow: Right 22">
            <a:extLst>
              <a:ext uri="{FF2B5EF4-FFF2-40B4-BE49-F238E27FC236}">
                <a16:creationId xmlns:a16="http://schemas.microsoft.com/office/drawing/2014/main" id="{A29F8C45-2CE9-B107-99C9-1087F2C7946A}"/>
              </a:ext>
            </a:extLst>
          </p:cNvPr>
          <p:cNvSpPr/>
          <p:nvPr/>
        </p:nvSpPr>
        <p:spPr>
          <a:xfrm>
            <a:off x="4035353" y="2609850"/>
            <a:ext cx="2942259" cy="202861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Measure Magnetic Gradients to Observe Magnetic Features</a:t>
            </a:r>
          </a:p>
        </p:txBody>
      </p:sp>
    </p:spTree>
    <p:extLst>
      <p:ext uri="{BB962C8B-B14F-4D97-AF65-F5344CB8AC3E}">
        <p14:creationId xmlns:p14="http://schemas.microsoft.com/office/powerpoint/2010/main" val="2596388255"/>
      </p:ext>
    </p:extLst>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Chart, surface chart&#10;&#10;AI-generated content may be incorrect.">
            <a:extLst>
              <a:ext uri="{FF2B5EF4-FFF2-40B4-BE49-F238E27FC236}">
                <a16:creationId xmlns:a16="http://schemas.microsoft.com/office/drawing/2014/main" id="{6F18C452-4ABA-85E7-15C8-7D356B1D1026}"/>
              </a:ext>
            </a:extLst>
          </p:cNvPr>
          <p:cNvPicPr>
            <a:picLocks noChangeAspect="1"/>
          </p:cNvPicPr>
          <p:nvPr/>
        </p:nvPicPr>
        <p:blipFill>
          <a:blip r:embed="rId2"/>
          <a:stretch>
            <a:fillRect/>
          </a:stretch>
        </p:blipFill>
        <p:spPr>
          <a:xfrm>
            <a:off x="4991555" y="1679267"/>
            <a:ext cx="6323694" cy="4196151"/>
          </a:xfrm>
          <a:prstGeom prst="rect">
            <a:avLst/>
          </a:prstGeom>
        </p:spPr>
      </p:pic>
      <p:sp>
        <p:nvSpPr>
          <p:cNvPr id="2" name="Title 1">
            <a:extLst>
              <a:ext uri="{FF2B5EF4-FFF2-40B4-BE49-F238E27FC236}">
                <a16:creationId xmlns:a16="http://schemas.microsoft.com/office/drawing/2014/main" id="{E848B8B6-DC8F-C84F-8932-65B2E458FCB9}"/>
              </a:ext>
            </a:extLst>
          </p:cNvPr>
          <p:cNvSpPr>
            <a:spLocks noGrp="1"/>
          </p:cNvSpPr>
          <p:nvPr>
            <p:ph type="title"/>
          </p:nvPr>
        </p:nvSpPr>
        <p:spPr/>
        <p:txBody>
          <a:bodyPr/>
          <a:lstStyle/>
          <a:p>
            <a:r>
              <a:rPr lang="en-US" dirty="0"/>
              <a:t>Why Use Magnetic Gradiometer?</a:t>
            </a:r>
          </a:p>
        </p:txBody>
      </p:sp>
      <p:sp>
        <p:nvSpPr>
          <p:cNvPr id="3" name="Content Placeholder 2">
            <a:extLst>
              <a:ext uri="{FF2B5EF4-FFF2-40B4-BE49-F238E27FC236}">
                <a16:creationId xmlns:a16="http://schemas.microsoft.com/office/drawing/2014/main" id="{C82962F8-2EAD-441B-0ECE-5AAF8BDC21FF}"/>
              </a:ext>
            </a:extLst>
          </p:cNvPr>
          <p:cNvSpPr>
            <a:spLocks noGrp="1"/>
          </p:cNvSpPr>
          <p:nvPr>
            <p:ph idx="1"/>
          </p:nvPr>
        </p:nvSpPr>
        <p:spPr>
          <a:xfrm>
            <a:off x="211874" y="1270725"/>
            <a:ext cx="3826726" cy="5015570"/>
          </a:xfrm>
        </p:spPr>
        <p:txBody>
          <a:bodyPr/>
          <a:lstStyle/>
          <a:p>
            <a:r>
              <a:rPr lang="en-US" dirty="0"/>
              <a:t>Picks out nearby sources like magnetic areas in planetary objects</a:t>
            </a:r>
          </a:p>
          <a:p>
            <a:r>
              <a:rPr lang="en-US" dirty="0"/>
              <a:t>Detects electrically conductive regions through their magnetic response to ambient fields</a:t>
            </a:r>
          </a:p>
          <a:p>
            <a:r>
              <a:rPr lang="en-US" dirty="0"/>
              <a:t>Even though the magnetic field is very smooth, the gradient is not smooth</a:t>
            </a:r>
          </a:p>
          <a:p>
            <a:pPr lvl="1"/>
            <a:r>
              <a:rPr lang="en-US" dirty="0"/>
              <a:t>Information about the magnetic structure of the body</a:t>
            </a:r>
          </a:p>
          <a:p>
            <a:r>
              <a:rPr lang="en-US" dirty="0"/>
              <a:t>Filters out large scale noise sources like the solar wind</a:t>
            </a:r>
          </a:p>
          <a:p>
            <a:endParaRPr lang="en-US" dirty="0"/>
          </a:p>
        </p:txBody>
      </p:sp>
      <p:sp>
        <p:nvSpPr>
          <p:cNvPr id="4" name="Slide Number Placeholder 3">
            <a:extLst>
              <a:ext uri="{FF2B5EF4-FFF2-40B4-BE49-F238E27FC236}">
                <a16:creationId xmlns:a16="http://schemas.microsoft.com/office/drawing/2014/main" id="{ECB770A6-90B4-1BB8-A3D5-B2E227E7C5FD}"/>
              </a:ext>
            </a:extLst>
          </p:cNvPr>
          <p:cNvSpPr>
            <a:spLocks noGrp="1"/>
          </p:cNvSpPr>
          <p:nvPr>
            <p:ph type="sldNum" sz="quarter" idx="4"/>
          </p:nvPr>
        </p:nvSpPr>
        <p:spPr/>
        <p:txBody>
          <a:bodyPr/>
          <a:lstStyle/>
          <a:p>
            <a:fld id="{4A6E37D3-C5B8-47CF-A969-131D6B6A5E01}" type="slidenum">
              <a:rPr lang="en-US" smtClean="0"/>
              <a:t>9</a:t>
            </a:fld>
            <a:endParaRPr lang="en-US" dirty="0"/>
          </a:p>
        </p:txBody>
      </p:sp>
      <p:sp>
        <p:nvSpPr>
          <p:cNvPr id="6" name="TextBox 5">
            <a:extLst>
              <a:ext uri="{FF2B5EF4-FFF2-40B4-BE49-F238E27FC236}">
                <a16:creationId xmlns:a16="http://schemas.microsoft.com/office/drawing/2014/main" id="{331A66B3-E469-2760-43C0-3590EE68CCA7}"/>
              </a:ext>
            </a:extLst>
          </p:cNvPr>
          <p:cNvSpPr txBox="1"/>
          <p:nvPr/>
        </p:nvSpPr>
        <p:spPr>
          <a:xfrm>
            <a:off x="4510235" y="1323498"/>
            <a:ext cx="1555750" cy="923330"/>
          </a:xfrm>
          <a:prstGeom prst="rect">
            <a:avLst/>
          </a:prstGeom>
          <a:noFill/>
        </p:spPr>
        <p:txBody>
          <a:bodyPr wrap="square" rtlCol="0">
            <a:spAutoFit/>
          </a:bodyPr>
          <a:lstStyle/>
          <a:p>
            <a:r>
              <a:rPr lang="en-US" dirty="0"/>
              <a:t>Conductivity of Ocean (grey)</a:t>
            </a:r>
          </a:p>
        </p:txBody>
      </p:sp>
      <p:cxnSp>
        <p:nvCxnSpPr>
          <p:cNvPr id="7" name="Straight Connector 6">
            <a:extLst>
              <a:ext uri="{FF2B5EF4-FFF2-40B4-BE49-F238E27FC236}">
                <a16:creationId xmlns:a16="http://schemas.microsoft.com/office/drawing/2014/main" id="{678DB72C-6AAA-4D2B-7345-797F3FC5FA3D}"/>
              </a:ext>
            </a:extLst>
          </p:cNvPr>
          <p:cNvCxnSpPr>
            <a:cxnSpLocks/>
          </p:cNvCxnSpPr>
          <p:nvPr/>
        </p:nvCxnSpPr>
        <p:spPr>
          <a:xfrm>
            <a:off x="5245446" y="2065120"/>
            <a:ext cx="972107" cy="926558"/>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4A2BEB7-047F-7F45-4CEF-DC7B371C910C}"/>
              </a:ext>
            </a:extLst>
          </p:cNvPr>
          <p:cNvCxnSpPr>
            <a:cxnSpLocks/>
          </p:cNvCxnSpPr>
          <p:nvPr/>
        </p:nvCxnSpPr>
        <p:spPr>
          <a:xfrm flipH="1">
            <a:off x="7573617" y="1997728"/>
            <a:ext cx="795131" cy="10610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1A260DA2-221A-CA88-13E7-C32A62B29107}"/>
              </a:ext>
            </a:extLst>
          </p:cNvPr>
          <p:cNvSpPr txBox="1"/>
          <p:nvPr/>
        </p:nvSpPr>
        <p:spPr>
          <a:xfrm>
            <a:off x="7939266" y="1074398"/>
            <a:ext cx="2635250" cy="923330"/>
          </a:xfrm>
          <a:prstGeom prst="rect">
            <a:avLst/>
          </a:prstGeom>
          <a:noFill/>
        </p:spPr>
        <p:txBody>
          <a:bodyPr wrap="square" rtlCol="0">
            <a:spAutoFit/>
          </a:bodyPr>
          <a:lstStyle/>
          <a:p>
            <a:r>
              <a:rPr lang="en-US" dirty="0"/>
              <a:t>Induced Magnetic Gradient at 100 km (rainbow)</a:t>
            </a:r>
          </a:p>
        </p:txBody>
      </p:sp>
      <p:sp>
        <p:nvSpPr>
          <p:cNvPr id="10" name="TextBox 9">
            <a:extLst>
              <a:ext uri="{FF2B5EF4-FFF2-40B4-BE49-F238E27FC236}">
                <a16:creationId xmlns:a16="http://schemas.microsoft.com/office/drawing/2014/main" id="{D9E4E802-9866-B132-FD06-082E25A0116B}"/>
              </a:ext>
            </a:extLst>
          </p:cNvPr>
          <p:cNvSpPr txBox="1"/>
          <p:nvPr/>
        </p:nvSpPr>
        <p:spPr>
          <a:xfrm>
            <a:off x="4953624" y="5446355"/>
            <a:ext cx="1555750" cy="646331"/>
          </a:xfrm>
          <a:prstGeom prst="rect">
            <a:avLst/>
          </a:prstGeom>
          <a:noFill/>
        </p:spPr>
        <p:txBody>
          <a:bodyPr wrap="square" rtlCol="0">
            <a:spAutoFit/>
          </a:bodyPr>
          <a:lstStyle/>
          <a:p>
            <a:r>
              <a:rPr lang="en-US" dirty="0"/>
              <a:t>Magnetic field Vectors </a:t>
            </a:r>
          </a:p>
        </p:txBody>
      </p:sp>
      <p:cxnSp>
        <p:nvCxnSpPr>
          <p:cNvPr id="11" name="Straight Connector 10">
            <a:extLst>
              <a:ext uri="{FF2B5EF4-FFF2-40B4-BE49-F238E27FC236}">
                <a16:creationId xmlns:a16="http://schemas.microsoft.com/office/drawing/2014/main" id="{A5CD7B71-D86A-CE22-5C87-5129DBCEF125}"/>
              </a:ext>
            </a:extLst>
          </p:cNvPr>
          <p:cNvCxnSpPr>
            <a:cxnSpLocks/>
          </p:cNvCxnSpPr>
          <p:nvPr/>
        </p:nvCxnSpPr>
        <p:spPr>
          <a:xfrm flipV="1">
            <a:off x="5476461" y="4701505"/>
            <a:ext cx="0" cy="720137"/>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148962"/>
      </p:ext>
    </p:extLst>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7D120-088C-CF50-8736-07D1F5A98EE2}"/>
              </a:ext>
            </a:extLst>
          </p:cNvPr>
          <p:cNvSpPr>
            <a:spLocks noGrp="1"/>
          </p:cNvSpPr>
          <p:nvPr>
            <p:ph type="title"/>
          </p:nvPr>
        </p:nvSpPr>
        <p:spPr/>
        <p:txBody>
          <a:bodyPr/>
          <a:lstStyle/>
          <a:p>
            <a:r>
              <a:rPr lang="en-US" dirty="0"/>
              <a:t>Solar Wind Magnetic Noise</a:t>
            </a:r>
          </a:p>
        </p:txBody>
      </p:sp>
      <p:sp>
        <p:nvSpPr>
          <p:cNvPr id="3" name="Content Placeholder 2">
            <a:extLst>
              <a:ext uri="{FF2B5EF4-FFF2-40B4-BE49-F238E27FC236}">
                <a16:creationId xmlns:a16="http://schemas.microsoft.com/office/drawing/2014/main" id="{C0E2311B-713D-D552-9BA3-8FE6AC7A809C}"/>
              </a:ext>
            </a:extLst>
          </p:cNvPr>
          <p:cNvSpPr>
            <a:spLocks noGrp="1"/>
          </p:cNvSpPr>
          <p:nvPr>
            <p:ph idx="1"/>
          </p:nvPr>
        </p:nvSpPr>
        <p:spPr>
          <a:xfrm>
            <a:off x="211874" y="1270725"/>
            <a:ext cx="6092673" cy="5015570"/>
          </a:xfrm>
        </p:spPr>
        <p:txBody>
          <a:bodyPr>
            <a:normAutofit/>
          </a:bodyPr>
          <a:lstStyle/>
          <a:p>
            <a:r>
              <a:rPr lang="en-US" b="1" dirty="0"/>
              <a:t>Issue:</a:t>
            </a:r>
            <a:r>
              <a:rPr lang="en-US" dirty="0"/>
              <a:t> Solar Wind May Overwhelm Signals</a:t>
            </a:r>
          </a:p>
          <a:p>
            <a:pPr lvl="1"/>
            <a:r>
              <a:rPr lang="en-US" dirty="0"/>
              <a:t>Solar Wind is a source of magnetic noise varying up to 100 nT level near earth</a:t>
            </a:r>
          </a:p>
          <a:p>
            <a:pPr lvl="1"/>
            <a:r>
              <a:rPr lang="en-US" dirty="0"/>
              <a:t>nT magnetic fluctuations dominate signals we want to detect</a:t>
            </a:r>
          </a:p>
          <a:p>
            <a:pPr lvl="1"/>
            <a:r>
              <a:rPr lang="en-US" dirty="0"/>
              <a:t>Want to detect pT or smaller signals from small scall planetary  features</a:t>
            </a:r>
          </a:p>
          <a:p>
            <a:r>
              <a:rPr lang="en-US" dirty="0"/>
              <a:t>About the solar wind:</a:t>
            </a:r>
          </a:p>
          <a:p>
            <a:pPr lvl="1"/>
            <a:r>
              <a:rPr lang="en-US" dirty="0"/>
              <a:t>Though the magnetic field varies a lot over time, it is fairly uniform on meter to kilometer scales</a:t>
            </a:r>
          </a:p>
          <a:p>
            <a:r>
              <a:rPr lang="en-US" b="1" dirty="0"/>
              <a:t>Solution: </a:t>
            </a:r>
            <a:r>
              <a:rPr lang="en-US" dirty="0"/>
              <a:t>use a gradiometer configuration to effectively null out solar wind</a:t>
            </a:r>
          </a:p>
          <a:p>
            <a:pPr lvl="1"/>
            <a:r>
              <a:rPr lang="en-US" dirty="0"/>
              <a:t>Local magnet sources have a significant gradient on this scale</a:t>
            </a:r>
          </a:p>
          <a:p>
            <a:endParaRPr lang="en-US" dirty="0"/>
          </a:p>
          <a:p>
            <a:pPr lvl="1"/>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AFEA19E3-2282-F4C4-7A6A-0BB87C6CDD57}"/>
              </a:ext>
            </a:extLst>
          </p:cNvPr>
          <p:cNvSpPr>
            <a:spLocks noGrp="1"/>
          </p:cNvSpPr>
          <p:nvPr>
            <p:ph type="sldNum" sz="quarter" idx="4"/>
          </p:nvPr>
        </p:nvSpPr>
        <p:spPr/>
        <p:txBody>
          <a:bodyPr/>
          <a:lstStyle/>
          <a:p>
            <a:fld id="{4A6E37D3-C5B8-47CF-A969-131D6B6A5E01}" type="slidenum">
              <a:rPr lang="en-US" smtClean="0"/>
              <a:t>10</a:t>
            </a:fld>
            <a:endParaRPr lang="en-US" dirty="0"/>
          </a:p>
        </p:txBody>
      </p:sp>
      <p:pic>
        <p:nvPicPr>
          <p:cNvPr id="6" name="Picture 5">
            <a:extLst>
              <a:ext uri="{FF2B5EF4-FFF2-40B4-BE49-F238E27FC236}">
                <a16:creationId xmlns:a16="http://schemas.microsoft.com/office/drawing/2014/main" id="{446862FE-B8B7-3299-63D1-3962AB0627BC}"/>
              </a:ext>
            </a:extLst>
          </p:cNvPr>
          <p:cNvPicPr>
            <a:picLocks noChangeAspect="1"/>
          </p:cNvPicPr>
          <p:nvPr/>
        </p:nvPicPr>
        <p:blipFill>
          <a:blip r:embed="rId2"/>
          <a:stretch>
            <a:fillRect/>
          </a:stretch>
        </p:blipFill>
        <p:spPr>
          <a:xfrm>
            <a:off x="7004806" y="1166612"/>
            <a:ext cx="3973831" cy="2262388"/>
          </a:xfrm>
          <a:prstGeom prst="rect">
            <a:avLst/>
          </a:prstGeom>
        </p:spPr>
      </p:pic>
      <p:pic>
        <p:nvPicPr>
          <p:cNvPr id="9" name="Content Placeholder 5">
            <a:extLst>
              <a:ext uri="{FF2B5EF4-FFF2-40B4-BE49-F238E27FC236}">
                <a16:creationId xmlns:a16="http://schemas.microsoft.com/office/drawing/2014/main" id="{33D0F26E-D148-EF3D-3533-71AD847A8067}"/>
              </a:ext>
            </a:extLst>
          </p:cNvPr>
          <p:cNvPicPr>
            <a:picLocks noChangeAspect="1"/>
          </p:cNvPicPr>
          <p:nvPr/>
        </p:nvPicPr>
        <p:blipFill>
          <a:blip r:embed="rId3"/>
          <a:stretch>
            <a:fillRect/>
          </a:stretch>
        </p:blipFill>
        <p:spPr>
          <a:xfrm rot="937154">
            <a:off x="9316076" y="3575862"/>
            <a:ext cx="2249316" cy="2691321"/>
          </a:xfrm>
          <a:prstGeom prst="rect">
            <a:avLst/>
          </a:prstGeom>
          <a:solidFill>
            <a:schemeClr val="tx1"/>
          </a:solidFill>
        </p:spPr>
      </p:pic>
    </p:spTree>
    <p:extLst>
      <p:ext uri="{BB962C8B-B14F-4D97-AF65-F5344CB8AC3E}">
        <p14:creationId xmlns:p14="http://schemas.microsoft.com/office/powerpoint/2010/main" val="2838111579"/>
      </p:ext>
    </p:extLst>
  </p:cSld>
  <p:clrMapOvr>
    <a:masterClrMapping/>
  </p:clrMapOvr>
  <p:transition spd="slow">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 line chart&#10;&#10;AI-generated content may be incorrect.">
            <a:extLst>
              <a:ext uri="{FF2B5EF4-FFF2-40B4-BE49-F238E27FC236}">
                <a16:creationId xmlns:a16="http://schemas.microsoft.com/office/drawing/2014/main" id="{9756AA3C-697F-35DE-D1C7-24500735C03C}"/>
              </a:ext>
            </a:extLst>
          </p:cNvPr>
          <p:cNvPicPr>
            <a:picLocks noChangeAspect="1"/>
          </p:cNvPicPr>
          <p:nvPr/>
        </p:nvPicPr>
        <p:blipFill>
          <a:blip r:embed="rId2"/>
          <a:stretch>
            <a:fillRect/>
          </a:stretch>
        </p:blipFill>
        <p:spPr>
          <a:xfrm>
            <a:off x="4576994" y="1834706"/>
            <a:ext cx="2718579" cy="2058366"/>
          </a:xfrm>
          <a:prstGeom prst="rect">
            <a:avLst/>
          </a:prstGeom>
        </p:spPr>
      </p:pic>
      <p:sp>
        <p:nvSpPr>
          <p:cNvPr id="1031" name="Content Placeholder 1">
            <a:extLst>
              <a:ext uri="{FF2B5EF4-FFF2-40B4-BE49-F238E27FC236}">
                <a16:creationId xmlns:a16="http://schemas.microsoft.com/office/drawing/2014/main" id="{05316118-C226-C576-250D-F938CAA0A7AE}"/>
              </a:ext>
            </a:extLst>
          </p:cNvPr>
          <p:cNvSpPr>
            <a:spLocks noGrp="1"/>
          </p:cNvSpPr>
          <p:nvPr>
            <p:ph sz="half" idx="1"/>
          </p:nvPr>
        </p:nvSpPr>
        <p:spPr>
          <a:xfrm>
            <a:off x="328324" y="1457497"/>
            <a:ext cx="3941872" cy="5019103"/>
          </a:xfrm>
        </p:spPr>
        <p:txBody>
          <a:bodyPr>
            <a:normAutofit/>
          </a:bodyPr>
          <a:lstStyle/>
          <a:p>
            <a:r>
              <a:rPr lang="en-US" dirty="0"/>
              <a:t>Gradiometer removes long wavelength, low frequency magnetic signals from solar wind</a:t>
            </a:r>
          </a:p>
          <a:p>
            <a:r>
              <a:rPr lang="en-US" dirty="0"/>
              <a:t>Removes long term correlations in the solar wind noise</a:t>
            </a:r>
          </a:p>
          <a:p>
            <a:r>
              <a:rPr lang="en-US" dirty="0"/>
              <a:t>Preserves signals from nearby magnetic sources</a:t>
            </a:r>
          </a:p>
          <a:p>
            <a:pPr lvl="1"/>
            <a:r>
              <a:rPr lang="en-US" dirty="0"/>
              <a:t>These have much steeper gradients</a:t>
            </a:r>
          </a:p>
          <a:p>
            <a:r>
              <a:rPr lang="en-US" dirty="0"/>
              <a:t>Modeling predicts noise filtered to ~ 1 ft/m </a:t>
            </a:r>
          </a:p>
          <a:p>
            <a:pPr lvl="1"/>
            <a:r>
              <a:rPr lang="en-US" dirty="0"/>
              <a:t>Easily sufficient to measure planetary magnetic gradients</a:t>
            </a:r>
          </a:p>
        </p:txBody>
      </p:sp>
      <p:sp>
        <p:nvSpPr>
          <p:cNvPr id="4" name="Slide Number Placeholder 3">
            <a:extLst>
              <a:ext uri="{FF2B5EF4-FFF2-40B4-BE49-F238E27FC236}">
                <a16:creationId xmlns:a16="http://schemas.microsoft.com/office/drawing/2014/main" id="{FD43EC81-C26D-7111-DCE5-1BB2F8576765}"/>
              </a:ext>
            </a:extLst>
          </p:cNvPr>
          <p:cNvSpPr>
            <a:spLocks noGrp="1"/>
          </p:cNvSpPr>
          <p:nvPr>
            <p:ph type="sldNum" sz="quarter" idx="4"/>
          </p:nvPr>
        </p:nvSpPr>
        <p:spPr>
          <a:xfrm>
            <a:off x="11216729" y="6408702"/>
            <a:ext cx="838200" cy="365125"/>
          </a:xfrm>
        </p:spPr>
        <p:txBody>
          <a:bodyPr anchor="ctr">
            <a:normAutofit/>
          </a:bodyPr>
          <a:lstStyle/>
          <a:p>
            <a:pPr>
              <a:spcAft>
                <a:spcPts val="600"/>
              </a:spcAft>
            </a:pPr>
            <a:fld id="{4A6E37D3-C5B8-47CF-A969-131D6B6A5E01}" type="slidenum">
              <a:rPr lang="en-US" smtClean="0"/>
              <a:pPr>
                <a:spcAft>
                  <a:spcPts val="600"/>
                </a:spcAft>
              </a:pPr>
              <a:t>11</a:t>
            </a:fld>
            <a:endParaRPr lang="en-US" dirty="0"/>
          </a:p>
        </p:txBody>
      </p:sp>
      <p:sp>
        <p:nvSpPr>
          <p:cNvPr id="1033" name="Title 4">
            <a:extLst>
              <a:ext uri="{FF2B5EF4-FFF2-40B4-BE49-F238E27FC236}">
                <a16:creationId xmlns:a16="http://schemas.microsoft.com/office/drawing/2014/main" id="{19CAD7F6-94BA-B504-40EE-C84F23779F91}"/>
              </a:ext>
            </a:extLst>
          </p:cNvPr>
          <p:cNvSpPr>
            <a:spLocks noGrp="1"/>
          </p:cNvSpPr>
          <p:nvPr>
            <p:ph type="title"/>
          </p:nvPr>
        </p:nvSpPr>
        <p:spPr>
          <a:xfrm>
            <a:off x="1494263" y="163108"/>
            <a:ext cx="10583333" cy="862804"/>
          </a:xfrm>
        </p:spPr>
        <p:txBody>
          <a:bodyPr/>
          <a:lstStyle/>
          <a:p>
            <a:r>
              <a:rPr lang="en-US" dirty="0"/>
              <a:t>Filtering by Gradiometer</a:t>
            </a:r>
          </a:p>
        </p:txBody>
      </p:sp>
      <p:pic>
        <p:nvPicPr>
          <p:cNvPr id="8" name="Picture 7" descr="Chart&#10;&#10;AI-generated content may be incorrect.">
            <a:extLst>
              <a:ext uri="{FF2B5EF4-FFF2-40B4-BE49-F238E27FC236}">
                <a16:creationId xmlns:a16="http://schemas.microsoft.com/office/drawing/2014/main" id="{17C2E4FE-D912-BE8C-6D3A-0ED6BD78991C}"/>
              </a:ext>
            </a:extLst>
          </p:cNvPr>
          <p:cNvPicPr>
            <a:picLocks noChangeAspect="1"/>
          </p:cNvPicPr>
          <p:nvPr/>
        </p:nvPicPr>
        <p:blipFill>
          <a:blip r:embed="rId3"/>
          <a:stretch>
            <a:fillRect/>
          </a:stretch>
        </p:blipFill>
        <p:spPr>
          <a:xfrm>
            <a:off x="4381934" y="4042841"/>
            <a:ext cx="3108701" cy="2229917"/>
          </a:xfrm>
          <a:prstGeom prst="rect">
            <a:avLst/>
          </a:prstGeom>
        </p:spPr>
      </p:pic>
      <p:pic>
        <p:nvPicPr>
          <p:cNvPr id="10" name="Picture 9" descr="Chart, histogram&#10;&#10;AI-generated content may be incorrect.">
            <a:extLst>
              <a:ext uri="{FF2B5EF4-FFF2-40B4-BE49-F238E27FC236}">
                <a16:creationId xmlns:a16="http://schemas.microsoft.com/office/drawing/2014/main" id="{F6E5253B-0FBA-F023-A1C4-6A4F6F666A9C}"/>
              </a:ext>
            </a:extLst>
          </p:cNvPr>
          <p:cNvPicPr>
            <a:picLocks noChangeAspect="1"/>
          </p:cNvPicPr>
          <p:nvPr/>
        </p:nvPicPr>
        <p:blipFill>
          <a:blip r:embed="rId4"/>
          <a:stretch>
            <a:fillRect/>
          </a:stretch>
        </p:blipFill>
        <p:spPr>
          <a:xfrm>
            <a:off x="8203767" y="3967049"/>
            <a:ext cx="3425279" cy="2305709"/>
          </a:xfrm>
          <a:prstGeom prst="rect">
            <a:avLst/>
          </a:prstGeom>
        </p:spPr>
      </p:pic>
      <p:sp>
        <p:nvSpPr>
          <p:cNvPr id="11" name="Arrow: Right 10">
            <a:extLst>
              <a:ext uri="{FF2B5EF4-FFF2-40B4-BE49-F238E27FC236}">
                <a16:creationId xmlns:a16="http://schemas.microsoft.com/office/drawing/2014/main" id="{4082E71C-7891-C8F8-BCE6-A3E8A1A9931F}"/>
              </a:ext>
            </a:extLst>
          </p:cNvPr>
          <p:cNvSpPr/>
          <p:nvPr/>
        </p:nvSpPr>
        <p:spPr>
          <a:xfrm>
            <a:off x="7812715" y="2258140"/>
            <a:ext cx="301529" cy="431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Arrow: Right 11">
            <a:extLst>
              <a:ext uri="{FF2B5EF4-FFF2-40B4-BE49-F238E27FC236}">
                <a16:creationId xmlns:a16="http://schemas.microsoft.com/office/drawing/2014/main" id="{1092CE3B-710B-9CC4-E112-23936F1D52A1}"/>
              </a:ext>
            </a:extLst>
          </p:cNvPr>
          <p:cNvSpPr/>
          <p:nvPr/>
        </p:nvSpPr>
        <p:spPr>
          <a:xfrm>
            <a:off x="7810067" y="4785769"/>
            <a:ext cx="393700" cy="3720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ight Brace 12">
            <a:extLst>
              <a:ext uri="{FF2B5EF4-FFF2-40B4-BE49-F238E27FC236}">
                <a16:creationId xmlns:a16="http://schemas.microsoft.com/office/drawing/2014/main" id="{BFD07ECD-DB39-6091-1EBE-88EB7EABAEAA}"/>
              </a:ext>
            </a:extLst>
          </p:cNvPr>
          <p:cNvSpPr/>
          <p:nvPr/>
        </p:nvSpPr>
        <p:spPr>
          <a:xfrm rot="5400000">
            <a:off x="5203213" y="2384042"/>
            <a:ext cx="547078" cy="1043597"/>
          </a:xfrm>
          <a:prstGeom prst="rightBrace">
            <a:avLst>
              <a:gd name="adj1" fmla="val 8333"/>
              <a:gd name="adj2" fmla="val 5239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D571F170-C1D9-6900-44EE-D0A739DADC99}"/>
              </a:ext>
            </a:extLst>
          </p:cNvPr>
          <p:cNvSpPr txBox="1"/>
          <p:nvPr/>
        </p:nvSpPr>
        <p:spPr>
          <a:xfrm>
            <a:off x="4970399" y="3144483"/>
            <a:ext cx="1028038" cy="369332"/>
          </a:xfrm>
          <a:prstGeom prst="rect">
            <a:avLst/>
          </a:prstGeom>
          <a:noFill/>
        </p:spPr>
        <p:txBody>
          <a:bodyPr wrap="none" rtlCol="0">
            <a:spAutoFit/>
          </a:bodyPr>
          <a:lstStyle/>
          <a:p>
            <a:r>
              <a:rPr lang="en-US" dirty="0"/>
              <a:t>Suppress</a:t>
            </a:r>
          </a:p>
        </p:txBody>
      </p:sp>
      <p:sp>
        <p:nvSpPr>
          <p:cNvPr id="9" name="TextBox 8">
            <a:extLst>
              <a:ext uri="{FF2B5EF4-FFF2-40B4-BE49-F238E27FC236}">
                <a16:creationId xmlns:a16="http://schemas.microsoft.com/office/drawing/2014/main" id="{C246CC13-5D25-01C4-8EE9-AE12E3FEB4C8}"/>
              </a:ext>
            </a:extLst>
          </p:cNvPr>
          <p:cNvSpPr txBox="1"/>
          <p:nvPr/>
        </p:nvSpPr>
        <p:spPr>
          <a:xfrm>
            <a:off x="4861169" y="1266092"/>
            <a:ext cx="2328985" cy="369332"/>
          </a:xfrm>
          <a:prstGeom prst="rect">
            <a:avLst/>
          </a:prstGeom>
          <a:noFill/>
        </p:spPr>
        <p:txBody>
          <a:bodyPr wrap="square" rtlCol="0">
            <a:spAutoFit/>
          </a:bodyPr>
          <a:lstStyle/>
          <a:p>
            <a:r>
              <a:rPr lang="en-US" dirty="0"/>
              <a:t>Raw Solar Wind Noise</a:t>
            </a:r>
          </a:p>
        </p:txBody>
      </p:sp>
      <p:cxnSp>
        <p:nvCxnSpPr>
          <p:cNvPr id="15" name="Straight Connector 14">
            <a:extLst>
              <a:ext uri="{FF2B5EF4-FFF2-40B4-BE49-F238E27FC236}">
                <a16:creationId xmlns:a16="http://schemas.microsoft.com/office/drawing/2014/main" id="{26A101F0-DD0A-3417-9D90-DEA192289ED9}"/>
              </a:ext>
            </a:extLst>
          </p:cNvPr>
          <p:cNvCxnSpPr/>
          <p:nvPr/>
        </p:nvCxnSpPr>
        <p:spPr>
          <a:xfrm>
            <a:off x="7909170" y="1822019"/>
            <a:ext cx="0" cy="3898843"/>
          </a:xfrm>
          <a:prstGeom prst="line">
            <a:avLst/>
          </a:prstGeom>
          <a:ln w="19050">
            <a:prstDash val="lgDash"/>
          </a:ln>
        </p:spPr>
        <p:style>
          <a:lnRef idx="1">
            <a:schemeClr val="accent1"/>
          </a:lnRef>
          <a:fillRef idx="0">
            <a:schemeClr val="accent1"/>
          </a:fillRef>
          <a:effectRef idx="0">
            <a:schemeClr val="accent1"/>
          </a:effectRef>
          <a:fontRef idx="minor">
            <a:schemeClr val="tx1"/>
          </a:fontRef>
        </p:style>
      </p:cxnSp>
      <p:pic>
        <p:nvPicPr>
          <p:cNvPr id="17" name="Picture 16" descr="Chart, histogram&#10;&#10;AI-generated content may be incorrect.">
            <a:extLst>
              <a:ext uri="{FF2B5EF4-FFF2-40B4-BE49-F238E27FC236}">
                <a16:creationId xmlns:a16="http://schemas.microsoft.com/office/drawing/2014/main" id="{096DCBD4-217B-DBB2-B073-773B37C47D73}"/>
              </a:ext>
            </a:extLst>
          </p:cNvPr>
          <p:cNvPicPr>
            <a:picLocks noChangeAspect="1"/>
          </p:cNvPicPr>
          <p:nvPr/>
        </p:nvPicPr>
        <p:blipFill>
          <a:blip r:embed="rId5"/>
          <a:stretch>
            <a:fillRect/>
          </a:stretch>
        </p:blipFill>
        <p:spPr>
          <a:xfrm>
            <a:off x="8203767" y="1822019"/>
            <a:ext cx="3106511" cy="1986591"/>
          </a:xfrm>
          <a:prstGeom prst="rect">
            <a:avLst/>
          </a:prstGeom>
        </p:spPr>
      </p:pic>
      <p:sp>
        <p:nvSpPr>
          <p:cNvPr id="18" name="TextBox 17">
            <a:extLst>
              <a:ext uri="{FF2B5EF4-FFF2-40B4-BE49-F238E27FC236}">
                <a16:creationId xmlns:a16="http://schemas.microsoft.com/office/drawing/2014/main" id="{4C07C16E-FC93-6237-8019-CF62E73DD20E}"/>
              </a:ext>
            </a:extLst>
          </p:cNvPr>
          <p:cNvSpPr txBox="1"/>
          <p:nvPr/>
        </p:nvSpPr>
        <p:spPr>
          <a:xfrm>
            <a:off x="8754883" y="1266092"/>
            <a:ext cx="2717130" cy="369332"/>
          </a:xfrm>
          <a:prstGeom prst="rect">
            <a:avLst/>
          </a:prstGeom>
          <a:noFill/>
        </p:spPr>
        <p:txBody>
          <a:bodyPr wrap="square" rtlCol="0">
            <a:spAutoFit/>
          </a:bodyPr>
          <a:lstStyle/>
          <a:p>
            <a:r>
              <a:rPr lang="en-US" dirty="0"/>
              <a:t>Filtered Solar Wind Noise</a:t>
            </a:r>
          </a:p>
        </p:txBody>
      </p:sp>
    </p:spTree>
    <p:extLst>
      <p:ext uri="{BB962C8B-B14F-4D97-AF65-F5344CB8AC3E}">
        <p14:creationId xmlns:p14="http://schemas.microsoft.com/office/powerpoint/2010/main" val="2046743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5693D-0CA4-F33C-CE21-5EE85B182956}"/>
              </a:ext>
            </a:extLst>
          </p:cNvPr>
          <p:cNvSpPr>
            <a:spLocks noGrp="1"/>
          </p:cNvSpPr>
          <p:nvPr>
            <p:ph type="title"/>
          </p:nvPr>
        </p:nvSpPr>
        <p:spPr/>
        <p:txBody>
          <a:bodyPr/>
          <a:lstStyle/>
          <a:p>
            <a:r>
              <a:rPr lang="en-US" dirty="0"/>
              <a:t>Modeling of Gradients</a:t>
            </a:r>
          </a:p>
        </p:txBody>
      </p:sp>
      <p:sp>
        <p:nvSpPr>
          <p:cNvPr id="3" name="Text Placeholder 2">
            <a:extLst>
              <a:ext uri="{FF2B5EF4-FFF2-40B4-BE49-F238E27FC236}">
                <a16:creationId xmlns:a16="http://schemas.microsoft.com/office/drawing/2014/main" id="{BC5A4369-9E13-2D95-26E0-D27AE8C7DF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EF0297-2582-E90D-8222-260048BAA1F9}"/>
              </a:ext>
            </a:extLst>
          </p:cNvPr>
          <p:cNvSpPr>
            <a:spLocks noGrp="1"/>
          </p:cNvSpPr>
          <p:nvPr>
            <p:ph type="sldNum" sz="quarter" idx="4"/>
          </p:nvPr>
        </p:nvSpPr>
        <p:spPr/>
        <p:txBody>
          <a:bodyPr/>
          <a:lstStyle/>
          <a:p>
            <a:fld id="{4A6E37D3-C5B8-47CF-A969-131D6B6A5E01}" type="slidenum">
              <a:rPr lang="en-US" smtClean="0"/>
              <a:t>12</a:t>
            </a:fld>
            <a:endParaRPr lang="en-US" dirty="0"/>
          </a:p>
        </p:txBody>
      </p:sp>
    </p:spTree>
    <p:extLst>
      <p:ext uri="{BB962C8B-B14F-4D97-AF65-F5344CB8AC3E}">
        <p14:creationId xmlns:p14="http://schemas.microsoft.com/office/powerpoint/2010/main" val="4118765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02472-A2C8-43C7-C8EE-E533C53048FA}"/>
              </a:ext>
            </a:extLst>
          </p:cNvPr>
          <p:cNvSpPr>
            <a:spLocks noGrp="1"/>
          </p:cNvSpPr>
          <p:nvPr>
            <p:ph type="title"/>
          </p:nvPr>
        </p:nvSpPr>
        <p:spPr/>
        <p:txBody>
          <a:bodyPr/>
          <a:lstStyle/>
          <a:p>
            <a:r>
              <a:rPr lang="en-US" dirty="0"/>
              <a:t>Magnetic Field Model</a:t>
            </a:r>
          </a:p>
        </p:txBody>
      </p:sp>
      <p:sp>
        <p:nvSpPr>
          <p:cNvPr id="3" name="Content Placeholder 2">
            <a:extLst>
              <a:ext uri="{FF2B5EF4-FFF2-40B4-BE49-F238E27FC236}">
                <a16:creationId xmlns:a16="http://schemas.microsoft.com/office/drawing/2014/main" id="{37990E9F-7D70-657A-5C3A-6FB64061253B}"/>
              </a:ext>
            </a:extLst>
          </p:cNvPr>
          <p:cNvSpPr>
            <a:spLocks noGrp="1"/>
          </p:cNvSpPr>
          <p:nvPr>
            <p:ph idx="1"/>
          </p:nvPr>
        </p:nvSpPr>
        <p:spPr>
          <a:xfrm>
            <a:off x="211874" y="1270725"/>
            <a:ext cx="6499094" cy="5015570"/>
          </a:xfrm>
        </p:spPr>
        <p:txBody>
          <a:bodyPr>
            <a:normAutofit/>
          </a:bodyPr>
          <a:lstStyle/>
          <a:p>
            <a:r>
              <a:rPr lang="en-US" dirty="0"/>
              <a:t>Model magnetic field gradients to verify implementation is practical</a:t>
            </a:r>
          </a:p>
          <a:p>
            <a:r>
              <a:rPr lang="en-US" dirty="0"/>
              <a:t>Conductivity is modeled as a thin shell</a:t>
            </a:r>
          </a:p>
          <a:p>
            <a:r>
              <a:rPr lang="en-US" dirty="0"/>
              <a:t>Ambient oscillating magnetic field from Jupiter</a:t>
            </a:r>
          </a:p>
          <a:p>
            <a:r>
              <a:rPr lang="en-US" dirty="0"/>
              <a:t>Faraday’s law: magnetitic fields normal to the surface induce toroidal currents on the sphere</a:t>
            </a:r>
          </a:p>
          <a:p>
            <a:pPr lvl="1"/>
            <a:r>
              <a:rPr lang="en-US" dirty="0"/>
              <a:t>Toroidal = no divergence, has curl</a:t>
            </a:r>
          </a:p>
          <a:p>
            <a:r>
              <a:rPr lang="en-US" dirty="0"/>
              <a:t>Current produces emitted fields</a:t>
            </a:r>
          </a:p>
          <a:p>
            <a:r>
              <a:rPr lang="en-US" dirty="0"/>
              <a:t>Self consistently solve for currents and emitted fields to satisfy Faraday’s Law</a:t>
            </a:r>
          </a:p>
          <a:p>
            <a:pPr lvl="1"/>
            <a:r>
              <a:rPr lang="en-US" dirty="0"/>
              <a:t>Automatically includes magnetic field inductance</a:t>
            </a:r>
          </a:p>
          <a:p>
            <a:endParaRPr lang="en-US" dirty="0"/>
          </a:p>
          <a:p>
            <a:endParaRPr lang="en-US" dirty="0"/>
          </a:p>
        </p:txBody>
      </p:sp>
      <p:sp>
        <p:nvSpPr>
          <p:cNvPr id="4" name="Slide Number Placeholder 3">
            <a:extLst>
              <a:ext uri="{FF2B5EF4-FFF2-40B4-BE49-F238E27FC236}">
                <a16:creationId xmlns:a16="http://schemas.microsoft.com/office/drawing/2014/main" id="{A787C2EE-AADC-7908-5D9D-B2E9CCAB67A3}"/>
              </a:ext>
            </a:extLst>
          </p:cNvPr>
          <p:cNvSpPr>
            <a:spLocks noGrp="1"/>
          </p:cNvSpPr>
          <p:nvPr>
            <p:ph type="sldNum" sz="quarter" idx="4"/>
          </p:nvPr>
        </p:nvSpPr>
        <p:spPr/>
        <p:txBody>
          <a:bodyPr/>
          <a:lstStyle/>
          <a:p>
            <a:fld id="{4A6E37D3-C5B8-47CF-A969-131D6B6A5E01}" type="slidenum">
              <a:rPr lang="en-US" smtClean="0"/>
              <a:t>13</a:t>
            </a:fld>
            <a:endParaRPr lang="en-US" dirty="0"/>
          </a:p>
        </p:txBody>
      </p:sp>
      <p:pic>
        <p:nvPicPr>
          <p:cNvPr id="6" name="Picture 5" descr="Chart, surface chart&#10;&#10;AI-generated content may be incorrect.">
            <a:extLst>
              <a:ext uri="{FF2B5EF4-FFF2-40B4-BE49-F238E27FC236}">
                <a16:creationId xmlns:a16="http://schemas.microsoft.com/office/drawing/2014/main" id="{3A048BCC-492E-E99D-6B99-10AF860F6885}"/>
              </a:ext>
            </a:extLst>
          </p:cNvPr>
          <p:cNvPicPr>
            <a:picLocks noChangeAspect="1"/>
          </p:cNvPicPr>
          <p:nvPr/>
        </p:nvPicPr>
        <p:blipFill>
          <a:blip r:embed="rId2"/>
          <a:srcRect l="291" r="36246" b="180"/>
          <a:stretch>
            <a:fillRect/>
          </a:stretch>
        </p:blipFill>
        <p:spPr>
          <a:xfrm>
            <a:off x="7594456" y="1590472"/>
            <a:ext cx="4184794" cy="4367694"/>
          </a:xfrm>
          <a:prstGeom prst="rect">
            <a:avLst/>
          </a:prstGeom>
        </p:spPr>
      </p:pic>
      <p:sp>
        <p:nvSpPr>
          <p:cNvPr id="7" name="TextBox 6">
            <a:extLst>
              <a:ext uri="{FF2B5EF4-FFF2-40B4-BE49-F238E27FC236}">
                <a16:creationId xmlns:a16="http://schemas.microsoft.com/office/drawing/2014/main" id="{6AFBA2DD-1719-BD4C-39CE-B0DF8212EDBD}"/>
              </a:ext>
            </a:extLst>
          </p:cNvPr>
          <p:cNvSpPr txBox="1"/>
          <p:nvPr/>
        </p:nvSpPr>
        <p:spPr>
          <a:xfrm>
            <a:off x="7094391" y="1296358"/>
            <a:ext cx="1422401" cy="923330"/>
          </a:xfrm>
          <a:prstGeom prst="rect">
            <a:avLst/>
          </a:prstGeom>
          <a:noFill/>
        </p:spPr>
        <p:txBody>
          <a:bodyPr wrap="square" rtlCol="0">
            <a:spAutoFit/>
          </a:bodyPr>
          <a:lstStyle/>
          <a:p>
            <a:r>
              <a:rPr lang="en-US" dirty="0"/>
              <a:t>Conductivity Features of Ocean (grey)</a:t>
            </a:r>
          </a:p>
        </p:txBody>
      </p:sp>
      <p:cxnSp>
        <p:nvCxnSpPr>
          <p:cNvPr id="8" name="Straight Connector 7">
            <a:extLst>
              <a:ext uri="{FF2B5EF4-FFF2-40B4-BE49-F238E27FC236}">
                <a16:creationId xmlns:a16="http://schemas.microsoft.com/office/drawing/2014/main" id="{D63C1E9A-1FF5-5B3A-02D9-5E9B1091A6DD}"/>
              </a:ext>
            </a:extLst>
          </p:cNvPr>
          <p:cNvCxnSpPr>
            <a:cxnSpLocks/>
          </p:cNvCxnSpPr>
          <p:nvPr/>
        </p:nvCxnSpPr>
        <p:spPr>
          <a:xfrm>
            <a:off x="7845011" y="2219688"/>
            <a:ext cx="1055204" cy="10204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97A0745F-8C6D-1A09-03A3-8656FBDF21F7}"/>
              </a:ext>
            </a:extLst>
          </p:cNvPr>
          <p:cNvCxnSpPr>
            <a:cxnSpLocks/>
          </p:cNvCxnSpPr>
          <p:nvPr/>
        </p:nvCxnSpPr>
        <p:spPr>
          <a:xfrm flipH="1">
            <a:off x="9942167" y="2179069"/>
            <a:ext cx="795131" cy="10610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7A0CB19-4F6E-2457-B150-A1120A9C67A6}"/>
              </a:ext>
            </a:extLst>
          </p:cNvPr>
          <p:cNvSpPr txBox="1"/>
          <p:nvPr/>
        </p:nvSpPr>
        <p:spPr>
          <a:xfrm>
            <a:off x="10214693" y="1120170"/>
            <a:ext cx="2635250" cy="923330"/>
          </a:xfrm>
          <a:prstGeom prst="rect">
            <a:avLst/>
          </a:prstGeom>
          <a:noFill/>
        </p:spPr>
        <p:txBody>
          <a:bodyPr wrap="square" rtlCol="0">
            <a:spAutoFit/>
          </a:bodyPr>
          <a:lstStyle/>
          <a:p>
            <a:r>
              <a:rPr lang="en-US" dirty="0"/>
              <a:t>Induced Magnetic Gradient Features</a:t>
            </a:r>
          </a:p>
          <a:p>
            <a:r>
              <a:rPr lang="en-US" dirty="0"/>
              <a:t>  (rainbow)</a:t>
            </a:r>
          </a:p>
        </p:txBody>
      </p:sp>
      <p:sp>
        <p:nvSpPr>
          <p:cNvPr id="11" name="TextBox 10">
            <a:extLst>
              <a:ext uri="{FF2B5EF4-FFF2-40B4-BE49-F238E27FC236}">
                <a16:creationId xmlns:a16="http://schemas.microsoft.com/office/drawing/2014/main" id="{9ADA3351-E079-2469-0EF2-E1524F23FC13}"/>
              </a:ext>
            </a:extLst>
          </p:cNvPr>
          <p:cNvSpPr txBox="1"/>
          <p:nvPr/>
        </p:nvSpPr>
        <p:spPr>
          <a:xfrm>
            <a:off x="7322174" y="5627696"/>
            <a:ext cx="1555750" cy="646331"/>
          </a:xfrm>
          <a:prstGeom prst="rect">
            <a:avLst/>
          </a:prstGeom>
          <a:noFill/>
        </p:spPr>
        <p:txBody>
          <a:bodyPr wrap="square" rtlCol="0">
            <a:spAutoFit/>
          </a:bodyPr>
          <a:lstStyle/>
          <a:p>
            <a:r>
              <a:rPr lang="en-US" dirty="0"/>
              <a:t>Magnetic field Vectors </a:t>
            </a:r>
          </a:p>
        </p:txBody>
      </p:sp>
      <p:cxnSp>
        <p:nvCxnSpPr>
          <p:cNvPr id="12" name="Straight Connector 11">
            <a:extLst>
              <a:ext uri="{FF2B5EF4-FFF2-40B4-BE49-F238E27FC236}">
                <a16:creationId xmlns:a16="http://schemas.microsoft.com/office/drawing/2014/main" id="{B4E9E409-F4D5-0DA6-DC0E-E0C47963691D}"/>
              </a:ext>
            </a:extLst>
          </p:cNvPr>
          <p:cNvCxnSpPr>
            <a:cxnSpLocks/>
          </p:cNvCxnSpPr>
          <p:nvPr/>
        </p:nvCxnSpPr>
        <p:spPr>
          <a:xfrm flipV="1">
            <a:off x="7845011" y="4835891"/>
            <a:ext cx="581439" cy="767092"/>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0005321"/>
      </p:ext>
    </p:extLst>
  </p:cSld>
  <p:clrMapOvr>
    <a:masterClrMapping/>
  </p:clrMapOvr>
  <p:transition spd="slow">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87C65-CDD8-1CF4-1B6B-5BB3C4F81CCF}"/>
              </a:ext>
            </a:extLst>
          </p:cNvPr>
          <p:cNvSpPr>
            <a:spLocks noGrp="1"/>
          </p:cNvSpPr>
          <p:nvPr>
            <p:ph type="title"/>
          </p:nvPr>
        </p:nvSpPr>
        <p:spPr/>
        <p:txBody>
          <a:bodyPr/>
          <a:lstStyle/>
          <a:p>
            <a:r>
              <a:rPr lang="en-US" dirty="0"/>
              <a:t>Approach to Modeling</a:t>
            </a:r>
          </a:p>
        </p:txBody>
      </p:sp>
      <p:sp>
        <p:nvSpPr>
          <p:cNvPr id="3" name="Content Placeholder 2">
            <a:extLst>
              <a:ext uri="{FF2B5EF4-FFF2-40B4-BE49-F238E27FC236}">
                <a16:creationId xmlns:a16="http://schemas.microsoft.com/office/drawing/2014/main" id="{DEC7483A-7D68-BAEC-7DE8-2EED2769E195}"/>
              </a:ext>
            </a:extLst>
          </p:cNvPr>
          <p:cNvSpPr>
            <a:spLocks noGrp="1"/>
          </p:cNvSpPr>
          <p:nvPr>
            <p:ph idx="1"/>
          </p:nvPr>
        </p:nvSpPr>
        <p:spPr>
          <a:xfrm>
            <a:off x="211874" y="1270725"/>
            <a:ext cx="7962862" cy="5015570"/>
          </a:xfrm>
        </p:spPr>
        <p:txBody>
          <a:bodyPr/>
          <a:lstStyle/>
          <a:p>
            <a:r>
              <a:rPr lang="en-US" dirty="0"/>
              <a:t>Spatial distributions of Magnetic fields, conductivity, electrical currents are decomposed into spherical harmonics </a:t>
            </a:r>
          </a:p>
          <a:p>
            <a:pPr lvl="1"/>
            <a:r>
              <a:rPr lang="en-US" dirty="0"/>
              <a:t>Avoids issues with boundary conditions, gridding volume</a:t>
            </a:r>
          </a:p>
          <a:p>
            <a:pPr lvl="1"/>
            <a:r>
              <a:rPr lang="en-US" dirty="0"/>
              <a:t>Only need to model surface of sphere</a:t>
            </a:r>
          </a:p>
          <a:p>
            <a:r>
              <a:rPr lang="en-US" dirty="0"/>
              <a:t>Fourier analysis is uses to compose Time dependence into different frequencies, represented as phasors</a:t>
            </a:r>
          </a:p>
          <a:p>
            <a:pPr lvl="1"/>
            <a:r>
              <a:rPr lang="en-US" dirty="0"/>
              <a:t>Spatial harmonics are encoded as phasors to represent time dependence</a:t>
            </a:r>
          </a:p>
          <a:p>
            <a:r>
              <a:rPr lang="en-US" dirty="0"/>
              <a:t> Modeled only toroidal currents on surface</a:t>
            </a:r>
          </a:p>
          <a:p>
            <a:pPr lvl="1"/>
            <a:r>
              <a:rPr lang="en-US" dirty="0"/>
              <a:t>Normal fields produce toroidal currents</a:t>
            </a:r>
          </a:p>
          <a:p>
            <a:r>
              <a:rPr lang="en-US" dirty="0"/>
              <a:t>Assuming poloidal currents are negligible</a:t>
            </a:r>
          </a:p>
          <a:p>
            <a:pPr lvl="1"/>
            <a:r>
              <a:rPr lang="en-US" dirty="0"/>
              <a:t>Poloidal = diverging currents, no curl</a:t>
            </a:r>
          </a:p>
          <a:p>
            <a:pPr lvl="1"/>
            <a:r>
              <a:rPr lang="en-US" dirty="0"/>
              <a:t>Poloidal current implies charging and capacitance on the surface</a:t>
            </a:r>
          </a:p>
          <a:p>
            <a:pPr lvl="1"/>
            <a:r>
              <a:rPr lang="en-US" dirty="0"/>
              <a:t>Perhaps variations in conductivity can cause some divergence, which is neglected </a:t>
            </a:r>
          </a:p>
          <a:p>
            <a:pPr lvl="1"/>
            <a:r>
              <a:rPr lang="en-US" dirty="0"/>
              <a:t>Plan to validate this assumption  </a:t>
            </a:r>
          </a:p>
        </p:txBody>
      </p:sp>
      <p:sp>
        <p:nvSpPr>
          <p:cNvPr id="4" name="Slide Number Placeholder 3">
            <a:extLst>
              <a:ext uri="{FF2B5EF4-FFF2-40B4-BE49-F238E27FC236}">
                <a16:creationId xmlns:a16="http://schemas.microsoft.com/office/drawing/2014/main" id="{D6805FDD-B3AC-3E95-7C9B-33613DE1B1CB}"/>
              </a:ext>
            </a:extLst>
          </p:cNvPr>
          <p:cNvSpPr>
            <a:spLocks noGrp="1"/>
          </p:cNvSpPr>
          <p:nvPr>
            <p:ph type="sldNum" sz="quarter" idx="4"/>
          </p:nvPr>
        </p:nvSpPr>
        <p:spPr/>
        <p:txBody>
          <a:bodyPr/>
          <a:lstStyle/>
          <a:p>
            <a:fld id="{4A6E37D3-C5B8-47CF-A969-131D6B6A5E01}" type="slidenum">
              <a:rPr lang="en-US" smtClean="0"/>
              <a:t>14</a:t>
            </a:fld>
            <a:endParaRPr lang="en-US" dirty="0"/>
          </a:p>
        </p:txBody>
      </p:sp>
      <p:pic>
        <p:nvPicPr>
          <p:cNvPr id="8" name="Picture 7" descr="Diagram, bubble chart&#10;&#10;AI-generated content may be incorrect.">
            <a:extLst>
              <a:ext uri="{FF2B5EF4-FFF2-40B4-BE49-F238E27FC236}">
                <a16:creationId xmlns:a16="http://schemas.microsoft.com/office/drawing/2014/main" id="{5E3C8594-BC5E-98F2-0142-4F1F0A302BB7}"/>
              </a:ext>
            </a:extLst>
          </p:cNvPr>
          <p:cNvPicPr>
            <a:picLocks noChangeAspect="1"/>
          </p:cNvPicPr>
          <p:nvPr/>
        </p:nvPicPr>
        <p:blipFill>
          <a:blip r:embed="rId2"/>
          <a:stretch>
            <a:fillRect/>
          </a:stretch>
        </p:blipFill>
        <p:spPr>
          <a:xfrm>
            <a:off x="8308258" y="1671498"/>
            <a:ext cx="3144935" cy="4394022"/>
          </a:xfrm>
          <a:prstGeom prst="rect">
            <a:avLst/>
          </a:prstGeom>
        </p:spPr>
      </p:pic>
      <p:sp>
        <p:nvSpPr>
          <p:cNvPr id="9" name="TextBox 8">
            <a:extLst>
              <a:ext uri="{FF2B5EF4-FFF2-40B4-BE49-F238E27FC236}">
                <a16:creationId xmlns:a16="http://schemas.microsoft.com/office/drawing/2014/main" id="{3761A616-D4E1-BF16-4CAF-5CCD9A7A17EA}"/>
              </a:ext>
            </a:extLst>
          </p:cNvPr>
          <p:cNvSpPr txBox="1"/>
          <p:nvPr/>
        </p:nvSpPr>
        <p:spPr>
          <a:xfrm>
            <a:off x="8760542" y="1278194"/>
            <a:ext cx="1986116" cy="646331"/>
          </a:xfrm>
          <a:prstGeom prst="rect">
            <a:avLst/>
          </a:prstGeom>
          <a:noFill/>
        </p:spPr>
        <p:txBody>
          <a:bodyPr wrap="square" rtlCol="0">
            <a:spAutoFit/>
          </a:bodyPr>
          <a:lstStyle/>
          <a:p>
            <a:r>
              <a:rPr lang="en-US" dirty="0"/>
              <a:t>Spherical Harmonics</a:t>
            </a:r>
          </a:p>
        </p:txBody>
      </p:sp>
    </p:spTree>
    <p:extLst>
      <p:ext uri="{BB962C8B-B14F-4D97-AF65-F5344CB8AC3E}">
        <p14:creationId xmlns:p14="http://schemas.microsoft.com/office/powerpoint/2010/main" val="2989803282"/>
      </p:ext>
    </p:extLst>
  </p:cSld>
  <p:clrMapOvr>
    <a:masterClrMapping/>
  </p:clrMapOvr>
  <p:transition spd="slow">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 schematic&#10;&#10;AI-generated content may be incorrect.">
            <a:extLst>
              <a:ext uri="{FF2B5EF4-FFF2-40B4-BE49-F238E27FC236}">
                <a16:creationId xmlns:a16="http://schemas.microsoft.com/office/drawing/2014/main" id="{49DD63A7-697F-F686-382E-6A73680D3F43}"/>
              </a:ext>
            </a:extLst>
          </p:cNvPr>
          <p:cNvPicPr>
            <a:picLocks noChangeAspect="1"/>
          </p:cNvPicPr>
          <p:nvPr/>
        </p:nvPicPr>
        <p:blipFill>
          <a:blip r:embed="rId3"/>
          <a:stretch>
            <a:fillRect/>
          </a:stretch>
        </p:blipFill>
        <p:spPr>
          <a:xfrm>
            <a:off x="3718559" y="1597285"/>
            <a:ext cx="6748443" cy="4362450"/>
          </a:xfrm>
          <a:prstGeom prst="rect">
            <a:avLst/>
          </a:prstGeom>
        </p:spPr>
      </p:pic>
      <p:sp>
        <p:nvSpPr>
          <p:cNvPr id="2" name="Title 1">
            <a:extLst>
              <a:ext uri="{FF2B5EF4-FFF2-40B4-BE49-F238E27FC236}">
                <a16:creationId xmlns:a16="http://schemas.microsoft.com/office/drawing/2014/main" id="{50321685-6408-A018-A79D-0ACD9F13D8AD}"/>
              </a:ext>
            </a:extLst>
          </p:cNvPr>
          <p:cNvSpPr>
            <a:spLocks noGrp="1"/>
          </p:cNvSpPr>
          <p:nvPr>
            <p:ph type="title"/>
          </p:nvPr>
        </p:nvSpPr>
        <p:spPr/>
        <p:txBody>
          <a:bodyPr>
            <a:normAutofit fontScale="90000"/>
          </a:bodyPr>
          <a:lstStyle/>
          <a:p>
            <a:r>
              <a:rPr lang="en-US" dirty="0"/>
              <a:t>Calculations in Harmonic Space and Visualizations on Sphere</a:t>
            </a:r>
          </a:p>
        </p:txBody>
      </p:sp>
      <p:sp>
        <p:nvSpPr>
          <p:cNvPr id="3" name="Content Placeholder 2">
            <a:extLst>
              <a:ext uri="{FF2B5EF4-FFF2-40B4-BE49-F238E27FC236}">
                <a16:creationId xmlns:a16="http://schemas.microsoft.com/office/drawing/2014/main" id="{0F82C3DE-3310-6FDD-33ED-204F424B1A54}"/>
              </a:ext>
            </a:extLst>
          </p:cNvPr>
          <p:cNvSpPr>
            <a:spLocks noGrp="1"/>
          </p:cNvSpPr>
          <p:nvPr>
            <p:ph idx="1"/>
          </p:nvPr>
        </p:nvSpPr>
        <p:spPr>
          <a:xfrm>
            <a:off x="211874" y="1270725"/>
            <a:ext cx="3562458" cy="5015570"/>
          </a:xfrm>
        </p:spPr>
        <p:txBody>
          <a:bodyPr>
            <a:normAutofit fontScale="77500" lnSpcReduction="20000"/>
          </a:bodyPr>
          <a:lstStyle/>
          <a:p>
            <a:r>
              <a:rPr lang="en-US" dirty="0"/>
              <a:t>Start with a distribution of conductivity in “ocean”</a:t>
            </a:r>
          </a:p>
          <a:p>
            <a:pPr lvl="1"/>
            <a:r>
              <a:rPr lang="en-US" dirty="0"/>
              <a:t>Represent as a sum of spherical harmonics</a:t>
            </a:r>
          </a:p>
          <a:p>
            <a:pPr lvl="1"/>
            <a:r>
              <a:rPr lang="en-US" dirty="0"/>
              <a:t>Example: (1) Uniform + 5%  in  higher harmonic </a:t>
            </a:r>
          </a:p>
          <a:p>
            <a:pPr marL="342797" lvl="1" indent="0">
              <a:buNone/>
            </a:pPr>
            <a:r>
              <a:rPr lang="en-US" dirty="0"/>
              <a:t>	(Y</a:t>
            </a:r>
            <a:r>
              <a:rPr lang="en-US" baseline="-25000" dirty="0"/>
              <a:t>10,2</a:t>
            </a:r>
            <a:r>
              <a:rPr lang="en-US" dirty="0"/>
              <a:t>+ Y</a:t>
            </a:r>
            <a:r>
              <a:rPr lang="en-US" baseline="-25000" dirty="0"/>
              <a:t>10,-2</a:t>
            </a:r>
            <a:r>
              <a:rPr lang="en-US" dirty="0"/>
              <a:t> )</a:t>
            </a:r>
          </a:p>
          <a:p>
            <a:r>
              <a:rPr lang="en-US" dirty="0"/>
              <a:t>Apply oscillating magnetic field</a:t>
            </a:r>
          </a:p>
          <a:p>
            <a:pPr lvl="1"/>
            <a:r>
              <a:rPr lang="en-US" dirty="0"/>
              <a:t>Model: Z axis, 10 hours, </a:t>
            </a:r>
            <a:r>
              <a:rPr lang="en-US" b="1" dirty="0">
                <a:solidFill>
                  <a:srgbClr val="FF0000"/>
                </a:solidFill>
              </a:rPr>
              <a:t>1uT</a:t>
            </a:r>
          </a:p>
          <a:p>
            <a:pPr lvl="1"/>
            <a:r>
              <a:rPr lang="en-US" dirty="0"/>
              <a:t>Mag field normal to sphere is used in computations (2)</a:t>
            </a:r>
          </a:p>
          <a:p>
            <a:r>
              <a:rPr lang="en-US" dirty="0"/>
              <a:t>Compute Electric field on Surface (3)</a:t>
            </a:r>
          </a:p>
          <a:p>
            <a:r>
              <a:rPr lang="en-US" dirty="0"/>
              <a:t>Find self consistent solution</a:t>
            </a:r>
          </a:p>
          <a:p>
            <a:pPr lvl="1"/>
            <a:r>
              <a:rPr lang="en-US" dirty="0"/>
              <a:t>Induced current harmonics (4)</a:t>
            </a:r>
          </a:p>
          <a:p>
            <a:pPr lvl="1"/>
            <a:r>
              <a:rPr lang="en-US" dirty="0"/>
              <a:t>Emitted mag. field by currents (5)</a:t>
            </a:r>
          </a:p>
          <a:p>
            <a:r>
              <a:rPr lang="en-US" dirty="0"/>
              <a:t>Calculate gradient of emitted fields (6)</a:t>
            </a:r>
          </a:p>
          <a:p>
            <a:r>
              <a:rPr lang="en-US" dirty="0"/>
              <a:t>Gradient provide</a:t>
            </a:r>
          </a:p>
          <a:p>
            <a:pPr lvl="1"/>
            <a:r>
              <a:rPr lang="en-US" dirty="0"/>
              <a:t>Information about conductivity of oceans</a:t>
            </a:r>
          </a:p>
          <a:p>
            <a:pPr lvl="1"/>
            <a:r>
              <a:rPr lang="en-US" dirty="0"/>
              <a:t>Modeling of expected signals measurable by gradiometer</a:t>
            </a:r>
          </a:p>
          <a:p>
            <a:pPr marL="0" indent="0">
              <a:buNone/>
            </a:pP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CFCD126C-97A1-813E-5FB2-5DC08C3E2EE4}"/>
              </a:ext>
            </a:extLst>
          </p:cNvPr>
          <p:cNvSpPr>
            <a:spLocks noGrp="1"/>
          </p:cNvSpPr>
          <p:nvPr>
            <p:ph type="sldNum" sz="quarter" idx="4"/>
          </p:nvPr>
        </p:nvSpPr>
        <p:spPr/>
        <p:txBody>
          <a:bodyPr/>
          <a:lstStyle/>
          <a:p>
            <a:fld id="{4A6E37D3-C5B8-47CF-A969-131D6B6A5E01}" type="slidenum">
              <a:rPr lang="en-US" smtClean="0"/>
              <a:t>15</a:t>
            </a:fld>
            <a:endParaRPr lang="en-US" dirty="0"/>
          </a:p>
        </p:txBody>
      </p:sp>
      <p:grpSp>
        <p:nvGrpSpPr>
          <p:cNvPr id="13" name="Group 12">
            <a:extLst>
              <a:ext uri="{FF2B5EF4-FFF2-40B4-BE49-F238E27FC236}">
                <a16:creationId xmlns:a16="http://schemas.microsoft.com/office/drawing/2014/main" id="{17E412D1-1DF3-E826-2003-6A37BB58BEA1}"/>
              </a:ext>
            </a:extLst>
          </p:cNvPr>
          <p:cNvGrpSpPr/>
          <p:nvPr/>
        </p:nvGrpSpPr>
        <p:grpSpPr>
          <a:xfrm>
            <a:off x="3832699" y="1425022"/>
            <a:ext cx="3926731" cy="369332"/>
            <a:chOff x="3832699" y="1425022"/>
            <a:chExt cx="3926731" cy="369332"/>
          </a:xfrm>
        </p:grpSpPr>
        <p:sp>
          <p:nvSpPr>
            <p:cNvPr id="7" name="TextBox 6">
              <a:extLst>
                <a:ext uri="{FF2B5EF4-FFF2-40B4-BE49-F238E27FC236}">
                  <a16:creationId xmlns:a16="http://schemas.microsoft.com/office/drawing/2014/main" id="{836A77A1-8118-B194-5C0F-7B4119EC7080}"/>
                </a:ext>
              </a:extLst>
            </p:cNvPr>
            <p:cNvSpPr txBox="1"/>
            <p:nvPr/>
          </p:nvSpPr>
          <p:spPr>
            <a:xfrm>
              <a:off x="3832699" y="1425022"/>
              <a:ext cx="544749" cy="369332"/>
            </a:xfrm>
            <a:prstGeom prst="rect">
              <a:avLst/>
            </a:prstGeom>
            <a:noFill/>
          </p:spPr>
          <p:txBody>
            <a:bodyPr wrap="square" rtlCol="0">
              <a:spAutoFit/>
            </a:bodyPr>
            <a:lstStyle/>
            <a:p>
              <a:r>
                <a:rPr lang="en-US" dirty="0"/>
                <a:t>(1)</a:t>
              </a:r>
            </a:p>
          </p:txBody>
        </p:sp>
        <p:sp>
          <p:nvSpPr>
            <p:cNvPr id="8" name="TextBox 7">
              <a:extLst>
                <a:ext uri="{FF2B5EF4-FFF2-40B4-BE49-F238E27FC236}">
                  <a16:creationId xmlns:a16="http://schemas.microsoft.com/office/drawing/2014/main" id="{A6F188F3-B70B-C378-E708-D3C2B9D251C2}"/>
                </a:ext>
              </a:extLst>
            </p:cNvPr>
            <p:cNvSpPr txBox="1"/>
            <p:nvPr/>
          </p:nvSpPr>
          <p:spPr>
            <a:xfrm>
              <a:off x="7214681" y="1425022"/>
              <a:ext cx="544749" cy="369332"/>
            </a:xfrm>
            <a:prstGeom prst="rect">
              <a:avLst/>
            </a:prstGeom>
            <a:noFill/>
          </p:spPr>
          <p:txBody>
            <a:bodyPr wrap="square" rtlCol="0">
              <a:spAutoFit/>
            </a:bodyPr>
            <a:lstStyle/>
            <a:p>
              <a:r>
                <a:rPr lang="en-US" dirty="0"/>
                <a:t>(2)</a:t>
              </a:r>
            </a:p>
          </p:txBody>
        </p:sp>
      </p:grpSp>
      <p:grpSp>
        <p:nvGrpSpPr>
          <p:cNvPr id="14" name="Group 13">
            <a:extLst>
              <a:ext uri="{FF2B5EF4-FFF2-40B4-BE49-F238E27FC236}">
                <a16:creationId xmlns:a16="http://schemas.microsoft.com/office/drawing/2014/main" id="{27F2C994-0B0B-C9D8-6FC8-D0633624EF9B}"/>
              </a:ext>
            </a:extLst>
          </p:cNvPr>
          <p:cNvGrpSpPr/>
          <p:nvPr/>
        </p:nvGrpSpPr>
        <p:grpSpPr>
          <a:xfrm>
            <a:off x="3832699" y="2805457"/>
            <a:ext cx="3926731" cy="369332"/>
            <a:chOff x="3832699" y="2897790"/>
            <a:chExt cx="3926731" cy="369332"/>
          </a:xfrm>
        </p:grpSpPr>
        <p:sp>
          <p:nvSpPr>
            <p:cNvPr id="9" name="TextBox 8">
              <a:extLst>
                <a:ext uri="{FF2B5EF4-FFF2-40B4-BE49-F238E27FC236}">
                  <a16:creationId xmlns:a16="http://schemas.microsoft.com/office/drawing/2014/main" id="{A6D3EFBF-A9EE-5E8D-699C-9278764893C0}"/>
                </a:ext>
              </a:extLst>
            </p:cNvPr>
            <p:cNvSpPr txBox="1"/>
            <p:nvPr/>
          </p:nvSpPr>
          <p:spPr>
            <a:xfrm>
              <a:off x="3832699" y="2897790"/>
              <a:ext cx="544749" cy="369332"/>
            </a:xfrm>
            <a:prstGeom prst="rect">
              <a:avLst/>
            </a:prstGeom>
            <a:noFill/>
          </p:spPr>
          <p:txBody>
            <a:bodyPr wrap="square" rtlCol="0">
              <a:spAutoFit/>
            </a:bodyPr>
            <a:lstStyle/>
            <a:p>
              <a:r>
                <a:rPr lang="en-US" dirty="0"/>
                <a:t>(3)</a:t>
              </a:r>
            </a:p>
          </p:txBody>
        </p:sp>
        <p:sp>
          <p:nvSpPr>
            <p:cNvPr id="10" name="TextBox 9">
              <a:extLst>
                <a:ext uri="{FF2B5EF4-FFF2-40B4-BE49-F238E27FC236}">
                  <a16:creationId xmlns:a16="http://schemas.microsoft.com/office/drawing/2014/main" id="{AC23622D-D408-8C94-A32A-ED04124898EA}"/>
                </a:ext>
              </a:extLst>
            </p:cNvPr>
            <p:cNvSpPr txBox="1"/>
            <p:nvPr/>
          </p:nvSpPr>
          <p:spPr>
            <a:xfrm>
              <a:off x="7214681" y="2897790"/>
              <a:ext cx="544749" cy="369332"/>
            </a:xfrm>
            <a:prstGeom prst="rect">
              <a:avLst/>
            </a:prstGeom>
            <a:noFill/>
          </p:spPr>
          <p:txBody>
            <a:bodyPr wrap="square" rtlCol="0">
              <a:spAutoFit/>
            </a:bodyPr>
            <a:lstStyle/>
            <a:p>
              <a:r>
                <a:rPr lang="en-US" dirty="0"/>
                <a:t>(4)</a:t>
              </a:r>
            </a:p>
          </p:txBody>
        </p:sp>
      </p:grpSp>
      <p:grpSp>
        <p:nvGrpSpPr>
          <p:cNvPr id="15" name="Group 14">
            <a:extLst>
              <a:ext uri="{FF2B5EF4-FFF2-40B4-BE49-F238E27FC236}">
                <a16:creationId xmlns:a16="http://schemas.microsoft.com/office/drawing/2014/main" id="{644A652B-B2E8-76FC-4F11-F154416A96AD}"/>
              </a:ext>
            </a:extLst>
          </p:cNvPr>
          <p:cNvGrpSpPr/>
          <p:nvPr/>
        </p:nvGrpSpPr>
        <p:grpSpPr>
          <a:xfrm>
            <a:off x="3832699" y="4185892"/>
            <a:ext cx="3926731" cy="369332"/>
            <a:chOff x="3832699" y="4185892"/>
            <a:chExt cx="3926731" cy="369332"/>
          </a:xfrm>
        </p:grpSpPr>
        <p:sp>
          <p:nvSpPr>
            <p:cNvPr id="11" name="TextBox 10">
              <a:extLst>
                <a:ext uri="{FF2B5EF4-FFF2-40B4-BE49-F238E27FC236}">
                  <a16:creationId xmlns:a16="http://schemas.microsoft.com/office/drawing/2014/main" id="{BB9709AE-B0FE-3DF3-D712-190AF3574ED0}"/>
                </a:ext>
              </a:extLst>
            </p:cNvPr>
            <p:cNvSpPr txBox="1"/>
            <p:nvPr/>
          </p:nvSpPr>
          <p:spPr>
            <a:xfrm>
              <a:off x="3832699" y="4185892"/>
              <a:ext cx="544749" cy="369332"/>
            </a:xfrm>
            <a:prstGeom prst="rect">
              <a:avLst/>
            </a:prstGeom>
            <a:noFill/>
          </p:spPr>
          <p:txBody>
            <a:bodyPr wrap="square" rtlCol="0">
              <a:spAutoFit/>
            </a:bodyPr>
            <a:lstStyle/>
            <a:p>
              <a:r>
                <a:rPr lang="en-US" dirty="0"/>
                <a:t>(5)</a:t>
              </a:r>
            </a:p>
          </p:txBody>
        </p:sp>
        <p:sp>
          <p:nvSpPr>
            <p:cNvPr id="12" name="TextBox 11">
              <a:extLst>
                <a:ext uri="{FF2B5EF4-FFF2-40B4-BE49-F238E27FC236}">
                  <a16:creationId xmlns:a16="http://schemas.microsoft.com/office/drawing/2014/main" id="{6E5B9C2C-F048-20A4-93EA-15067EE8095A}"/>
                </a:ext>
              </a:extLst>
            </p:cNvPr>
            <p:cNvSpPr txBox="1"/>
            <p:nvPr/>
          </p:nvSpPr>
          <p:spPr>
            <a:xfrm>
              <a:off x="7214681" y="4185892"/>
              <a:ext cx="544749" cy="369332"/>
            </a:xfrm>
            <a:prstGeom prst="rect">
              <a:avLst/>
            </a:prstGeom>
            <a:noFill/>
          </p:spPr>
          <p:txBody>
            <a:bodyPr wrap="square" rtlCol="0">
              <a:spAutoFit/>
            </a:bodyPr>
            <a:lstStyle/>
            <a:p>
              <a:r>
                <a:rPr lang="en-US" dirty="0"/>
                <a:t>(6)</a:t>
              </a:r>
            </a:p>
          </p:txBody>
        </p:sp>
      </p:grpSp>
    </p:spTree>
    <p:extLst>
      <p:ext uri="{BB962C8B-B14F-4D97-AF65-F5344CB8AC3E}">
        <p14:creationId xmlns:p14="http://schemas.microsoft.com/office/powerpoint/2010/main" val="579186946"/>
      </p:ext>
    </p:extLst>
  </p:cSld>
  <p:clrMapOvr>
    <a:masterClrMapping/>
  </p:clrMapOvr>
  <p:transition spd="slow">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9DEBE-FF0F-8516-4D72-75F031B48751}"/>
            </a:ext>
          </a:extLst>
        </p:cNvPr>
        <p:cNvGrpSpPr/>
        <p:nvPr/>
      </p:nvGrpSpPr>
      <p:grpSpPr>
        <a:xfrm>
          <a:off x="0" y="0"/>
          <a:ext cx="0" cy="0"/>
          <a:chOff x="0" y="0"/>
          <a:chExt cx="0" cy="0"/>
        </a:xfrm>
      </p:grpSpPr>
      <p:pic>
        <p:nvPicPr>
          <p:cNvPr id="6" name="Picture 5" descr="Diagram, schematic, bubble chart&#10;&#10;AI-generated content may be incorrect.">
            <a:extLst>
              <a:ext uri="{FF2B5EF4-FFF2-40B4-BE49-F238E27FC236}">
                <a16:creationId xmlns:a16="http://schemas.microsoft.com/office/drawing/2014/main" id="{140DA862-BAD6-53D4-D67B-28DF672A7E2A}"/>
              </a:ext>
            </a:extLst>
          </p:cNvPr>
          <p:cNvPicPr>
            <a:picLocks noChangeAspect="1"/>
          </p:cNvPicPr>
          <p:nvPr/>
        </p:nvPicPr>
        <p:blipFill>
          <a:blip r:embed="rId3"/>
          <a:stretch>
            <a:fillRect/>
          </a:stretch>
        </p:blipFill>
        <p:spPr>
          <a:xfrm>
            <a:off x="4939480" y="1425022"/>
            <a:ext cx="6383913" cy="4207578"/>
          </a:xfrm>
          <a:prstGeom prst="rect">
            <a:avLst/>
          </a:prstGeom>
        </p:spPr>
      </p:pic>
      <p:sp>
        <p:nvSpPr>
          <p:cNvPr id="2" name="Title 1">
            <a:extLst>
              <a:ext uri="{FF2B5EF4-FFF2-40B4-BE49-F238E27FC236}">
                <a16:creationId xmlns:a16="http://schemas.microsoft.com/office/drawing/2014/main" id="{CC48713B-47DB-C64D-42E4-0629DE0BC78E}"/>
              </a:ext>
            </a:extLst>
          </p:cNvPr>
          <p:cNvSpPr>
            <a:spLocks noGrp="1"/>
          </p:cNvSpPr>
          <p:nvPr>
            <p:ph type="title"/>
          </p:nvPr>
        </p:nvSpPr>
        <p:spPr/>
        <p:txBody>
          <a:bodyPr>
            <a:normAutofit/>
          </a:bodyPr>
          <a:lstStyle/>
          <a:p>
            <a:r>
              <a:rPr lang="en-US" dirty="0"/>
              <a:t>Multiple Conductivity Spatial Harmonics </a:t>
            </a:r>
          </a:p>
        </p:txBody>
      </p:sp>
      <p:sp>
        <p:nvSpPr>
          <p:cNvPr id="3" name="Content Placeholder 2">
            <a:extLst>
              <a:ext uri="{FF2B5EF4-FFF2-40B4-BE49-F238E27FC236}">
                <a16:creationId xmlns:a16="http://schemas.microsoft.com/office/drawing/2014/main" id="{CE74E534-F022-FF77-B7B3-29FB543402FF}"/>
              </a:ext>
            </a:extLst>
          </p:cNvPr>
          <p:cNvSpPr>
            <a:spLocks noGrp="1"/>
          </p:cNvSpPr>
          <p:nvPr>
            <p:ph idx="1"/>
          </p:nvPr>
        </p:nvSpPr>
        <p:spPr>
          <a:xfrm>
            <a:off x="211873" y="1270725"/>
            <a:ext cx="4271637" cy="5015570"/>
          </a:xfrm>
        </p:spPr>
        <p:txBody>
          <a:bodyPr>
            <a:normAutofit fontScale="92500" lnSpcReduction="10000"/>
          </a:bodyPr>
          <a:lstStyle/>
          <a:p>
            <a:r>
              <a:rPr lang="en-US" dirty="0"/>
              <a:t>Any conductivity distribution is modeled as a sum of harmonics</a:t>
            </a:r>
          </a:p>
          <a:p>
            <a:r>
              <a:rPr lang="en-US" dirty="0"/>
              <a:t>The harmonics combine nonlinearly with the ambient magnetic field harmonics to produce the emitted magnetic field</a:t>
            </a:r>
          </a:p>
          <a:p>
            <a:r>
              <a:rPr lang="en-US" dirty="0"/>
              <a:t>Features in the conductivity show up in the gradient data</a:t>
            </a:r>
          </a:p>
          <a:p>
            <a:r>
              <a:rPr lang="en-US" dirty="0"/>
              <a:t>Note that the plots of the gradients only show mean amplitudes</a:t>
            </a:r>
          </a:p>
          <a:p>
            <a:r>
              <a:rPr lang="en-US" dirty="0"/>
              <a:t>Really, the gradients contain much richer information than plotted:</a:t>
            </a:r>
          </a:p>
          <a:p>
            <a:pPr lvl="1"/>
            <a:r>
              <a:rPr lang="en-US" dirty="0"/>
              <a:t>3x3 tensors</a:t>
            </a:r>
          </a:p>
          <a:p>
            <a:pPr lvl="1"/>
            <a:r>
              <a:rPr lang="en-US" dirty="0"/>
              <a:t>Amplitude and phase information </a:t>
            </a:r>
          </a:p>
          <a:p>
            <a:pPr lvl="1"/>
            <a:r>
              <a:rPr lang="en-US" dirty="0"/>
              <a:t>Frequency dependent</a:t>
            </a:r>
          </a:p>
          <a:p>
            <a:r>
              <a:rPr lang="en-US" dirty="0"/>
              <a:t>The full gradient tensor can be measured to gleam information about the magnetic sources</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05F0C55-2E9A-62F1-D063-972C4ADCDA53}"/>
              </a:ext>
            </a:extLst>
          </p:cNvPr>
          <p:cNvSpPr>
            <a:spLocks noGrp="1"/>
          </p:cNvSpPr>
          <p:nvPr>
            <p:ph type="sldNum" sz="quarter" idx="4"/>
          </p:nvPr>
        </p:nvSpPr>
        <p:spPr/>
        <p:txBody>
          <a:bodyPr/>
          <a:lstStyle/>
          <a:p>
            <a:fld id="{4A6E37D3-C5B8-47CF-A969-131D6B6A5E01}" type="slidenum">
              <a:rPr lang="en-US" smtClean="0"/>
              <a:t>16</a:t>
            </a:fld>
            <a:endParaRPr lang="en-US" dirty="0"/>
          </a:p>
        </p:txBody>
      </p:sp>
      <p:grpSp>
        <p:nvGrpSpPr>
          <p:cNvPr id="13" name="Group 12">
            <a:extLst>
              <a:ext uri="{FF2B5EF4-FFF2-40B4-BE49-F238E27FC236}">
                <a16:creationId xmlns:a16="http://schemas.microsoft.com/office/drawing/2014/main" id="{D92917BF-E676-A9D9-4F91-2E5308478055}"/>
              </a:ext>
            </a:extLst>
          </p:cNvPr>
          <p:cNvGrpSpPr/>
          <p:nvPr/>
        </p:nvGrpSpPr>
        <p:grpSpPr>
          <a:xfrm>
            <a:off x="4668441" y="1660996"/>
            <a:ext cx="3926731" cy="369332"/>
            <a:chOff x="3832699" y="1425022"/>
            <a:chExt cx="3926731" cy="369332"/>
          </a:xfrm>
        </p:grpSpPr>
        <p:sp>
          <p:nvSpPr>
            <p:cNvPr id="7" name="TextBox 6">
              <a:extLst>
                <a:ext uri="{FF2B5EF4-FFF2-40B4-BE49-F238E27FC236}">
                  <a16:creationId xmlns:a16="http://schemas.microsoft.com/office/drawing/2014/main" id="{93F6EC3E-7750-30F7-A510-C8FA8B14F818}"/>
                </a:ext>
              </a:extLst>
            </p:cNvPr>
            <p:cNvSpPr txBox="1"/>
            <p:nvPr/>
          </p:nvSpPr>
          <p:spPr>
            <a:xfrm>
              <a:off x="3832699" y="1425022"/>
              <a:ext cx="544749" cy="369332"/>
            </a:xfrm>
            <a:prstGeom prst="rect">
              <a:avLst/>
            </a:prstGeom>
            <a:noFill/>
          </p:spPr>
          <p:txBody>
            <a:bodyPr wrap="square" rtlCol="0">
              <a:spAutoFit/>
            </a:bodyPr>
            <a:lstStyle/>
            <a:p>
              <a:r>
                <a:rPr lang="en-US" dirty="0"/>
                <a:t>(1)</a:t>
              </a:r>
            </a:p>
          </p:txBody>
        </p:sp>
        <p:sp>
          <p:nvSpPr>
            <p:cNvPr id="8" name="TextBox 7">
              <a:extLst>
                <a:ext uri="{FF2B5EF4-FFF2-40B4-BE49-F238E27FC236}">
                  <a16:creationId xmlns:a16="http://schemas.microsoft.com/office/drawing/2014/main" id="{0F89296A-E4F0-08D4-0E0E-6DA248A1A952}"/>
                </a:ext>
              </a:extLst>
            </p:cNvPr>
            <p:cNvSpPr txBox="1"/>
            <p:nvPr/>
          </p:nvSpPr>
          <p:spPr>
            <a:xfrm>
              <a:off x="7214681" y="1425022"/>
              <a:ext cx="544749" cy="369332"/>
            </a:xfrm>
            <a:prstGeom prst="rect">
              <a:avLst/>
            </a:prstGeom>
            <a:noFill/>
          </p:spPr>
          <p:txBody>
            <a:bodyPr wrap="square" rtlCol="0">
              <a:spAutoFit/>
            </a:bodyPr>
            <a:lstStyle/>
            <a:p>
              <a:r>
                <a:rPr lang="en-US" dirty="0"/>
                <a:t>(2)</a:t>
              </a:r>
            </a:p>
          </p:txBody>
        </p:sp>
      </p:grpSp>
      <p:grpSp>
        <p:nvGrpSpPr>
          <p:cNvPr id="14" name="Group 13">
            <a:extLst>
              <a:ext uri="{FF2B5EF4-FFF2-40B4-BE49-F238E27FC236}">
                <a16:creationId xmlns:a16="http://schemas.microsoft.com/office/drawing/2014/main" id="{875400A5-D5B1-F27D-FF48-FF5A70D392A2}"/>
              </a:ext>
            </a:extLst>
          </p:cNvPr>
          <p:cNvGrpSpPr/>
          <p:nvPr/>
        </p:nvGrpSpPr>
        <p:grpSpPr>
          <a:xfrm>
            <a:off x="4668441" y="3041431"/>
            <a:ext cx="3926731" cy="369332"/>
            <a:chOff x="3832699" y="2897790"/>
            <a:chExt cx="3926731" cy="369332"/>
          </a:xfrm>
        </p:grpSpPr>
        <p:sp>
          <p:nvSpPr>
            <p:cNvPr id="9" name="TextBox 8">
              <a:extLst>
                <a:ext uri="{FF2B5EF4-FFF2-40B4-BE49-F238E27FC236}">
                  <a16:creationId xmlns:a16="http://schemas.microsoft.com/office/drawing/2014/main" id="{20086410-D901-4E86-9F1C-2BC6093D2A1A}"/>
                </a:ext>
              </a:extLst>
            </p:cNvPr>
            <p:cNvSpPr txBox="1"/>
            <p:nvPr/>
          </p:nvSpPr>
          <p:spPr>
            <a:xfrm>
              <a:off x="3832699" y="2897790"/>
              <a:ext cx="544749" cy="369332"/>
            </a:xfrm>
            <a:prstGeom prst="rect">
              <a:avLst/>
            </a:prstGeom>
            <a:noFill/>
          </p:spPr>
          <p:txBody>
            <a:bodyPr wrap="square" rtlCol="0">
              <a:spAutoFit/>
            </a:bodyPr>
            <a:lstStyle/>
            <a:p>
              <a:r>
                <a:rPr lang="en-US" dirty="0"/>
                <a:t>(3)</a:t>
              </a:r>
            </a:p>
          </p:txBody>
        </p:sp>
        <p:sp>
          <p:nvSpPr>
            <p:cNvPr id="10" name="TextBox 9">
              <a:extLst>
                <a:ext uri="{FF2B5EF4-FFF2-40B4-BE49-F238E27FC236}">
                  <a16:creationId xmlns:a16="http://schemas.microsoft.com/office/drawing/2014/main" id="{921A2377-2ECA-C026-1E3D-D644927766B3}"/>
                </a:ext>
              </a:extLst>
            </p:cNvPr>
            <p:cNvSpPr txBox="1"/>
            <p:nvPr/>
          </p:nvSpPr>
          <p:spPr>
            <a:xfrm>
              <a:off x="7214681" y="2897790"/>
              <a:ext cx="544749" cy="369332"/>
            </a:xfrm>
            <a:prstGeom prst="rect">
              <a:avLst/>
            </a:prstGeom>
            <a:noFill/>
          </p:spPr>
          <p:txBody>
            <a:bodyPr wrap="square" rtlCol="0">
              <a:spAutoFit/>
            </a:bodyPr>
            <a:lstStyle/>
            <a:p>
              <a:r>
                <a:rPr lang="en-US" dirty="0"/>
                <a:t>(4)</a:t>
              </a:r>
            </a:p>
          </p:txBody>
        </p:sp>
      </p:grpSp>
      <p:grpSp>
        <p:nvGrpSpPr>
          <p:cNvPr id="15" name="Group 14">
            <a:extLst>
              <a:ext uri="{FF2B5EF4-FFF2-40B4-BE49-F238E27FC236}">
                <a16:creationId xmlns:a16="http://schemas.microsoft.com/office/drawing/2014/main" id="{1BEEE31F-08FC-57B7-F6F8-40269F05ADA3}"/>
              </a:ext>
            </a:extLst>
          </p:cNvPr>
          <p:cNvGrpSpPr/>
          <p:nvPr/>
        </p:nvGrpSpPr>
        <p:grpSpPr>
          <a:xfrm>
            <a:off x="4668441" y="4421866"/>
            <a:ext cx="3926731" cy="369332"/>
            <a:chOff x="3832699" y="4185892"/>
            <a:chExt cx="3926731" cy="369332"/>
          </a:xfrm>
        </p:grpSpPr>
        <p:sp>
          <p:nvSpPr>
            <p:cNvPr id="11" name="TextBox 10">
              <a:extLst>
                <a:ext uri="{FF2B5EF4-FFF2-40B4-BE49-F238E27FC236}">
                  <a16:creationId xmlns:a16="http://schemas.microsoft.com/office/drawing/2014/main" id="{CCFD5476-B349-5746-B437-5518F23816C4}"/>
                </a:ext>
              </a:extLst>
            </p:cNvPr>
            <p:cNvSpPr txBox="1"/>
            <p:nvPr/>
          </p:nvSpPr>
          <p:spPr>
            <a:xfrm>
              <a:off x="3832699" y="4185892"/>
              <a:ext cx="544749" cy="369332"/>
            </a:xfrm>
            <a:prstGeom prst="rect">
              <a:avLst/>
            </a:prstGeom>
            <a:noFill/>
          </p:spPr>
          <p:txBody>
            <a:bodyPr wrap="square" rtlCol="0">
              <a:spAutoFit/>
            </a:bodyPr>
            <a:lstStyle/>
            <a:p>
              <a:r>
                <a:rPr lang="en-US" dirty="0"/>
                <a:t>(5)</a:t>
              </a:r>
            </a:p>
          </p:txBody>
        </p:sp>
        <p:sp>
          <p:nvSpPr>
            <p:cNvPr id="12" name="TextBox 11">
              <a:extLst>
                <a:ext uri="{FF2B5EF4-FFF2-40B4-BE49-F238E27FC236}">
                  <a16:creationId xmlns:a16="http://schemas.microsoft.com/office/drawing/2014/main" id="{4BF408E0-AE1C-0DC3-ACD3-6853B96FCAD5}"/>
                </a:ext>
              </a:extLst>
            </p:cNvPr>
            <p:cNvSpPr txBox="1"/>
            <p:nvPr/>
          </p:nvSpPr>
          <p:spPr>
            <a:xfrm>
              <a:off x="7214681" y="4185892"/>
              <a:ext cx="544749" cy="369332"/>
            </a:xfrm>
            <a:prstGeom prst="rect">
              <a:avLst/>
            </a:prstGeom>
            <a:noFill/>
          </p:spPr>
          <p:txBody>
            <a:bodyPr wrap="square" rtlCol="0">
              <a:spAutoFit/>
            </a:bodyPr>
            <a:lstStyle/>
            <a:p>
              <a:r>
                <a:rPr lang="en-US" dirty="0"/>
                <a:t>(6)</a:t>
              </a:r>
            </a:p>
          </p:txBody>
        </p:sp>
      </p:grpSp>
    </p:spTree>
    <p:extLst>
      <p:ext uri="{BB962C8B-B14F-4D97-AF65-F5344CB8AC3E}">
        <p14:creationId xmlns:p14="http://schemas.microsoft.com/office/powerpoint/2010/main" val="3998716187"/>
      </p:ext>
    </p:extLst>
  </p:cSld>
  <p:clrMapOvr>
    <a:masterClrMapping/>
  </p:clrMapOvr>
  <p:transition spd="slow">
    <p:fade thruBlk="1"/>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2D263-197E-F7EA-CF2E-C31F474126AA}"/>
              </a:ext>
            </a:extLst>
          </p:cNvPr>
          <p:cNvSpPr>
            <a:spLocks noGrp="1"/>
          </p:cNvSpPr>
          <p:nvPr>
            <p:ph type="title"/>
          </p:nvPr>
        </p:nvSpPr>
        <p:spPr/>
        <p:txBody>
          <a:bodyPr/>
          <a:lstStyle/>
          <a:p>
            <a:r>
              <a:rPr lang="en-US" dirty="0"/>
              <a:t>Magnetometer Requirements</a:t>
            </a:r>
          </a:p>
        </p:txBody>
      </p:sp>
      <p:sp>
        <p:nvSpPr>
          <p:cNvPr id="3" name="Content Placeholder 2">
            <a:extLst>
              <a:ext uri="{FF2B5EF4-FFF2-40B4-BE49-F238E27FC236}">
                <a16:creationId xmlns:a16="http://schemas.microsoft.com/office/drawing/2014/main" id="{E82ACC12-94D4-BE17-E438-52E1D47ABCCF}"/>
              </a:ext>
            </a:extLst>
          </p:cNvPr>
          <p:cNvSpPr>
            <a:spLocks noGrp="1"/>
          </p:cNvSpPr>
          <p:nvPr>
            <p:ph idx="1"/>
          </p:nvPr>
        </p:nvSpPr>
        <p:spPr>
          <a:xfrm>
            <a:off x="211874" y="1270725"/>
            <a:ext cx="6882517" cy="5015570"/>
          </a:xfrm>
        </p:spPr>
        <p:txBody>
          <a:bodyPr>
            <a:normAutofit fontScale="85000" lnSpcReduction="10000"/>
          </a:bodyPr>
          <a:lstStyle/>
          <a:p>
            <a:r>
              <a:rPr lang="en-US" dirty="0"/>
              <a:t>5% variations in conductivity could produce gradients ~ few pT</a:t>
            </a:r>
          </a:p>
          <a:p>
            <a:pPr lvl="1"/>
            <a:r>
              <a:rPr lang="en-US" dirty="0"/>
              <a:t>Want to resolve gradients of  ~ 1 pT/m to measure 5% variations</a:t>
            </a:r>
          </a:p>
          <a:p>
            <a:r>
              <a:rPr lang="en-US" dirty="0"/>
              <a:t>Bandwidth: </a:t>
            </a:r>
          </a:p>
          <a:p>
            <a:pPr lvl="1"/>
            <a:r>
              <a:rPr lang="en-US" dirty="0"/>
              <a:t>0 to 9 mHz used to resolve 160 km surface regions shown every 140 seconds</a:t>
            </a:r>
          </a:p>
          <a:p>
            <a:r>
              <a:rPr lang="en-US" dirty="0"/>
              <a:t>1 m size gradiometer requirements:</a:t>
            </a:r>
          </a:p>
          <a:p>
            <a:pPr lvl="1"/>
            <a:r>
              <a:rPr lang="en-US" dirty="0"/>
              <a:t>Fits on a single space craft</a:t>
            </a:r>
          </a:p>
          <a:p>
            <a:pPr lvl="1"/>
            <a:r>
              <a:rPr lang="en-US" dirty="0"/>
              <a:t>1/f noise requirement: 300 fT / root Hz at 1 Hz</a:t>
            </a:r>
          </a:p>
          <a:p>
            <a:pPr lvl="1"/>
            <a:r>
              <a:rPr lang="en-US" dirty="0">
                <a:solidFill>
                  <a:srgbClr val="00B050"/>
                </a:solidFill>
              </a:rPr>
              <a:t>Well within capabilities of   HTS SQUID magnetometers</a:t>
            </a:r>
            <a:r>
              <a:rPr lang="en-US" dirty="0"/>
              <a:t> (22 fT/ root Hz @ 1 Hz)</a:t>
            </a:r>
          </a:p>
          <a:p>
            <a:r>
              <a:rPr lang="en-US" dirty="0"/>
              <a:t>1 km size gradiometer</a:t>
            </a:r>
          </a:p>
          <a:p>
            <a:pPr lvl="1"/>
            <a:r>
              <a:rPr lang="en-US" dirty="0"/>
              <a:t>Two or more spacecraft</a:t>
            </a:r>
          </a:p>
          <a:p>
            <a:pPr lvl="1"/>
            <a:r>
              <a:rPr lang="en-US" dirty="0"/>
              <a:t>1/f noise requirement 400 pT/ root Hz</a:t>
            </a:r>
          </a:p>
          <a:p>
            <a:pPr lvl="1"/>
            <a:r>
              <a:rPr lang="en-US" dirty="0">
                <a:solidFill>
                  <a:srgbClr val="00B050"/>
                </a:solidFill>
              </a:rPr>
              <a:t>Well within the capabilities of fluxgate magnetometers </a:t>
            </a:r>
            <a:r>
              <a:rPr lang="en-US" dirty="0"/>
              <a:t>(100 pT / root Hz @ 1 Hz)</a:t>
            </a:r>
          </a:p>
          <a:p>
            <a:r>
              <a:rPr lang="en-US" dirty="0"/>
              <a:t>Gradiometer sensitivity scales linearly with size, so long as it is smaller than the feature size you would like to detect</a:t>
            </a:r>
          </a:p>
          <a:p>
            <a:r>
              <a:rPr lang="en-US" dirty="0"/>
              <a:t>Features much smaller than the altitude of the space craft will be hard to detect due to 1/r^4 scaling of magnetic gradients </a:t>
            </a:r>
          </a:p>
          <a:p>
            <a:pPr marL="342797" lvl="1" indent="0">
              <a:buNone/>
            </a:pPr>
            <a:endParaRPr lang="en-US" dirty="0"/>
          </a:p>
          <a:p>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6BD90EA1-26F8-53E3-C2C4-EFE9C664ECA2}"/>
              </a:ext>
            </a:extLst>
          </p:cNvPr>
          <p:cNvSpPr>
            <a:spLocks noGrp="1"/>
          </p:cNvSpPr>
          <p:nvPr>
            <p:ph type="sldNum" sz="quarter" idx="4"/>
          </p:nvPr>
        </p:nvSpPr>
        <p:spPr/>
        <p:txBody>
          <a:bodyPr/>
          <a:lstStyle/>
          <a:p>
            <a:fld id="{4A6E37D3-C5B8-47CF-A969-131D6B6A5E01}" type="slidenum">
              <a:rPr lang="en-US" smtClean="0"/>
              <a:t>17</a:t>
            </a:fld>
            <a:endParaRPr lang="en-US" dirty="0"/>
          </a:p>
        </p:txBody>
      </p:sp>
      <p:pic>
        <p:nvPicPr>
          <p:cNvPr id="5" name="Picture 4" descr="Chart, surface chart&#10;&#10;AI-generated content may be incorrect.">
            <a:extLst>
              <a:ext uri="{FF2B5EF4-FFF2-40B4-BE49-F238E27FC236}">
                <a16:creationId xmlns:a16="http://schemas.microsoft.com/office/drawing/2014/main" id="{61B769DF-A00F-8D17-2000-2D7F212E7D89}"/>
              </a:ext>
            </a:extLst>
          </p:cNvPr>
          <p:cNvPicPr>
            <a:picLocks noChangeAspect="1"/>
          </p:cNvPicPr>
          <p:nvPr/>
        </p:nvPicPr>
        <p:blipFill>
          <a:blip r:embed="rId2"/>
          <a:srcRect l="291" r="36246" b="180"/>
          <a:stretch>
            <a:fillRect/>
          </a:stretch>
        </p:blipFill>
        <p:spPr>
          <a:xfrm>
            <a:off x="7345394" y="1989839"/>
            <a:ext cx="4184794" cy="4367694"/>
          </a:xfrm>
          <a:prstGeom prst="rect">
            <a:avLst/>
          </a:prstGeom>
        </p:spPr>
      </p:pic>
      <p:sp>
        <p:nvSpPr>
          <p:cNvPr id="6" name="TextBox 5">
            <a:extLst>
              <a:ext uri="{FF2B5EF4-FFF2-40B4-BE49-F238E27FC236}">
                <a16:creationId xmlns:a16="http://schemas.microsoft.com/office/drawing/2014/main" id="{50A12D4E-1754-2010-1BF2-D7DF010CA442}"/>
              </a:ext>
            </a:extLst>
          </p:cNvPr>
          <p:cNvSpPr txBox="1"/>
          <p:nvPr/>
        </p:nvSpPr>
        <p:spPr>
          <a:xfrm>
            <a:off x="7094391" y="1296358"/>
            <a:ext cx="1422401" cy="1200329"/>
          </a:xfrm>
          <a:prstGeom prst="rect">
            <a:avLst/>
          </a:prstGeom>
          <a:noFill/>
        </p:spPr>
        <p:txBody>
          <a:bodyPr wrap="square" rtlCol="0">
            <a:spAutoFit/>
          </a:bodyPr>
          <a:lstStyle/>
          <a:p>
            <a:r>
              <a:rPr lang="en-US" dirty="0"/>
              <a:t>5%  variations in conductivity (RMS) </a:t>
            </a:r>
          </a:p>
        </p:txBody>
      </p:sp>
      <p:cxnSp>
        <p:nvCxnSpPr>
          <p:cNvPr id="7" name="Straight Connector 6">
            <a:extLst>
              <a:ext uri="{FF2B5EF4-FFF2-40B4-BE49-F238E27FC236}">
                <a16:creationId xmlns:a16="http://schemas.microsoft.com/office/drawing/2014/main" id="{AA4D6BE0-4A47-AFBD-5038-B2E578CDEDC0}"/>
              </a:ext>
            </a:extLst>
          </p:cNvPr>
          <p:cNvCxnSpPr>
            <a:cxnSpLocks/>
          </p:cNvCxnSpPr>
          <p:nvPr/>
        </p:nvCxnSpPr>
        <p:spPr>
          <a:xfrm>
            <a:off x="7845011" y="2219688"/>
            <a:ext cx="1055204" cy="1020456"/>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F8EBA2B-2DB1-AE05-8A8D-8D556510A1D1}"/>
              </a:ext>
            </a:extLst>
          </p:cNvPr>
          <p:cNvCxnSpPr>
            <a:cxnSpLocks/>
          </p:cNvCxnSpPr>
          <p:nvPr/>
        </p:nvCxnSpPr>
        <p:spPr>
          <a:xfrm flipH="1">
            <a:off x="9942167" y="2179069"/>
            <a:ext cx="795131" cy="106107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A0938CED-9B81-62A2-08DB-7F4282D2D730}"/>
              </a:ext>
            </a:extLst>
          </p:cNvPr>
          <p:cNvSpPr txBox="1"/>
          <p:nvPr/>
        </p:nvSpPr>
        <p:spPr>
          <a:xfrm>
            <a:off x="10107787" y="1007315"/>
            <a:ext cx="1977307" cy="1200329"/>
          </a:xfrm>
          <a:prstGeom prst="rect">
            <a:avLst/>
          </a:prstGeom>
          <a:noFill/>
        </p:spPr>
        <p:txBody>
          <a:bodyPr wrap="square" rtlCol="0">
            <a:spAutoFit/>
          </a:bodyPr>
          <a:lstStyle/>
          <a:p>
            <a:r>
              <a:rPr lang="en-US" dirty="0"/>
              <a:t>Induced Magnetic Gradient Features  several pT/m</a:t>
            </a:r>
          </a:p>
          <a:p>
            <a:r>
              <a:rPr lang="en-US" dirty="0"/>
              <a:t>  (rainbow)</a:t>
            </a:r>
          </a:p>
        </p:txBody>
      </p:sp>
      <p:pic>
        <p:nvPicPr>
          <p:cNvPr id="13" name="Picture 12" descr="Chart&#10;&#10;AI-generated content may be incorrect.">
            <a:extLst>
              <a:ext uri="{FF2B5EF4-FFF2-40B4-BE49-F238E27FC236}">
                <a16:creationId xmlns:a16="http://schemas.microsoft.com/office/drawing/2014/main" id="{3AC44A53-C99A-0143-DC40-6297D8D1F011}"/>
              </a:ext>
            </a:extLst>
          </p:cNvPr>
          <p:cNvPicPr>
            <a:picLocks noChangeAspect="1"/>
          </p:cNvPicPr>
          <p:nvPr/>
        </p:nvPicPr>
        <p:blipFill>
          <a:blip r:embed="rId3"/>
          <a:stretch>
            <a:fillRect/>
          </a:stretch>
        </p:blipFill>
        <p:spPr>
          <a:xfrm>
            <a:off x="11468589" y="2496687"/>
            <a:ext cx="723411" cy="3353998"/>
          </a:xfrm>
          <a:prstGeom prst="rect">
            <a:avLst/>
          </a:prstGeom>
        </p:spPr>
      </p:pic>
    </p:spTree>
    <p:extLst>
      <p:ext uri="{BB962C8B-B14F-4D97-AF65-F5344CB8AC3E}">
        <p14:creationId xmlns:p14="http://schemas.microsoft.com/office/powerpoint/2010/main" val="3709493047"/>
      </p:ext>
    </p:extLst>
  </p:cSld>
  <p:clrMapOvr>
    <a:masterClrMapping/>
  </p:clrMapOvr>
  <p:transition spd="slow">
    <p:fade thruBlk="1"/>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6C61-C4C1-9F9F-67FE-DBB0FE9B26EF}"/>
              </a:ext>
            </a:extLst>
          </p:cNvPr>
          <p:cNvSpPr>
            <a:spLocks noGrp="1"/>
          </p:cNvSpPr>
          <p:nvPr>
            <p:ph type="title"/>
          </p:nvPr>
        </p:nvSpPr>
        <p:spPr/>
        <p:txBody>
          <a:bodyPr>
            <a:normAutofit/>
          </a:bodyPr>
          <a:lstStyle/>
          <a:p>
            <a:r>
              <a:rPr lang="en-US" dirty="0"/>
              <a:t>SQUID Technology</a:t>
            </a:r>
          </a:p>
        </p:txBody>
      </p:sp>
      <p:sp>
        <p:nvSpPr>
          <p:cNvPr id="3" name="Content Placeholder 2">
            <a:extLst>
              <a:ext uri="{FF2B5EF4-FFF2-40B4-BE49-F238E27FC236}">
                <a16:creationId xmlns:a16="http://schemas.microsoft.com/office/drawing/2014/main" id="{09B90550-FDF7-4ACC-AC37-6C957720AD50}"/>
              </a:ext>
            </a:extLst>
          </p:cNvPr>
          <p:cNvSpPr>
            <a:spLocks noGrp="1"/>
          </p:cNvSpPr>
          <p:nvPr>
            <p:ph idx="1"/>
          </p:nvPr>
        </p:nvSpPr>
        <p:spPr>
          <a:xfrm>
            <a:off x="211874" y="1270725"/>
            <a:ext cx="5949229" cy="5015570"/>
          </a:xfrm>
        </p:spPr>
        <p:txBody>
          <a:bodyPr>
            <a:normAutofit fontScale="85000" lnSpcReduction="20000"/>
          </a:bodyPr>
          <a:lstStyle/>
          <a:p>
            <a:r>
              <a:rPr lang="en-US" dirty="0"/>
              <a:t>Superconducting Quantum Interference Device</a:t>
            </a:r>
          </a:p>
          <a:p>
            <a:r>
              <a:rPr lang="en-US" dirty="0"/>
              <a:t>Electric current quantum tunnels through the two insulating junctions</a:t>
            </a:r>
          </a:p>
          <a:p>
            <a:r>
              <a:rPr lang="en-US" dirty="0"/>
              <a:t>Tunneling depends on quantum interference of (+) and (-) waves</a:t>
            </a:r>
          </a:p>
          <a:p>
            <a:r>
              <a:rPr lang="en-US" dirty="0"/>
              <a:t>How the waves interfere depends on the magnetic flux in the loop area </a:t>
            </a:r>
          </a:p>
          <a:p>
            <a:pPr lvl="1"/>
            <a:r>
              <a:rPr lang="en-US" dirty="0"/>
              <a:t>Flux shifts the phase of (-) wave compared to (+) wave</a:t>
            </a:r>
          </a:p>
          <a:p>
            <a:pPr lvl="1"/>
            <a:r>
              <a:rPr lang="en-US" dirty="0"/>
              <a:t>Modulates the tunnel current</a:t>
            </a:r>
          </a:p>
          <a:p>
            <a:r>
              <a:rPr lang="en-US" dirty="0"/>
              <a:t>Extremely well calibrated: because depends on area of loop and flux quantum (h/2e)</a:t>
            </a:r>
          </a:p>
          <a:p>
            <a:r>
              <a:rPr lang="en-US" dirty="0"/>
              <a:t> sensitive and very fast </a:t>
            </a:r>
          </a:p>
          <a:p>
            <a:pPr marL="0" indent="0">
              <a:buNone/>
            </a:pPr>
            <a:r>
              <a:rPr lang="en-US" dirty="0"/>
              <a:t> </a:t>
            </a:r>
          </a:p>
          <a:p>
            <a:r>
              <a:rPr lang="en-US" b="1" dirty="0"/>
              <a:t>Our proposed implementation: High Temperature Superconductor (HTS) SQUID system </a:t>
            </a:r>
          </a:p>
          <a:p>
            <a:pPr lvl="1"/>
            <a:r>
              <a:rPr lang="en-US" dirty="0"/>
              <a:t>Demonstrated 77K sensitivity: 1000 X more sensitive than ECM Fluxgates</a:t>
            </a:r>
          </a:p>
          <a:p>
            <a:pPr lvl="1"/>
            <a:r>
              <a:rPr lang="en-US" dirty="0"/>
              <a:t>30 fT / Hz</a:t>
            </a:r>
            <a:r>
              <a:rPr lang="en-US" baseline="30000" dirty="0"/>
              <a:t>1/2</a:t>
            </a:r>
            <a:r>
              <a:rPr lang="en-US" dirty="0"/>
              <a:t> noise</a:t>
            </a:r>
          </a:p>
          <a:p>
            <a:pPr lvl="1"/>
            <a:r>
              <a:rPr lang="en-US" dirty="0"/>
              <a:t>Much larger frequency range compared other technologies (0 – 10s of MHz) such as search coils</a:t>
            </a:r>
          </a:p>
          <a:p>
            <a:endParaRPr lang="en-US" dirty="0"/>
          </a:p>
        </p:txBody>
      </p:sp>
      <p:sp>
        <p:nvSpPr>
          <p:cNvPr id="4" name="Slide Number Placeholder 3">
            <a:extLst>
              <a:ext uri="{FF2B5EF4-FFF2-40B4-BE49-F238E27FC236}">
                <a16:creationId xmlns:a16="http://schemas.microsoft.com/office/drawing/2014/main" id="{4E830602-56B4-1E7D-3EE6-D738BA955462}"/>
              </a:ext>
            </a:extLst>
          </p:cNvPr>
          <p:cNvSpPr>
            <a:spLocks noGrp="1"/>
          </p:cNvSpPr>
          <p:nvPr>
            <p:ph type="sldNum" sz="quarter" idx="4"/>
          </p:nvPr>
        </p:nvSpPr>
        <p:spPr/>
        <p:txBody>
          <a:bodyPr/>
          <a:lstStyle/>
          <a:p>
            <a:fld id="{4A6E37D3-C5B8-47CF-A969-131D6B6A5E01}" type="slidenum">
              <a:rPr lang="en-US" smtClean="0"/>
              <a:t>18</a:t>
            </a:fld>
            <a:endParaRPr lang="en-US" dirty="0"/>
          </a:p>
        </p:txBody>
      </p:sp>
      <p:sp>
        <p:nvSpPr>
          <p:cNvPr id="5" name="Oval 4">
            <a:extLst>
              <a:ext uri="{FF2B5EF4-FFF2-40B4-BE49-F238E27FC236}">
                <a16:creationId xmlns:a16="http://schemas.microsoft.com/office/drawing/2014/main" id="{1D560C6C-600D-08A2-8DA5-95A043F5EC85}"/>
              </a:ext>
            </a:extLst>
          </p:cNvPr>
          <p:cNvSpPr/>
          <p:nvPr/>
        </p:nvSpPr>
        <p:spPr>
          <a:xfrm>
            <a:off x="8651289" y="2986092"/>
            <a:ext cx="1677879" cy="1544714"/>
          </a:xfrm>
          <a:prstGeom prst="ellipse">
            <a:avLst/>
          </a:prstGeom>
          <a:noFill/>
          <a:ln w="762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 name="Straight Connector 6">
            <a:extLst>
              <a:ext uri="{FF2B5EF4-FFF2-40B4-BE49-F238E27FC236}">
                <a16:creationId xmlns:a16="http://schemas.microsoft.com/office/drawing/2014/main" id="{587164C2-CC6E-5EA6-C5C9-8DBA41FBB607}"/>
              </a:ext>
            </a:extLst>
          </p:cNvPr>
          <p:cNvCxnSpPr/>
          <p:nvPr/>
        </p:nvCxnSpPr>
        <p:spPr>
          <a:xfrm>
            <a:off x="8540318" y="3685294"/>
            <a:ext cx="221942" cy="186431"/>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16D45A67-E3F7-E033-0B57-7112DD83FB0E}"/>
              </a:ext>
            </a:extLst>
          </p:cNvPr>
          <p:cNvPicPr>
            <a:picLocks noChangeAspect="1"/>
          </p:cNvPicPr>
          <p:nvPr/>
        </p:nvPicPr>
        <p:blipFill rotWithShape="1">
          <a:blip r:embed="rId2"/>
          <a:srcRect l="22442" r="12196"/>
          <a:stretch/>
        </p:blipFill>
        <p:spPr>
          <a:xfrm>
            <a:off x="8464873" y="1400887"/>
            <a:ext cx="2068498" cy="892926"/>
          </a:xfrm>
          <a:prstGeom prst="rect">
            <a:avLst/>
          </a:prstGeom>
          <a:ln>
            <a:noFill/>
          </a:ln>
        </p:spPr>
      </p:pic>
      <p:cxnSp>
        <p:nvCxnSpPr>
          <p:cNvPr id="14" name="Straight Connector 13">
            <a:extLst>
              <a:ext uri="{FF2B5EF4-FFF2-40B4-BE49-F238E27FC236}">
                <a16:creationId xmlns:a16="http://schemas.microsoft.com/office/drawing/2014/main" id="{FCBD6396-672B-2329-126A-A848A02ECA8A}"/>
              </a:ext>
            </a:extLst>
          </p:cNvPr>
          <p:cNvCxnSpPr>
            <a:cxnSpLocks/>
          </p:cNvCxnSpPr>
          <p:nvPr/>
        </p:nvCxnSpPr>
        <p:spPr>
          <a:xfrm flipV="1">
            <a:off x="8540318" y="3685294"/>
            <a:ext cx="221942" cy="17432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pic>
        <p:nvPicPr>
          <p:cNvPr id="17" name="Picture 16">
            <a:extLst>
              <a:ext uri="{FF2B5EF4-FFF2-40B4-BE49-F238E27FC236}">
                <a16:creationId xmlns:a16="http://schemas.microsoft.com/office/drawing/2014/main" id="{543D2EF8-ADD9-C339-7A38-B39D2FB7C48E}"/>
              </a:ext>
            </a:extLst>
          </p:cNvPr>
          <p:cNvPicPr>
            <a:picLocks noChangeAspect="1"/>
          </p:cNvPicPr>
          <p:nvPr/>
        </p:nvPicPr>
        <p:blipFill rotWithShape="1">
          <a:blip r:embed="rId2"/>
          <a:srcRect l="14387" r="20982"/>
          <a:stretch/>
        </p:blipFill>
        <p:spPr>
          <a:xfrm>
            <a:off x="8455978" y="5135268"/>
            <a:ext cx="2068498" cy="892926"/>
          </a:xfrm>
          <a:prstGeom prst="rect">
            <a:avLst/>
          </a:prstGeom>
        </p:spPr>
      </p:pic>
      <p:cxnSp>
        <p:nvCxnSpPr>
          <p:cNvPr id="19" name="Straight Connector 18">
            <a:extLst>
              <a:ext uri="{FF2B5EF4-FFF2-40B4-BE49-F238E27FC236}">
                <a16:creationId xmlns:a16="http://schemas.microsoft.com/office/drawing/2014/main" id="{769E4B2A-B15E-CFD4-3B4C-8396906A4B4E}"/>
              </a:ext>
            </a:extLst>
          </p:cNvPr>
          <p:cNvCxnSpPr/>
          <p:nvPr/>
        </p:nvCxnSpPr>
        <p:spPr>
          <a:xfrm>
            <a:off x="10218197" y="3664582"/>
            <a:ext cx="221942" cy="186431"/>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2356FF2-7531-E751-752C-3A09121D5956}"/>
              </a:ext>
            </a:extLst>
          </p:cNvPr>
          <p:cNvCxnSpPr>
            <a:cxnSpLocks/>
          </p:cNvCxnSpPr>
          <p:nvPr/>
        </p:nvCxnSpPr>
        <p:spPr>
          <a:xfrm flipV="1">
            <a:off x="10218197" y="3664582"/>
            <a:ext cx="221942" cy="174328"/>
          </a:xfrm>
          <a:prstGeom prst="line">
            <a:avLst/>
          </a:prstGeom>
          <a:ln w="762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23" name="Arrow: Down 22">
            <a:extLst>
              <a:ext uri="{FF2B5EF4-FFF2-40B4-BE49-F238E27FC236}">
                <a16:creationId xmlns:a16="http://schemas.microsoft.com/office/drawing/2014/main" id="{FFB8FA4D-8055-5EC8-020B-173404ADD787}"/>
              </a:ext>
            </a:extLst>
          </p:cNvPr>
          <p:cNvSpPr/>
          <p:nvPr/>
        </p:nvSpPr>
        <p:spPr>
          <a:xfrm>
            <a:off x="9139576" y="2157810"/>
            <a:ext cx="719091" cy="524474"/>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Arrow: Down 23">
            <a:extLst>
              <a:ext uri="{FF2B5EF4-FFF2-40B4-BE49-F238E27FC236}">
                <a16:creationId xmlns:a16="http://schemas.microsoft.com/office/drawing/2014/main" id="{A9317034-FE66-99AF-6870-1F9DED4A933F}"/>
              </a:ext>
            </a:extLst>
          </p:cNvPr>
          <p:cNvSpPr/>
          <p:nvPr/>
        </p:nvSpPr>
        <p:spPr>
          <a:xfrm rot="10800000">
            <a:off x="9139575" y="4834614"/>
            <a:ext cx="719091" cy="524474"/>
          </a:xfrm>
          <a:prstGeom prst="down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FF2B5EF4-FFF2-40B4-BE49-F238E27FC236}">
                <a16:creationId xmlns:a16="http://schemas.microsoft.com/office/drawing/2014/main" id="{935C2020-5EB1-4061-6FFC-081F93140324}"/>
              </a:ext>
            </a:extLst>
          </p:cNvPr>
          <p:cNvCxnSpPr>
            <a:cxnSpLocks/>
            <a:stCxn id="5" idx="0"/>
          </p:cNvCxnSpPr>
          <p:nvPr/>
        </p:nvCxnSpPr>
        <p:spPr>
          <a:xfrm flipV="1">
            <a:off x="9490229" y="2770447"/>
            <a:ext cx="8891" cy="215645"/>
          </a:xfrm>
          <a:prstGeom prst="line">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CCE4361-9103-8761-B34A-D3E18D0F5331}"/>
              </a:ext>
            </a:extLst>
          </p:cNvPr>
          <p:cNvCxnSpPr>
            <a:cxnSpLocks/>
          </p:cNvCxnSpPr>
          <p:nvPr/>
        </p:nvCxnSpPr>
        <p:spPr>
          <a:xfrm flipV="1">
            <a:off x="9490229" y="4541891"/>
            <a:ext cx="8891" cy="215645"/>
          </a:xfrm>
          <a:prstGeom prst="line">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C927ACB-8FAD-0021-36FC-774B387DCC63}"/>
              </a:ext>
            </a:extLst>
          </p:cNvPr>
          <p:cNvCxnSpPr>
            <a:cxnSpLocks/>
          </p:cNvCxnSpPr>
          <p:nvPr/>
        </p:nvCxnSpPr>
        <p:spPr>
          <a:xfrm>
            <a:off x="7803472" y="2770447"/>
            <a:ext cx="1695648" cy="0"/>
          </a:xfrm>
          <a:prstGeom prst="line">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BF73C2-B734-7517-5C1E-DAD6F94D5E59}"/>
              </a:ext>
            </a:extLst>
          </p:cNvPr>
          <p:cNvCxnSpPr>
            <a:cxnSpLocks/>
          </p:cNvCxnSpPr>
          <p:nvPr/>
        </p:nvCxnSpPr>
        <p:spPr>
          <a:xfrm flipH="1">
            <a:off x="7803472" y="4730627"/>
            <a:ext cx="1686755" cy="15823"/>
          </a:xfrm>
          <a:prstGeom prst="line">
            <a:avLst/>
          </a:prstGeom>
          <a:ln w="5715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78F7550C-483C-5895-A567-DE0953952CEE}"/>
              </a:ext>
            </a:extLst>
          </p:cNvPr>
          <p:cNvSpPr txBox="1"/>
          <p:nvPr/>
        </p:nvSpPr>
        <p:spPr>
          <a:xfrm>
            <a:off x="7386236" y="2585781"/>
            <a:ext cx="621437" cy="369332"/>
          </a:xfrm>
          <a:prstGeom prst="rect">
            <a:avLst/>
          </a:prstGeom>
          <a:noFill/>
        </p:spPr>
        <p:txBody>
          <a:bodyPr wrap="square" rtlCol="0">
            <a:spAutoFit/>
          </a:bodyPr>
          <a:lstStyle/>
          <a:p>
            <a:r>
              <a:rPr lang="en-US" dirty="0"/>
              <a:t>(+)</a:t>
            </a:r>
          </a:p>
        </p:txBody>
      </p:sp>
      <p:sp>
        <p:nvSpPr>
          <p:cNvPr id="38" name="TextBox 37">
            <a:extLst>
              <a:ext uri="{FF2B5EF4-FFF2-40B4-BE49-F238E27FC236}">
                <a16:creationId xmlns:a16="http://schemas.microsoft.com/office/drawing/2014/main" id="{91B5ECE6-0DDA-97A5-E3E2-199F1E5AE852}"/>
              </a:ext>
            </a:extLst>
          </p:cNvPr>
          <p:cNvSpPr txBox="1"/>
          <p:nvPr/>
        </p:nvSpPr>
        <p:spPr>
          <a:xfrm>
            <a:off x="7386235" y="4514982"/>
            <a:ext cx="621437" cy="369332"/>
          </a:xfrm>
          <a:prstGeom prst="rect">
            <a:avLst/>
          </a:prstGeom>
          <a:noFill/>
        </p:spPr>
        <p:txBody>
          <a:bodyPr wrap="square" rtlCol="0">
            <a:spAutoFit/>
          </a:bodyPr>
          <a:lstStyle/>
          <a:p>
            <a:r>
              <a:rPr lang="en-US" dirty="0"/>
              <a:t>(-)</a:t>
            </a:r>
          </a:p>
        </p:txBody>
      </p:sp>
      <p:grpSp>
        <p:nvGrpSpPr>
          <p:cNvPr id="39" name="Group 38">
            <a:extLst>
              <a:ext uri="{FF2B5EF4-FFF2-40B4-BE49-F238E27FC236}">
                <a16:creationId xmlns:a16="http://schemas.microsoft.com/office/drawing/2014/main" id="{0AD5B788-8CF0-795A-D8E3-9D03F465584C}"/>
              </a:ext>
            </a:extLst>
          </p:cNvPr>
          <p:cNvGrpSpPr/>
          <p:nvPr/>
        </p:nvGrpSpPr>
        <p:grpSpPr>
          <a:xfrm rot="13261916">
            <a:off x="10265264" y="2316959"/>
            <a:ext cx="465190" cy="834062"/>
            <a:chOff x="10275808" y="1197747"/>
            <a:chExt cx="465190" cy="339684"/>
          </a:xfrm>
        </p:grpSpPr>
        <p:cxnSp>
          <p:nvCxnSpPr>
            <p:cNvPr id="40" name="Straight Arrow Connector 39">
              <a:extLst>
                <a:ext uri="{FF2B5EF4-FFF2-40B4-BE49-F238E27FC236}">
                  <a16:creationId xmlns:a16="http://schemas.microsoft.com/office/drawing/2014/main" id="{CEC458E9-D34A-C10C-1A48-3E839585D699}"/>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EB1AE28-0966-7B0E-0763-5107DC64313A}"/>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8EBBDAAF-F9E4-7075-AE55-1AEB6B1880C7}"/>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A7DD8633-94C6-281B-2200-838E576A2390}"/>
              </a:ext>
            </a:extLst>
          </p:cNvPr>
          <p:cNvSpPr txBox="1"/>
          <p:nvPr/>
        </p:nvSpPr>
        <p:spPr>
          <a:xfrm>
            <a:off x="10666550" y="2895881"/>
            <a:ext cx="1282577" cy="923330"/>
          </a:xfrm>
          <a:prstGeom prst="rect">
            <a:avLst/>
          </a:prstGeom>
          <a:noFill/>
        </p:spPr>
        <p:txBody>
          <a:bodyPr wrap="square" rtlCol="0">
            <a:spAutoFit/>
          </a:bodyPr>
          <a:lstStyle/>
          <a:p>
            <a:r>
              <a:rPr lang="en-US" dirty="0"/>
              <a:t>Magnetic Flux into loop</a:t>
            </a:r>
          </a:p>
        </p:txBody>
      </p:sp>
      <p:cxnSp>
        <p:nvCxnSpPr>
          <p:cNvPr id="45" name="Straight Arrow Connector 44">
            <a:extLst>
              <a:ext uri="{FF2B5EF4-FFF2-40B4-BE49-F238E27FC236}">
                <a16:creationId xmlns:a16="http://schemas.microsoft.com/office/drawing/2014/main" id="{A67806E5-AE46-3315-D800-7702B4E28AC8}"/>
              </a:ext>
            </a:extLst>
          </p:cNvPr>
          <p:cNvCxnSpPr>
            <a:cxnSpLocks/>
          </p:cNvCxnSpPr>
          <p:nvPr/>
        </p:nvCxnSpPr>
        <p:spPr>
          <a:xfrm>
            <a:off x="8540318" y="5921406"/>
            <a:ext cx="1908699" cy="0"/>
          </a:xfrm>
          <a:prstGeom prst="straightConnector1">
            <a:avLst/>
          </a:prstGeom>
          <a:ln>
            <a:solidFill>
              <a:schemeClr val="tx1">
                <a:lumMod val="95000"/>
                <a:lumOff val="5000"/>
              </a:schemeClr>
            </a:solidFill>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4AEE71D-2EDB-E97C-876C-0A18DD2D0011}"/>
              </a:ext>
            </a:extLst>
          </p:cNvPr>
          <p:cNvSpPr txBox="1"/>
          <p:nvPr/>
        </p:nvSpPr>
        <p:spPr>
          <a:xfrm>
            <a:off x="7386235" y="5941452"/>
            <a:ext cx="4325738" cy="369332"/>
          </a:xfrm>
          <a:prstGeom prst="rect">
            <a:avLst/>
          </a:prstGeom>
          <a:noFill/>
        </p:spPr>
        <p:txBody>
          <a:bodyPr wrap="square" rtlCol="0">
            <a:spAutoFit/>
          </a:bodyPr>
          <a:lstStyle/>
          <a:p>
            <a:r>
              <a:rPr lang="en-US" dirty="0"/>
              <a:t>Phase shifts depend on magnetic flux</a:t>
            </a:r>
          </a:p>
        </p:txBody>
      </p:sp>
      <p:sp>
        <p:nvSpPr>
          <p:cNvPr id="6" name="TextBox 5">
            <a:extLst>
              <a:ext uri="{FF2B5EF4-FFF2-40B4-BE49-F238E27FC236}">
                <a16:creationId xmlns:a16="http://schemas.microsoft.com/office/drawing/2014/main" id="{974FB03E-3B54-D043-9BF7-7BC0BAD6480B}"/>
              </a:ext>
            </a:extLst>
          </p:cNvPr>
          <p:cNvSpPr txBox="1"/>
          <p:nvPr/>
        </p:nvSpPr>
        <p:spPr>
          <a:xfrm>
            <a:off x="7497003" y="1276979"/>
            <a:ext cx="3719726" cy="369332"/>
          </a:xfrm>
          <a:prstGeom prst="rect">
            <a:avLst/>
          </a:prstGeom>
          <a:noFill/>
        </p:spPr>
        <p:txBody>
          <a:bodyPr wrap="square" rtlCol="0">
            <a:spAutoFit/>
          </a:bodyPr>
          <a:lstStyle/>
          <a:p>
            <a:r>
              <a:rPr lang="en-US" dirty="0"/>
              <a:t>Wave of superconducting electrons</a:t>
            </a:r>
          </a:p>
        </p:txBody>
      </p:sp>
      <p:sp>
        <p:nvSpPr>
          <p:cNvPr id="9" name="TextBox 8">
            <a:extLst>
              <a:ext uri="{FF2B5EF4-FFF2-40B4-BE49-F238E27FC236}">
                <a16:creationId xmlns:a16="http://schemas.microsoft.com/office/drawing/2014/main" id="{656B47E9-7065-3C89-CA66-F3025D5E4BA2}"/>
              </a:ext>
            </a:extLst>
          </p:cNvPr>
          <p:cNvSpPr txBox="1"/>
          <p:nvPr/>
        </p:nvSpPr>
        <p:spPr>
          <a:xfrm>
            <a:off x="7523650" y="1695961"/>
            <a:ext cx="1411345" cy="369332"/>
          </a:xfrm>
          <a:prstGeom prst="rect">
            <a:avLst/>
          </a:prstGeom>
          <a:noFill/>
        </p:spPr>
        <p:txBody>
          <a:bodyPr wrap="square">
            <a:spAutoFit/>
          </a:bodyPr>
          <a:lstStyle/>
          <a:p>
            <a:r>
              <a:rPr lang="en-US" dirty="0"/>
              <a:t>Wave (+) </a:t>
            </a:r>
          </a:p>
        </p:txBody>
      </p:sp>
      <p:sp>
        <p:nvSpPr>
          <p:cNvPr id="10" name="TextBox 9">
            <a:extLst>
              <a:ext uri="{FF2B5EF4-FFF2-40B4-BE49-F238E27FC236}">
                <a16:creationId xmlns:a16="http://schemas.microsoft.com/office/drawing/2014/main" id="{0F78FD92-EDB6-AF0C-6BCD-17324663FAB9}"/>
              </a:ext>
            </a:extLst>
          </p:cNvPr>
          <p:cNvSpPr txBox="1"/>
          <p:nvPr/>
        </p:nvSpPr>
        <p:spPr>
          <a:xfrm>
            <a:off x="7386235" y="5396355"/>
            <a:ext cx="1411345" cy="369332"/>
          </a:xfrm>
          <a:prstGeom prst="rect">
            <a:avLst/>
          </a:prstGeom>
          <a:noFill/>
        </p:spPr>
        <p:txBody>
          <a:bodyPr wrap="square">
            <a:spAutoFit/>
          </a:bodyPr>
          <a:lstStyle/>
          <a:p>
            <a:r>
              <a:rPr lang="en-US" dirty="0"/>
              <a:t>Wave (-) </a:t>
            </a:r>
          </a:p>
        </p:txBody>
      </p:sp>
      <p:cxnSp>
        <p:nvCxnSpPr>
          <p:cNvPr id="12" name="Straight Arrow Connector 11">
            <a:extLst>
              <a:ext uri="{FF2B5EF4-FFF2-40B4-BE49-F238E27FC236}">
                <a16:creationId xmlns:a16="http://schemas.microsoft.com/office/drawing/2014/main" id="{34007CD6-838D-8CC4-0C4A-2FFDF1422053}"/>
              </a:ext>
            </a:extLst>
          </p:cNvPr>
          <p:cNvCxnSpPr>
            <a:cxnSpLocks/>
          </p:cNvCxnSpPr>
          <p:nvPr/>
        </p:nvCxnSpPr>
        <p:spPr>
          <a:xfrm>
            <a:off x="8464873" y="3543114"/>
            <a:ext cx="0" cy="41726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3890148-91AA-7FD4-7FD2-0A750A5C1ECF}"/>
              </a:ext>
            </a:extLst>
          </p:cNvPr>
          <p:cNvSpPr txBox="1"/>
          <p:nvPr/>
        </p:nvSpPr>
        <p:spPr>
          <a:xfrm>
            <a:off x="6769271" y="3283650"/>
            <a:ext cx="1620158" cy="954107"/>
          </a:xfrm>
          <a:prstGeom prst="rect">
            <a:avLst/>
          </a:prstGeom>
          <a:noFill/>
        </p:spPr>
        <p:txBody>
          <a:bodyPr wrap="square" rtlCol="0">
            <a:spAutoFit/>
          </a:bodyPr>
          <a:lstStyle/>
          <a:p>
            <a:r>
              <a:rPr lang="en-US" sz="1400" dirty="0"/>
              <a:t>Josephson Junctions: thin layers of insulator which block current</a:t>
            </a:r>
            <a:endParaRPr lang="en-US" dirty="0"/>
          </a:p>
        </p:txBody>
      </p:sp>
      <p:cxnSp>
        <p:nvCxnSpPr>
          <p:cNvPr id="22" name="Straight Arrow Connector 21">
            <a:extLst>
              <a:ext uri="{FF2B5EF4-FFF2-40B4-BE49-F238E27FC236}">
                <a16:creationId xmlns:a16="http://schemas.microsoft.com/office/drawing/2014/main" id="{1EF64660-55D7-751E-198D-945084DE65C9}"/>
              </a:ext>
            </a:extLst>
          </p:cNvPr>
          <p:cNvCxnSpPr>
            <a:cxnSpLocks/>
          </p:cNvCxnSpPr>
          <p:nvPr/>
        </p:nvCxnSpPr>
        <p:spPr>
          <a:xfrm>
            <a:off x="7852210" y="2673074"/>
            <a:ext cx="425850"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8E5392D-96CE-2274-F05D-498CE61EE465}"/>
              </a:ext>
            </a:extLst>
          </p:cNvPr>
          <p:cNvCxnSpPr>
            <a:cxnSpLocks/>
          </p:cNvCxnSpPr>
          <p:nvPr/>
        </p:nvCxnSpPr>
        <p:spPr>
          <a:xfrm>
            <a:off x="10093604" y="3595133"/>
            <a:ext cx="0" cy="417264"/>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8F41AD4F-189A-E6CE-A362-3A471DCCFCF8}"/>
              </a:ext>
            </a:extLst>
          </p:cNvPr>
          <p:cNvCxnSpPr>
            <a:cxnSpLocks/>
          </p:cNvCxnSpPr>
          <p:nvPr/>
        </p:nvCxnSpPr>
        <p:spPr>
          <a:xfrm flipH="1">
            <a:off x="7878634" y="4649713"/>
            <a:ext cx="426545" cy="0"/>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48BE4AD-B21F-F2D3-161C-8063F240C7A2}"/>
              </a:ext>
            </a:extLst>
          </p:cNvPr>
          <p:cNvSpPr txBox="1"/>
          <p:nvPr/>
        </p:nvSpPr>
        <p:spPr>
          <a:xfrm>
            <a:off x="7648096" y="4333747"/>
            <a:ext cx="1367250" cy="369332"/>
          </a:xfrm>
          <a:prstGeom prst="rect">
            <a:avLst/>
          </a:prstGeom>
          <a:noFill/>
        </p:spPr>
        <p:txBody>
          <a:bodyPr wrap="square" rtlCol="0">
            <a:spAutoFit/>
          </a:bodyPr>
          <a:lstStyle/>
          <a:p>
            <a:r>
              <a:rPr lang="en-US" dirty="0"/>
              <a:t>Current</a:t>
            </a:r>
          </a:p>
        </p:txBody>
      </p:sp>
    </p:spTree>
    <p:extLst>
      <p:ext uri="{BB962C8B-B14F-4D97-AF65-F5344CB8AC3E}">
        <p14:creationId xmlns:p14="http://schemas.microsoft.com/office/powerpoint/2010/main" val="1613052629"/>
      </p:ext>
    </p:extLst>
  </p:cSld>
  <p:clrMapOvr>
    <a:masterClrMapping/>
  </p:clrMapOvr>
  <p:transition spd="slow">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14B247C-94EB-4ED1-B08D-66CEF78CE9AA}"/>
              </a:ext>
            </a:extLst>
          </p:cNvPr>
          <p:cNvGrpSpPr/>
          <p:nvPr/>
        </p:nvGrpSpPr>
        <p:grpSpPr>
          <a:xfrm>
            <a:off x="6096000" y="4318758"/>
            <a:ext cx="4152039" cy="1927941"/>
            <a:chOff x="6585358" y="4301416"/>
            <a:chExt cx="4152039" cy="1927941"/>
          </a:xfrm>
        </p:grpSpPr>
        <p:pic>
          <p:nvPicPr>
            <p:cNvPr id="9" name="Picture 8">
              <a:extLst>
                <a:ext uri="{FF2B5EF4-FFF2-40B4-BE49-F238E27FC236}">
                  <a16:creationId xmlns:a16="http://schemas.microsoft.com/office/drawing/2014/main" id="{CDAAA978-9D45-C14C-A94F-ED868F564B7F}"/>
                </a:ext>
              </a:extLst>
            </p:cNvPr>
            <p:cNvPicPr>
              <a:picLocks noChangeAspect="1"/>
            </p:cNvPicPr>
            <p:nvPr/>
          </p:nvPicPr>
          <p:blipFill rotWithShape="1">
            <a:blip r:embed="rId2"/>
            <a:srcRect t="12977"/>
            <a:stretch/>
          </p:blipFill>
          <p:spPr>
            <a:xfrm>
              <a:off x="6585358" y="4421441"/>
              <a:ext cx="4152039" cy="1807916"/>
            </a:xfrm>
            <a:prstGeom prst="rect">
              <a:avLst/>
            </a:prstGeom>
          </p:spPr>
        </p:pic>
        <p:sp>
          <p:nvSpPr>
            <p:cNvPr id="14" name="Rectangle 13">
              <a:extLst>
                <a:ext uri="{FF2B5EF4-FFF2-40B4-BE49-F238E27FC236}">
                  <a16:creationId xmlns:a16="http://schemas.microsoft.com/office/drawing/2014/main" id="{BAABAB11-174E-CAE3-FCAD-4F37F9C7F5EB}"/>
                </a:ext>
              </a:extLst>
            </p:cNvPr>
            <p:cNvSpPr/>
            <p:nvPr/>
          </p:nvSpPr>
          <p:spPr>
            <a:xfrm>
              <a:off x="9880847" y="4607511"/>
              <a:ext cx="856550" cy="372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4E31041-3B31-C457-59DD-A9315627B8C5}"/>
                </a:ext>
              </a:extLst>
            </p:cNvPr>
            <p:cNvSpPr/>
            <p:nvPr/>
          </p:nvSpPr>
          <p:spPr>
            <a:xfrm flipV="1">
              <a:off x="9777527" y="4877982"/>
              <a:ext cx="238217" cy="2574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F2AB3FD-30EA-A22E-9C8E-56FCA6C5F5DD}"/>
                </a:ext>
              </a:extLst>
            </p:cNvPr>
            <p:cNvSpPr/>
            <p:nvPr/>
          </p:nvSpPr>
          <p:spPr>
            <a:xfrm>
              <a:off x="9164043" y="4301416"/>
              <a:ext cx="856550" cy="6415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itle 1">
            <a:extLst>
              <a:ext uri="{FF2B5EF4-FFF2-40B4-BE49-F238E27FC236}">
                <a16:creationId xmlns:a16="http://schemas.microsoft.com/office/drawing/2014/main" id="{9B4EA327-781F-4B31-9584-6AFF43184D24}"/>
              </a:ext>
            </a:extLst>
          </p:cNvPr>
          <p:cNvSpPr>
            <a:spLocks noGrp="1"/>
          </p:cNvSpPr>
          <p:nvPr>
            <p:ph type="title"/>
          </p:nvPr>
        </p:nvSpPr>
        <p:spPr/>
        <p:txBody>
          <a:bodyPr/>
          <a:lstStyle/>
          <a:p>
            <a:r>
              <a:rPr lang="en-US" dirty="0"/>
              <a:t>Implementation on a spacecraft</a:t>
            </a:r>
          </a:p>
        </p:txBody>
      </p:sp>
      <p:sp>
        <p:nvSpPr>
          <p:cNvPr id="3" name="Content Placeholder 2">
            <a:extLst>
              <a:ext uri="{FF2B5EF4-FFF2-40B4-BE49-F238E27FC236}">
                <a16:creationId xmlns:a16="http://schemas.microsoft.com/office/drawing/2014/main" id="{D5AD252D-235B-4826-A63D-60C95CAD5BCE}"/>
              </a:ext>
            </a:extLst>
          </p:cNvPr>
          <p:cNvSpPr>
            <a:spLocks noGrp="1"/>
          </p:cNvSpPr>
          <p:nvPr>
            <p:ph idx="1"/>
          </p:nvPr>
        </p:nvSpPr>
        <p:spPr>
          <a:xfrm>
            <a:off x="211875" y="1270725"/>
            <a:ext cx="3974690" cy="5015570"/>
          </a:xfrm>
        </p:spPr>
        <p:txBody>
          <a:bodyPr>
            <a:normAutofit/>
          </a:bodyPr>
          <a:lstStyle/>
          <a:p>
            <a:r>
              <a:rPr lang="en-US" b="1" dirty="0"/>
              <a:t>Couple SQUIDs with appropriate input coils are smaller than ~1mm</a:t>
            </a:r>
          </a:p>
          <a:p>
            <a:r>
              <a:rPr lang="en-US" b="1" dirty="0"/>
              <a:t>Wrap on in a 4 cm scale XYZ package to measure magnetic field vector in three dimensions</a:t>
            </a:r>
          </a:p>
          <a:p>
            <a:r>
              <a:rPr lang="en-US" b="1" dirty="0"/>
              <a:t>Mount multiple of these XYZ on a spacecraft boom</a:t>
            </a:r>
          </a:p>
          <a:p>
            <a:r>
              <a:rPr lang="en-US" b="1" dirty="0"/>
              <a:t>Electronic readout </a:t>
            </a:r>
            <a:endParaRPr lang="en-US" dirty="0"/>
          </a:p>
          <a:p>
            <a:pPr marL="0" indent="0">
              <a:buNone/>
            </a:pPr>
            <a:endParaRPr lang="en-US" dirty="0"/>
          </a:p>
          <a:p>
            <a:pPr marL="342797" lvl="1" indent="0">
              <a:buNone/>
            </a:pPr>
            <a:endParaRPr lang="en-US" dirty="0"/>
          </a:p>
          <a:p>
            <a:pPr marL="342797" lvl="1" indent="0">
              <a:buNone/>
            </a:pPr>
            <a:endParaRPr lang="en-US" dirty="0"/>
          </a:p>
          <a:p>
            <a:pPr marL="342797" lvl="1" indent="0">
              <a:buNone/>
            </a:pPr>
            <a:endParaRPr lang="en-US" dirty="0"/>
          </a:p>
          <a:p>
            <a:endParaRPr lang="en-US" dirty="0"/>
          </a:p>
        </p:txBody>
      </p:sp>
      <p:sp>
        <p:nvSpPr>
          <p:cNvPr id="4" name="Slide Number Placeholder 3">
            <a:extLst>
              <a:ext uri="{FF2B5EF4-FFF2-40B4-BE49-F238E27FC236}">
                <a16:creationId xmlns:a16="http://schemas.microsoft.com/office/drawing/2014/main" id="{40659418-D483-4B2E-959E-FBF7FB1416E2}"/>
              </a:ext>
            </a:extLst>
          </p:cNvPr>
          <p:cNvSpPr>
            <a:spLocks noGrp="1"/>
          </p:cNvSpPr>
          <p:nvPr>
            <p:ph type="sldNum" sz="quarter" idx="4"/>
          </p:nvPr>
        </p:nvSpPr>
        <p:spPr/>
        <p:txBody>
          <a:bodyPr/>
          <a:lstStyle/>
          <a:p>
            <a:fld id="{4A6E37D3-C5B8-47CF-A969-131D6B6A5E01}" type="slidenum">
              <a:rPr lang="en-US" smtClean="0"/>
              <a:t>19</a:t>
            </a:fld>
            <a:endParaRPr lang="en-US" dirty="0"/>
          </a:p>
        </p:txBody>
      </p:sp>
      <p:pic>
        <p:nvPicPr>
          <p:cNvPr id="5" name="Picture 4">
            <a:extLst>
              <a:ext uri="{FF2B5EF4-FFF2-40B4-BE49-F238E27FC236}">
                <a16:creationId xmlns:a16="http://schemas.microsoft.com/office/drawing/2014/main" id="{3937BF37-B579-4111-B244-955110F0B485}"/>
              </a:ext>
            </a:extLst>
          </p:cNvPr>
          <p:cNvPicPr>
            <a:picLocks noChangeAspect="1"/>
          </p:cNvPicPr>
          <p:nvPr/>
        </p:nvPicPr>
        <p:blipFill>
          <a:blip r:embed="rId3"/>
          <a:stretch>
            <a:fillRect/>
          </a:stretch>
        </p:blipFill>
        <p:spPr>
          <a:xfrm>
            <a:off x="6581028" y="1163358"/>
            <a:ext cx="1922774" cy="1449476"/>
          </a:xfrm>
          <a:prstGeom prst="rect">
            <a:avLst/>
          </a:prstGeom>
        </p:spPr>
      </p:pic>
      <p:sp>
        <p:nvSpPr>
          <p:cNvPr id="7" name="Rectangle 6">
            <a:extLst>
              <a:ext uri="{FF2B5EF4-FFF2-40B4-BE49-F238E27FC236}">
                <a16:creationId xmlns:a16="http://schemas.microsoft.com/office/drawing/2014/main" id="{ABE22098-3B05-4179-A1C9-A9EC53EB3F8F}"/>
              </a:ext>
            </a:extLst>
          </p:cNvPr>
          <p:cNvSpPr/>
          <p:nvPr/>
        </p:nvSpPr>
        <p:spPr>
          <a:xfrm>
            <a:off x="6177042" y="2591065"/>
            <a:ext cx="2394463" cy="523220"/>
          </a:xfrm>
          <a:prstGeom prst="rect">
            <a:avLst/>
          </a:prstGeom>
        </p:spPr>
        <p:txBody>
          <a:bodyPr wrap="square">
            <a:spAutoFit/>
          </a:bodyPr>
          <a:lstStyle/>
          <a:p>
            <a:r>
              <a:rPr lang="en-US" sz="1400" dirty="0"/>
              <a:t>Low noise HTS SQUID</a:t>
            </a:r>
          </a:p>
          <a:p>
            <a:r>
              <a:rPr lang="en-US" sz="1400" dirty="0"/>
              <a:t>(&lt;1 mm)</a:t>
            </a:r>
          </a:p>
        </p:txBody>
      </p:sp>
      <p:pic>
        <p:nvPicPr>
          <p:cNvPr id="10" name="Picture 9">
            <a:extLst>
              <a:ext uri="{FF2B5EF4-FFF2-40B4-BE49-F238E27FC236}">
                <a16:creationId xmlns:a16="http://schemas.microsoft.com/office/drawing/2014/main" id="{00EA524F-6D81-47D0-BEB2-B9402CAAC835}"/>
              </a:ext>
            </a:extLst>
          </p:cNvPr>
          <p:cNvPicPr>
            <a:picLocks noChangeAspect="1"/>
          </p:cNvPicPr>
          <p:nvPr/>
        </p:nvPicPr>
        <p:blipFill>
          <a:blip r:embed="rId4"/>
          <a:stretch>
            <a:fillRect/>
          </a:stretch>
        </p:blipFill>
        <p:spPr>
          <a:xfrm>
            <a:off x="9316505" y="1181820"/>
            <a:ext cx="2373839" cy="1834330"/>
          </a:xfrm>
          <a:prstGeom prst="rect">
            <a:avLst/>
          </a:prstGeom>
        </p:spPr>
      </p:pic>
      <p:cxnSp>
        <p:nvCxnSpPr>
          <p:cNvPr id="11" name="Straight Arrow Connector 10">
            <a:extLst>
              <a:ext uri="{FF2B5EF4-FFF2-40B4-BE49-F238E27FC236}">
                <a16:creationId xmlns:a16="http://schemas.microsoft.com/office/drawing/2014/main" id="{C74BCF70-C1F5-4FEE-826E-3405666A0043}"/>
              </a:ext>
            </a:extLst>
          </p:cNvPr>
          <p:cNvCxnSpPr>
            <a:cxnSpLocks/>
          </p:cNvCxnSpPr>
          <p:nvPr/>
        </p:nvCxnSpPr>
        <p:spPr>
          <a:xfrm>
            <a:off x="8358464" y="1806281"/>
            <a:ext cx="1611159" cy="250232"/>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773054B7-AC82-4F2B-B7E0-39FEE3A8A052}"/>
              </a:ext>
            </a:extLst>
          </p:cNvPr>
          <p:cNvSpPr/>
          <p:nvPr/>
        </p:nvSpPr>
        <p:spPr>
          <a:xfrm>
            <a:off x="9532309" y="2887744"/>
            <a:ext cx="2394463" cy="1169551"/>
          </a:xfrm>
          <a:prstGeom prst="rect">
            <a:avLst/>
          </a:prstGeom>
        </p:spPr>
        <p:txBody>
          <a:bodyPr wrap="square">
            <a:spAutoFit/>
          </a:bodyPr>
          <a:lstStyle/>
          <a:p>
            <a:r>
              <a:rPr lang="en-US" sz="1400" dirty="0"/>
              <a:t>Package of 3 for X, Y, Z components, with input coils , shielding etc. (~4 cm x 4cm x 4 cm)</a:t>
            </a:r>
          </a:p>
          <a:p>
            <a:endParaRPr lang="en-US" sz="1400" dirty="0"/>
          </a:p>
        </p:txBody>
      </p:sp>
      <p:cxnSp>
        <p:nvCxnSpPr>
          <p:cNvPr id="13" name="Straight Arrow Connector 12">
            <a:extLst>
              <a:ext uri="{FF2B5EF4-FFF2-40B4-BE49-F238E27FC236}">
                <a16:creationId xmlns:a16="http://schemas.microsoft.com/office/drawing/2014/main" id="{63A346B7-BC31-4B70-8A3C-56A8BC8097FA}"/>
              </a:ext>
            </a:extLst>
          </p:cNvPr>
          <p:cNvCxnSpPr>
            <a:cxnSpLocks/>
          </p:cNvCxnSpPr>
          <p:nvPr/>
        </p:nvCxnSpPr>
        <p:spPr>
          <a:xfrm flipH="1">
            <a:off x="7936637" y="2894341"/>
            <a:ext cx="1595672" cy="2868878"/>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0926330"/>
      </p:ext>
    </p:extLst>
  </p:cSld>
  <p:clrMapOvr>
    <a:masterClrMapping/>
  </p:clrMapOvr>
  <p:transition spd="slow">
    <p:fade thruBlk="1"/>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88987-1E97-359E-4A87-E8732551DBA8}"/>
              </a:ext>
            </a:extLst>
          </p:cNvPr>
          <p:cNvSpPr>
            <a:spLocks noGrp="1"/>
          </p:cNvSpPr>
          <p:nvPr>
            <p:ph type="title"/>
          </p:nvPr>
        </p:nvSpPr>
        <p:spPr/>
        <p:txBody>
          <a:bodyPr/>
          <a:lstStyle/>
          <a:p>
            <a:r>
              <a:rPr lang="en-US" dirty="0"/>
              <a:t>Fluxgate Technology</a:t>
            </a:r>
          </a:p>
        </p:txBody>
      </p:sp>
      <p:sp>
        <p:nvSpPr>
          <p:cNvPr id="4" name="Slide Number Placeholder 3">
            <a:extLst>
              <a:ext uri="{FF2B5EF4-FFF2-40B4-BE49-F238E27FC236}">
                <a16:creationId xmlns:a16="http://schemas.microsoft.com/office/drawing/2014/main" id="{86FE46AE-33BB-EB20-6762-2EDD68E016C4}"/>
              </a:ext>
            </a:extLst>
          </p:cNvPr>
          <p:cNvSpPr>
            <a:spLocks noGrp="1"/>
          </p:cNvSpPr>
          <p:nvPr>
            <p:ph type="sldNum" sz="quarter" idx="4"/>
          </p:nvPr>
        </p:nvSpPr>
        <p:spPr/>
        <p:txBody>
          <a:bodyPr/>
          <a:lstStyle/>
          <a:p>
            <a:fld id="{4A6E37D3-C5B8-47CF-A969-131D6B6A5E01}" type="slidenum">
              <a:rPr lang="en-US" smtClean="0"/>
              <a:t>20</a:t>
            </a:fld>
            <a:endParaRPr lang="en-US" dirty="0"/>
          </a:p>
        </p:txBody>
      </p:sp>
      <p:grpSp>
        <p:nvGrpSpPr>
          <p:cNvPr id="139" name="Group 138">
            <a:extLst>
              <a:ext uri="{FF2B5EF4-FFF2-40B4-BE49-F238E27FC236}">
                <a16:creationId xmlns:a16="http://schemas.microsoft.com/office/drawing/2014/main" id="{6F1B387A-DBB4-923D-78F0-7508183A3E51}"/>
              </a:ext>
            </a:extLst>
          </p:cNvPr>
          <p:cNvGrpSpPr/>
          <p:nvPr/>
        </p:nvGrpSpPr>
        <p:grpSpPr>
          <a:xfrm>
            <a:off x="4701773" y="1745143"/>
            <a:ext cx="3587948" cy="3240360"/>
            <a:chOff x="673188" y="2076932"/>
            <a:chExt cx="3456803" cy="3865658"/>
          </a:xfrm>
        </p:grpSpPr>
        <p:pic>
          <p:nvPicPr>
            <p:cNvPr id="5" name="Picture 4">
              <a:extLst>
                <a:ext uri="{FF2B5EF4-FFF2-40B4-BE49-F238E27FC236}">
                  <a16:creationId xmlns:a16="http://schemas.microsoft.com/office/drawing/2014/main" id="{AC40DEF1-70E6-E76D-5346-AD0C4E42F0FA}"/>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73188" y="2076932"/>
              <a:ext cx="3456803" cy="2379990"/>
            </a:xfrm>
            <a:prstGeom prst="rect">
              <a:avLst/>
            </a:prstGeom>
          </p:spPr>
        </p:pic>
        <p:pic>
          <p:nvPicPr>
            <p:cNvPr id="6" name="Picture 5">
              <a:extLst>
                <a:ext uri="{FF2B5EF4-FFF2-40B4-BE49-F238E27FC236}">
                  <a16:creationId xmlns:a16="http://schemas.microsoft.com/office/drawing/2014/main" id="{828FEEA7-B56B-7C5F-3C0F-D0845EDD58A9}"/>
                </a:ext>
              </a:extLst>
            </p:cNvPr>
            <p:cNvPicPr>
              <a:picLocks noChangeAspect="1"/>
            </p:cNvPicPr>
            <p:nvPr/>
          </p:nvPicPr>
          <p:blipFill rotWithShape="1">
            <a:blip r:embed="rId3"/>
            <a:srcRect l="18234" r="9502"/>
            <a:stretch/>
          </p:blipFill>
          <p:spPr>
            <a:xfrm>
              <a:off x="792930" y="4229766"/>
              <a:ext cx="1786552" cy="1637905"/>
            </a:xfrm>
            <a:prstGeom prst="rect">
              <a:avLst/>
            </a:prstGeom>
          </p:spPr>
        </p:pic>
        <p:cxnSp>
          <p:nvCxnSpPr>
            <p:cNvPr id="11" name="Straight Connector 10">
              <a:extLst>
                <a:ext uri="{FF2B5EF4-FFF2-40B4-BE49-F238E27FC236}">
                  <a16:creationId xmlns:a16="http://schemas.microsoft.com/office/drawing/2014/main" id="{A1DBF0BA-9573-C70B-EAD6-96F7986927C1}"/>
                </a:ext>
              </a:extLst>
            </p:cNvPr>
            <p:cNvCxnSpPr>
              <a:cxnSpLocks/>
            </p:cNvCxnSpPr>
            <p:nvPr/>
          </p:nvCxnSpPr>
          <p:spPr>
            <a:xfrm flipV="1">
              <a:off x="2191282" y="4104029"/>
              <a:ext cx="815059" cy="470779"/>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EFC6146-887C-E3DE-C54A-07078BECB5DC}"/>
                </a:ext>
              </a:extLst>
            </p:cNvPr>
            <p:cNvCxnSpPr>
              <a:cxnSpLocks/>
            </p:cNvCxnSpPr>
            <p:nvPr/>
          </p:nvCxnSpPr>
          <p:spPr>
            <a:xfrm flipV="1">
              <a:off x="2154521" y="4248225"/>
              <a:ext cx="1307491" cy="413578"/>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B6E1486-3857-92E9-5988-C2F5B6198E76}"/>
                </a:ext>
              </a:extLst>
            </p:cNvPr>
            <p:cNvCxnSpPr>
              <a:cxnSpLocks/>
            </p:cNvCxnSpPr>
            <p:nvPr/>
          </p:nvCxnSpPr>
          <p:spPr>
            <a:xfrm flipV="1">
              <a:off x="2213713" y="4455014"/>
              <a:ext cx="1683584" cy="321191"/>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13B6336-2063-454C-F09B-54B3FCE3BC00}"/>
                </a:ext>
              </a:extLst>
            </p:cNvPr>
            <p:cNvSpPr txBox="1"/>
            <p:nvPr/>
          </p:nvSpPr>
          <p:spPr>
            <a:xfrm>
              <a:off x="810723" y="5573258"/>
              <a:ext cx="1945505" cy="369332"/>
            </a:xfrm>
            <a:prstGeom prst="rect">
              <a:avLst/>
            </a:prstGeom>
            <a:noFill/>
          </p:spPr>
          <p:txBody>
            <a:bodyPr wrap="square" rtlCol="0">
              <a:spAutoFit/>
            </a:bodyPr>
            <a:lstStyle/>
            <a:p>
              <a:r>
                <a:rPr lang="en-US" dirty="0"/>
                <a:t>ECM sensors</a:t>
              </a:r>
            </a:p>
          </p:txBody>
        </p:sp>
      </p:grpSp>
      <p:sp>
        <p:nvSpPr>
          <p:cNvPr id="15" name="TextBox 14">
            <a:extLst>
              <a:ext uri="{FF2B5EF4-FFF2-40B4-BE49-F238E27FC236}">
                <a16:creationId xmlns:a16="http://schemas.microsoft.com/office/drawing/2014/main" id="{A14EBF87-85A1-57F8-4EEF-5A8D9B10513A}"/>
              </a:ext>
            </a:extLst>
          </p:cNvPr>
          <p:cNvSpPr txBox="1"/>
          <p:nvPr/>
        </p:nvSpPr>
        <p:spPr>
          <a:xfrm>
            <a:off x="435005" y="1304864"/>
            <a:ext cx="4243603" cy="5632311"/>
          </a:xfrm>
          <a:prstGeom prst="rect">
            <a:avLst/>
          </a:prstGeom>
          <a:noFill/>
        </p:spPr>
        <p:txBody>
          <a:bodyPr wrap="square" rtlCol="0">
            <a:spAutoFit/>
          </a:bodyPr>
          <a:lstStyle/>
          <a:p>
            <a:pPr marL="285750" indent="-285750">
              <a:buFont typeface="Arial" panose="020B0604020202020204" pitchFamily="34" charset="0"/>
              <a:buChar char="•"/>
            </a:pPr>
            <a:r>
              <a:rPr lang="en-US" dirty="0"/>
              <a:t>Fluxgate magnetometers such as The Europa Clipper Magnetometer work by applying an alternating magnetic field to a magnetic material</a:t>
            </a:r>
          </a:p>
          <a:p>
            <a:pPr marL="285750" indent="-285750">
              <a:buFont typeface="Arial" panose="020B0604020202020204" pitchFamily="34" charset="0"/>
              <a:buChar char="•"/>
            </a:pPr>
            <a:r>
              <a:rPr lang="en-US" dirty="0"/>
              <a:t>The ambient magnetic field adds to the applied field to determine how the magnetization saturates during each cycle.</a:t>
            </a:r>
          </a:p>
          <a:p>
            <a:pPr marL="285750" indent="-285750">
              <a:buFont typeface="Arial" panose="020B0604020202020204" pitchFamily="34" charset="0"/>
              <a:buChar char="•"/>
            </a:pPr>
            <a:r>
              <a:rPr lang="en-US" dirty="0"/>
              <a:t>The magnetization is measured by a readout circuit  to find the ambient field</a:t>
            </a:r>
          </a:p>
          <a:p>
            <a:pPr marL="285750" indent="-285750">
              <a:buFont typeface="Arial" panose="020B0604020202020204" pitchFamily="34" charset="0"/>
              <a:buChar char="•"/>
            </a:pPr>
            <a:r>
              <a:rPr lang="en-US" dirty="0"/>
              <a:t>Placing these magnetometers on different spacecraft with km of separation would provide a sensitive measurement of the magnetic gradient (pT/m level)</a:t>
            </a:r>
          </a:p>
          <a:p>
            <a:pPr marL="285750" indent="-285750">
              <a:buFont typeface="Arial" panose="020B0604020202020204" pitchFamily="34" charset="0"/>
              <a:buChar char="•"/>
            </a:pPr>
            <a:r>
              <a:rPr lang="en-US" dirty="0"/>
              <a:t>About 1000 X less sensitive than SQUIDs, but workable with a long baseline</a:t>
            </a:r>
          </a:p>
          <a:p>
            <a:r>
              <a:rPr lang="en-US" dirty="0"/>
              <a:t> </a:t>
            </a:r>
          </a:p>
          <a:p>
            <a:endParaRPr lang="en-US" dirty="0"/>
          </a:p>
        </p:txBody>
      </p:sp>
      <p:grpSp>
        <p:nvGrpSpPr>
          <p:cNvPr id="76" name="Group 75">
            <a:extLst>
              <a:ext uri="{FF2B5EF4-FFF2-40B4-BE49-F238E27FC236}">
                <a16:creationId xmlns:a16="http://schemas.microsoft.com/office/drawing/2014/main" id="{9BBE17AD-755C-3030-33A7-EB7E1DB89387}"/>
              </a:ext>
            </a:extLst>
          </p:cNvPr>
          <p:cNvGrpSpPr/>
          <p:nvPr/>
        </p:nvGrpSpPr>
        <p:grpSpPr>
          <a:xfrm flipV="1">
            <a:off x="11269472" y="3086015"/>
            <a:ext cx="825917" cy="778524"/>
            <a:chOff x="10001384" y="1270725"/>
            <a:chExt cx="825917" cy="778524"/>
          </a:xfrm>
        </p:grpSpPr>
        <p:sp>
          <p:nvSpPr>
            <p:cNvPr id="77" name="Oval 76">
              <a:extLst>
                <a:ext uri="{FF2B5EF4-FFF2-40B4-BE49-F238E27FC236}">
                  <a16:creationId xmlns:a16="http://schemas.microsoft.com/office/drawing/2014/main" id="{D2C559EA-2F21-DABC-A39B-235EC1B54BEF}"/>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8" name="Straight Arrow Connector 77">
              <a:extLst>
                <a:ext uri="{FF2B5EF4-FFF2-40B4-BE49-F238E27FC236}">
                  <a16:creationId xmlns:a16="http://schemas.microsoft.com/office/drawing/2014/main" id="{D2E3E61B-3A0D-F6E6-541C-AE803A38D998}"/>
                </a:ext>
              </a:extLst>
            </p:cNvPr>
            <p:cNvCxnSpPr>
              <a:cxnSpLocks/>
            </p:cNvCxnSpPr>
            <p:nvPr/>
          </p:nvCxnSpPr>
          <p:spPr>
            <a:xfrm flipV="1">
              <a:off x="10444119" y="13510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AB486D7E-0BC4-6504-7673-DC1FEEFFB29F}"/>
                </a:ext>
              </a:extLst>
            </p:cNvPr>
            <p:cNvCxnSpPr>
              <a:cxnSpLocks/>
            </p:cNvCxnSpPr>
            <p:nvPr/>
          </p:nvCxnSpPr>
          <p:spPr>
            <a:xfrm flipV="1">
              <a:off x="10596519" y="1507587"/>
              <a:ext cx="83333" cy="15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99723202-36EE-89B3-BA7B-F3034F20CB4F}"/>
                </a:ext>
              </a:extLst>
            </p:cNvPr>
            <p:cNvCxnSpPr>
              <a:cxnSpLocks/>
            </p:cNvCxnSpPr>
            <p:nvPr/>
          </p:nvCxnSpPr>
          <p:spPr>
            <a:xfrm flipH="1" flipV="1">
              <a:off x="10251610" y="1500596"/>
              <a:ext cx="36121" cy="152400"/>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FB6F2BCD-7B45-AC64-121D-8915C9C3BD6A}"/>
                </a:ext>
              </a:extLst>
            </p:cNvPr>
            <p:cNvCxnSpPr>
              <a:cxnSpLocks/>
            </p:cNvCxnSpPr>
            <p:nvPr/>
          </p:nvCxnSpPr>
          <p:spPr>
            <a:xfrm flipV="1">
              <a:off x="10404010" y="1652996"/>
              <a:ext cx="0" cy="15657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E7E12480-EB34-056B-AD88-27265356F42E}"/>
                </a:ext>
              </a:extLst>
            </p:cNvPr>
            <p:cNvCxnSpPr>
              <a:cxnSpLocks/>
            </p:cNvCxnSpPr>
            <p:nvPr/>
          </p:nvCxnSpPr>
          <p:spPr>
            <a:xfrm flipV="1">
              <a:off x="10556410" y="18053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97698662-2B41-B22C-B693-D37CAB4040A3}"/>
                </a:ext>
              </a:extLst>
            </p:cNvPr>
            <p:cNvCxnSpPr>
              <a:cxnSpLocks/>
            </p:cNvCxnSpPr>
            <p:nvPr/>
          </p:nvCxnSpPr>
          <p:spPr>
            <a:xfrm flipH="1" flipV="1">
              <a:off x="10251610" y="1809567"/>
              <a:ext cx="36121" cy="1387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4" name="Group 83">
            <a:extLst>
              <a:ext uri="{FF2B5EF4-FFF2-40B4-BE49-F238E27FC236}">
                <a16:creationId xmlns:a16="http://schemas.microsoft.com/office/drawing/2014/main" id="{B91CE0DF-5D46-81DB-76E5-335106517FA3}"/>
              </a:ext>
            </a:extLst>
          </p:cNvPr>
          <p:cNvGrpSpPr/>
          <p:nvPr/>
        </p:nvGrpSpPr>
        <p:grpSpPr>
          <a:xfrm flipV="1">
            <a:off x="10033821" y="4745821"/>
            <a:ext cx="825917" cy="778524"/>
            <a:chOff x="10001384" y="1270725"/>
            <a:chExt cx="825917" cy="778524"/>
          </a:xfrm>
        </p:grpSpPr>
        <p:sp>
          <p:nvSpPr>
            <p:cNvPr id="85" name="Oval 84">
              <a:extLst>
                <a:ext uri="{FF2B5EF4-FFF2-40B4-BE49-F238E27FC236}">
                  <a16:creationId xmlns:a16="http://schemas.microsoft.com/office/drawing/2014/main" id="{98952690-9850-DF61-EEFD-5541B25D7A12}"/>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6" name="Straight Arrow Connector 85">
              <a:extLst>
                <a:ext uri="{FF2B5EF4-FFF2-40B4-BE49-F238E27FC236}">
                  <a16:creationId xmlns:a16="http://schemas.microsoft.com/office/drawing/2014/main" id="{968B606F-485D-73B1-4739-FF87EC4275B4}"/>
                </a:ext>
              </a:extLst>
            </p:cNvPr>
            <p:cNvCxnSpPr>
              <a:cxnSpLocks/>
            </p:cNvCxnSpPr>
            <p:nvPr/>
          </p:nvCxnSpPr>
          <p:spPr>
            <a:xfrm flipV="1">
              <a:off x="10444119" y="13510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F40B27F4-8110-115F-3941-3DF7110D80E6}"/>
                </a:ext>
              </a:extLst>
            </p:cNvPr>
            <p:cNvCxnSpPr>
              <a:cxnSpLocks/>
            </p:cNvCxnSpPr>
            <p:nvPr/>
          </p:nvCxnSpPr>
          <p:spPr>
            <a:xfrm flipV="1">
              <a:off x="10596519" y="15034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B9BFFEA2-CAB1-4AE7-DE62-FF954D9F73D2}"/>
                </a:ext>
              </a:extLst>
            </p:cNvPr>
            <p:cNvCxnSpPr>
              <a:cxnSpLocks/>
            </p:cNvCxnSpPr>
            <p:nvPr/>
          </p:nvCxnSpPr>
          <p:spPr>
            <a:xfrm flipV="1">
              <a:off x="10251610" y="15005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85FAF1DC-4487-723C-93BA-38781B0EF851}"/>
                </a:ext>
              </a:extLst>
            </p:cNvPr>
            <p:cNvCxnSpPr>
              <a:cxnSpLocks/>
            </p:cNvCxnSpPr>
            <p:nvPr/>
          </p:nvCxnSpPr>
          <p:spPr>
            <a:xfrm flipV="1">
              <a:off x="10404010" y="16529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606D0AE3-CC0D-BCE1-8802-1C26D299722D}"/>
                </a:ext>
              </a:extLst>
            </p:cNvPr>
            <p:cNvCxnSpPr>
              <a:cxnSpLocks/>
            </p:cNvCxnSpPr>
            <p:nvPr/>
          </p:nvCxnSpPr>
          <p:spPr>
            <a:xfrm flipV="1">
              <a:off x="10556410" y="18053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23CFA21C-787D-E64B-22AF-3BA1B41ABE61}"/>
                </a:ext>
              </a:extLst>
            </p:cNvPr>
            <p:cNvCxnSpPr>
              <a:cxnSpLocks/>
            </p:cNvCxnSpPr>
            <p:nvPr/>
          </p:nvCxnSpPr>
          <p:spPr>
            <a:xfrm flipV="1">
              <a:off x="10287731" y="1791739"/>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2" name="Group 91">
            <a:extLst>
              <a:ext uri="{FF2B5EF4-FFF2-40B4-BE49-F238E27FC236}">
                <a16:creationId xmlns:a16="http://schemas.microsoft.com/office/drawing/2014/main" id="{074AF783-115F-7088-127A-5FD0C59F52A7}"/>
              </a:ext>
            </a:extLst>
          </p:cNvPr>
          <p:cNvGrpSpPr/>
          <p:nvPr/>
        </p:nvGrpSpPr>
        <p:grpSpPr>
          <a:xfrm flipV="1">
            <a:off x="10030131" y="1615406"/>
            <a:ext cx="825917" cy="778524"/>
            <a:chOff x="10001384" y="1270725"/>
            <a:chExt cx="825917" cy="778524"/>
          </a:xfrm>
        </p:grpSpPr>
        <p:sp>
          <p:nvSpPr>
            <p:cNvPr id="93" name="Oval 92">
              <a:extLst>
                <a:ext uri="{FF2B5EF4-FFF2-40B4-BE49-F238E27FC236}">
                  <a16:creationId xmlns:a16="http://schemas.microsoft.com/office/drawing/2014/main" id="{BE430C5D-8F40-B408-459A-F8CE12569BE2}"/>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4" name="Straight Arrow Connector 93">
              <a:extLst>
                <a:ext uri="{FF2B5EF4-FFF2-40B4-BE49-F238E27FC236}">
                  <a16:creationId xmlns:a16="http://schemas.microsoft.com/office/drawing/2014/main" id="{88B35BFA-A620-3B88-E715-9407777AC818}"/>
                </a:ext>
              </a:extLst>
            </p:cNvPr>
            <p:cNvCxnSpPr>
              <a:cxnSpLocks/>
            </p:cNvCxnSpPr>
            <p:nvPr/>
          </p:nvCxnSpPr>
          <p:spPr>
            <a:xfrm flipV="1">
              <a:off x="10444119" y="13510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Straight Arrow Connector 94">
              <a:extLst>
                <a:ext uri="{FF2B5EF4-FFF2-40B4-BE49-F238E27FC236}">
                  <a16:creationId xmlns:a16="http://schemas.microsoft.com/office/drawing/2014/main" id="{4C5078E0-3C36-C7CD-A909-933A37CEB0FF}"/>
                </a:ext>
              </a:extLst>
            </p:cNvPr>
            <p:cNvCxnSpPr>
              <a:cxnSpLocks/>
            </p:cNvCxnSpPr>
            <p:nvPr/>
          </p:nvCxnSpPr>
          <p:spPr>
            <a:xfrm flipV="1">
              <a:off x="10596519" y="15034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61640086-916B-233F-B382-23D447976937}"/>
                </a:ext>
              </a:extLst>
            </p:cNvPr>
            <p:cNvCxnSpPr>
              <a:cxnSpLocks/>
            </p:cNvCxnSpPr>
            <p:nvPr/>
          </p:nvCxnSpPr>
          <p:spPr>
            <a:xfrm flipV="1">
              <a:off x="10251610" y="15005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79BCC2F9-D062-DAB5-C110-ADAEC0856DA6}"/>
                </a:ext>
              </a:extLst>
            </p:cNvPr>
            <p:cNvCxnSpPr>
              <a:cxnSpLocks/>
            </p:cNvCxnSpPr>
            <p:nvPr/>
          </p:nvCxnSpPr>
          <p:spPr>
            <a:xfrm flipV="1">
              <a:off x="10404010" y="16529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009F3DD0-1967-6471-8539-FC408CC09F8B}"/>
                </a:ext>
              </a:extLst>
            </p:cNvPr>
            <p:cNvCxnSpPr>
              <a:cxnSpLocks/>
            </p:cNvCxnSpPr>
            <p:nvPr/>
          </p:nvCxnSpPr>
          <p:spPr>
            <a:xfrm flipV="1">
              <a:off x="10556410" y="18053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5907498A-646C-0A8C-332B-72C0C4DA973A}"/>
                </a:ext>
              </a:extLst>
            </p:cNvPr>
            <p:cNvCxnSpPr>
              <a:cxnSpLocks/>
            </p:cNvCxnSpPr>
            <p:nvPr/>
          </p:nvCxnSpPr>
          <p:spPr>
            <a:xfrm flipV="1">
              <a:off x="10287731" y="1791739"/>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00" name="Group 99">
            <a:extLst>
              <a:ext uri="{FF2B5EF4-FFF2-40B4-BE49-F238E27FC236}">
                <a16:creationId xmlns:a16="http://schemas.microsoft.com/office/drawing/2014/main" id="{29673348-4DC4-9567-CBBA-81D86F1F7E71}"/>
              </a:ext>
            </a:extLst>
          </p:cNvPr>
          <p:cNvGrpSpPr/>
          <p:nvPr/>
        </p:nvGrpSpPr>
        <p:grpSpPr>
          <a:xfrm flipV="1">
            <a:off x="8721843" y="3147839"/>
            <a:ext cx="825917" cy="778524"/>
            <a:chOff x="10001384" y="1270725"/>
            <a:chExt cx="825917" cy="778524"/>
          </a:xfrm>
        </p:grpSpPr>
        <p:sp>
          <p:nvSpPr>
            <p:cNvPr id="101" name="Oval 100">
              <a:extLst>
                <a:ext uri="{FF2B5EF4-FFF2-40B4-BE49-F238E27FC236}">
                  <a16:creationId xmlns:a16="http://schemas.microsoft.com/office/drawing/2014/main" id="{5AE085D2-6601-BEED-9EAE-E2C6F9A80C0A}"/>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2" name="Straight Arrow Connector 101">
              <a:extLst>
                <a:ext uri="{FF2B5EF4-FFF2-40B4-BE49-F238E27FC236}">
                  <a16:creationId xmlns:a16="http://schemas.microsoft.com/office/drawing/2014/main" id="{04DA3C50-2224-B7E5-F79B-02ACA868A6E3}"/>
                </a:ext>
              </a:extLst>
            </p:cNvPr>
            <p:cNvCxnSpPr>
              <a:cxnSpLocks/>
            </p:cNvCxnSpPr>
            <p:nvPr/>
          </p:nvCxnSpPr>
          <p:spPr>
            <a:xfrm flipV="1">
              <a:off x="10444119" y="13510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C0CC018C-286F-6F01-B70A-93BD0832FEA1}"/>
                </a:ext>
              </a:extLst>
            </p:cNvPr>
            <p:cNvCxnSpPr>
              <a:cxnSpLocks/>
            </p:cNvCxnSpPr>
            <p:nvPr/>
          </p:nvCxnSpPr>
          <p:spPr>
            <a:xfrm flipH="1" flipV="1">
              <a:off x="10596519" y="1503416"/>
              <a:ext cx="100576"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48E175E8-EA3B-AF80-0E94-CB91C9FD966B}"/>
                </a:ext>
              </a:extLst>
            </p:cNvPr>
            <p:cNvCxnSpPr>
              <a:cxnSpLocks/>
            </p:cNvCxnSpPr>
            <p:nvPr/>
          </p:nvCxnSpPr>
          <p:spPr>
            <a:xfrm flipV="1">
              <a:off x="10251610" y="15005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a:extLst>
                <a:ext uri="{FF2B5EF4-FFF2-40B4-BE49-F238E27FC236}">
                  <a16:creationId xmlns:a16="http://schemas.microsoft.com/office/drawing/2014/main" id="{782F943B-A38B-24F1-C798-6C40B2A4B413}"/>
                </a:ext>
              </a:extLst>
            </p:cNvPr>
            <p:cNvCxnSpPr>
              <a:cxnSpLocks/>
            </p:cNvCxnSpPr>
            <p:nvPr/>
          </p:nvCxnSpPr>
          <p:spPr>
            <a:xfrm flipV="1">
              <a:off x="10404010" y="1659987"/>
              <a:ext cx="40109" cy="1495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755FB0C7-C020-C72A-78BB-91E1B92B9E7E}"/>
                </a:ext>
              </a:extLst>
            </p:cNvPr>
            <p:cNvCxnSpPr>
              <a:cxnSpLocks/>
            </p:cNvCxnSpPr>
            <p:nvPr/>
          </p:nvCxnSpPr>
          <p:spPr>
            <a:xfrm flipV="1">
              <a:off x="10556410" y="18053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6DC851E2-B786-BB97-580D-19616B590561}"/>
                </a:ext>
              </a:extLst>
            </p:cNvPr>
            <p:cNvCxnSpPr>
              <a:cxnSpLocks/>
            </p:cNvCxnSpPr>
            <p:nvPr/>
          </p:nvCxnSpPr>
          <p:spPr>
            <a:xfrm flipV="1">
              <a:off x="10251610" y="1791739"/>
              <a:ext cx="36121" cy="170228"/>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8" name="Arrow: Right 107">
            <a:extLst>
              <a:ext uri="{FF2B5EF4-FFF2-40B4-BE49-F238E27FC236}">
                <a16:creationId xmlns:a16="http://schemas.microsoft.com/office/drawing/2014/main" id="{D57812B4-C5DD-AD4C-E797-6A3175D4C8DB}"/>
              </a:ext>
            </a:extLst>
          </p:cNvPr>
          <p:cNvSpPr/>
          <p:nvPr/>
        </p:nvSpPr>
        <p:spPr>
          <a:xfrm rot="7839999">
            <a:off x="9742306" y="2419553"/>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Arrow: Right 108">
            <a:extLst>
              <a:ext uri="{FF2B5EF4-FFF2-40B4-BE49-F238E27FC236}">
                <a16:creationId xmlns:a16="http://schemas.microsoft.com/office/drawing/2014/main" id="{DAFC10E4-FFC2-C45E-D10B-9F0C513F9908}"/>
              </a:ext>
            </a:extLst>
          </p:cNvPr>
          <p:cNvSpPr/>
          <p:nvPr/>
        </p:nvSpPr>
        <p:spPr>
          <a:xfrm rot="2146738">
            <a:off x="9770720" y="4053569"/>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Arrow: Right 109">
            <a:extLst>
              <a:ext uri="{FF2B5EF4-FFF2-40B4-BE49-F238E27FC236}">
                <a16:creationId xmlns:a16="http://schemas.microsoft.com/office/drawing/2014/main" id="{52AD806F-D125-CEFE-4185-697D7D321826}"/>
              </a:ext>
            </a:extLst>
          </p:cNvPr>
          <p:cNvSpPr/>
          <p:nvPr/>
        </p:nvSpPr>
        <p:spPr>
          <a:xfrm rot="18635847">
            <a:off x="10766521" y="4088797"/>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Arrow: Right 110">
            <a:extLst>
              <a:ext uri="{FF2B5EF4-FFF2-40B4-BE49-F238E27FC236}">
                <a16:creationId xmlns:a16="http://schemas.microsoft.com/office/drawing/2014/main" id="{CB84004A-F4DE-387F-2293-31730BFFBC8E}"/>
              </a:ext>
            </a:extLst>
          </p:cNvPr>
          <p:cNvSpPr/>
          <p:nvPr/>
        </p:nvSpPr>
        <p:spPr>
          <a:xfrm rot="12952359">
            <a:off x="10898690" y="2423108"/>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2" name="Group 111">
            <a:extLst>
              <a:ext uri="{FF2B5EF4-FFF2-40B4-BE49-F238E27FC236}">
                <a16:creationId xmlns:a16="http://schemas.microsoft.com/office/drawing/2014/main" id="{2697801E-E5C1-65B4-EA9E-B37C1C811737}"/>
              </a:ext>
            </a:extLst>
          </p:cNvPr>
          <p:cNvGrpSpPr/>
          <p:nvPr/>
        </p:nvGrpSpPr>
        <p:grpSpPr>
          <a:xfrm>
            <a:off x="10177946" y="1286105"/>
            <a:ext cx="465190" cy="252584"/>
            <a:chOff x="10275808" y="1197747"/>
            <a:chExt cx="465190" cy="339684"/>
          </a:xfrm>
        </p:grpSpPr>
        <p:cxnSp>
          <p:nvCxnSpPr>
            <p:cNvPr id="113" name="Straight Arrow Connector 112">
              <a:extLst>
                <a:ext uri="{FF2B5EF4-FFF2-40B4-BE49-F238E27FC236}">
                  <a16:creationId xmlns:a16="http://schemas.microsoft.com/office/drawing/2014/main" id="{7B8EDC0A-1355-F9B6-0A6D-A3429EF4D124}"/>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Straight Arrow Connector 113">
              <a:extLst>
                <a:ext uri="{FF2B5EF4-FFF2-40B4-BE49-F238E27FC236}">
                  <a16:creationId xmlns:a16="http://schemas.microsoft.com/office/drawing/2014/main" id="{958C5C76-5DD0-D1C5-1816-051357E07A4E}"/>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A403974F-5118-6DF2-E747-FD3A19AC2D05}"/>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6" name="Group 115">
            <a:extLst>
              <a:ext uri="{FF2B5EF4-FFF2-40B4-BE49-F238E27FC236}">
                <a16:creationId xmlns:a16="http://schemas.microsoft.com/office/drawing/2014/main" id="{D269A4C4-C375-D70E-B5DC-2E04C1F1CFEA}"/>
              </a:ext>
            </a:extLst>
          </p:cNvPr>
          <p:cNvGrpSpPr/>
          <p:nvPr/>
        </p:nvGrpSpPr>
        <p:grpSpPr>
          <a:xfrm>
            <a:off x="10202686" y="2515261"/>
            <a:ext cx="465190" cy="252584"/>
            <a:chOff x="10275808" y="1197747"/>
            <a:chExt cx="465190" cy="339684"/>
          </a:xfrm>
        </p:grpSpPr>
        <p:cxnSp>
          <p:nvCxnSpPr>
            <p:cNvPr id="117" name="Straight Arrow Connector 116">
              <a:extLst>
                <a:ext uri="{FF2B5EF4-FFF2-40B4-BE49-F238E27FC236}">
                  <a16:creationId xmlns:a16="http://schemas.microsoft.com/office/drawing/2014/main" id="{4F17AE50-D532-1C65-9F57-7CBA8D9C5F1C}"/>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806E8D5-7758-2878-0B9E-56C27C4BFCD6}"/>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EB989011-ABF1-7DD5-56BA-FC7B09DD9639}"/>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0" name="Group 119">
            <a:extLst>
              <a:ext uri="{FF2B5EF4-FFF2-40B4-BE49-F238E27FC236}">
                <a16:creationId xmlns:a16="http://schemas.microsoft.com/office/drawing/2014/main" id="{A4928F71-2FF2-0312-BF64-D94DBC315888}"/>
              </a:ext>
            </a:extLst>
          </p:cNvPr>
          <p:cNvGrpSpPr/>
          <p:nvPr/>
        </p:nvGrpSpPr>
        <p:grpSpPr>
          <a:xfrm rot="10800000">
            <a:off x="10262113" y="5549482"/>
            <a:ext cx="465190" cy="252584"/>
            <a:chOff x="10275808" y="1197747"/>
            <a:chExt cx="465190" cy="339684"/>
          </a:xfrm>
        </p:grpSpPr>
        <p:cxnSp>
          <p:nvCxnSpPr>
            <p:cNvPr id="121" name="Straight Arrow Connector 120">
              <a:extLst>
                <a:ext uri="{FF2B5EF4-FFF2-40B4-BE49-F238E27FC236}">
                  <a16:creationId xmlns:a16="http://schemas.microsoft.com/office/drawing/2014/main" id="{EADF8DAA-C761-0652-1B94-89A889E85757}"/>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Straight Arrow Connector 121">
              <a:extLst>
                <a:ext uri="{FF2B5EF4-FFF2-40B4-BE49-F238E27FC236}">
                  <a16:creationId xmlns:a16="http://schemas.microsoft.com/office/drawing/2014/main" id="{2F79D7E7-07EA-9292-E923-AA7EE8C884B9}"/>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a:extLst>
                <a:ext uri="{FF2B5EF4-FFF2-40B4-BE49-F238E27FC236}">
                  <a16:creationId xmlns:a16="http://schemas.microsoft.com/office/drawing/2014/main" id="{06A19C75-49D3-7B34-7BB4-26AEBD303212}"/>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4" name="Group 123">
            <a:extLst>
              <a:ext uri="{FF2B5EF4-FFF2-40B4-BE49-F238E27FC236}">
                <a16:creationId xmlns:a16="http://schemas.microsoft.com/office/drawing/2014/main" id="{48E65B1F-D057-6E92-54D7-16B623F7E36F}"/>
              </a:ext>
            </a:extLst>
          </p:cNvPr>
          <p:cNvGrpSpPr/>
          <p:nvPr/>
        </p:nvGrpSpPr>
        <p:grpSpPr>
          <a:xfrm rot="10800000">
            <a:off x="10237463" y="4407081"/>
            <a:ext cx="465190" cy="252584"/>
            <a:chOff x="10275808" y="1197747"/>
            <a:chExt cx="465190" cy="339684"/>
          </a:xfrm>
        </p:grpSpPr>
        <p:cxnSp>
          <p:nvCxnSpPr>
            <p:cNvPr id="125" name="Straight Arrow Connector 124">
              <a:extLst>
                <a:ext uri="{FF2B5EF4-FFF2-40B4-BE49-F238E27FC236}">
                  <a16:creationId xmlns:a16="http://schemas.microsoft.com/office/drawing/2014/main" id="{E5D97828-3AD7-1AA2-8C20-01FC18C87CB1}"/>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Straight Arrow Connector 125">
              <a:extLst>
                <a:ext uri="{FF2B5EF4-FFF2-40B4-BE49-F238E27FC236}">
                  <a16:creationId xmlns:a16="http://schemas.microsoft.com/office/drawing/2014/main" id="{6D35C20A-6A2D-2DFA-6FEE-4125D35D33A5}"/>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Straight Arrow Connector 126">
              <a:extLst>
                <a:ext uri="{FF2B5EF4-FFF2-40B4-BE49-F238E27FC236}">
                  <a16:creationId xmlns:a16="http://schemas.microsoft.com/office/drawing/2014/main" id="{45996E46-8498-979E-C72D-620227D3D64C}"/>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8" name="TextBox 127">
            <a:extLst>
              <a:ext uri="{FF2B5EF4-FFF2-40B4-BE49-F238E27FC236}">
                <a16:creationId xmlns:a16="http://schemas.microsoft.com/office/drawing/2014/main" id="{D3DE7C52-E370-9861-096A-4DB395EA473F}"/>
              </a:ext>
            </a:extLst>
          </p:cNvPr>
          <p:cNvSpPr txBox="1"/>
          <p:nvPr/>
        </p:nvSpPr>
        <p:spPr>
          <a:xfrm>
            <a:off x="10823340" y="1178177"/>
            <a:ext cx="1124600" cy="369332"/>
          </a:xfrm>
          <a:prstGeom prst="rect">
            <a:avLst/>
          </a:prstGeom>
          <a:noFill/>
        </p:spPr>
        <p:txBody>
          <a:bodyPr wrap="square" rtlCol="0">
            <a:spAutoFit/>
          </a:bodyPr>
          <a:lstStyle/>
          <a:p>
            <a:r>
              <a:rPr lang="en-US" dirty="0"/>
              <a:t>Polarized</a:t>
            </a:r>
          </a:p>
        </p:txBody>
      </p:sp>
      <p:sp>
        <p:nvSpPr>
          <p:cNvPr id="129" name="TextBox 128">
            <a:extLst>
              <a:ext uri="{FF2B5EF4-FFF2-40B4-BE49-F238E27FC236}">
                <a16:creationId xmlns:a16="http://schemas.microsoft.com/office/drawing/2014/main" id="{C931BB8B-5EDD-5479-3282-1F50E22AC683}"/>
              </a:ext>
            </a:extLst>
          </p:cNvPr>
          <p:cNvSpPr txBox="1"/>
          <p:nvPr/>
        </p:nvSpPr>
        <p:spPr>
          <a:xfrm>
            <a:off x="10855982" y="4797723"/>
            <a:ext cx="1309524" cy="646331"/>
          </a:xfrm>
          <a:prstGeom prst="rect">
            <a:avLst/>
          </a:prstGeom>
          <a:noFill/>
        </p:spPr>
        <p:txBody>
          <a:bodyPr wrap="square" rtlCol="0">
            <a:spAutoFit/>
          </a:bodyPr>
          <a:lstStyle/>
          <a:p>
            <a:r>
              <a:rPr lang="en-US" dirty="0"/>
              <a:t>Reversed polarization</a:t>
            </a:r>
          </a:p>
        </p:txBody>
      </p:sp>
      <p:sp>
        <p:nvSpPr>
          <p:cNvPr id="131" name="TextBox 130">
            <a:extLst>
              <a:ext uri="{FF2B5EF4-FFF2-40B4-BE49-F238E27FC236}">
                <a16:creationId xmlns:a16="http://schemas.microsoft.com/office/drawing/2014/main" id="{02CD3A29-CCA7-911F-B7F0-85C00700CAFA}"/>
              </a:ext>
            </a:extLst>
          </p:cNvPr>
          <p:cNvSpPr txBox="1"/>
          <p:nvPr/>
        </p:nvSpPr>
        <p:spPr>
          <a:xfrm>
            <a:off x="9000457" y="2048832"/>
            <a:ext cx="1224474" cy="646331"/>
          </a:xfrm>
          <a:prstGeom prst="rect">
            <a:avLst/>
          </a:prstGeom>
          <a:noFill/>
        </p:spPr>
        <p:txBody>
          <a:bodyPr wrap="square" rtlCol="0">
            <a:spAutoFit/>
          </a:bodyPr>
          <a:lstStyle/>
          <a:p>
            <a:r>
              <a:rPr lang="en-US" dirty="0"/>
              <a:t>8 kHz</a:t>
            </a:r>
          </a:p>
          <a:p>
            <a:r>
              <a:rPr lang="en-US" dirty="0"/>
              <a:t>Cycle</a:t>
            </a:r>
          </a:p>
        </p:txBody>
      </p:sp>
      <p:sp>
        <p:nvSpPr>
          <p:cNvPr id="135" name="TextBox 134">
            <a:extLst>
              <a:ext uri="{FF2B5EF4-FFF2-40B4-BE49-F238E27FC236}">
                <a16:creationId xmlns:a16="http://schemas.microsoft.com/office/drawing/2014/main" id="{A8405997-1B5B-6FBE-8E82-41192472B506}"/>
              </a:ext>
            </a:extLst>
          </p:cNvPr>
          <p:cNvSpPr txBox="1"/>
          <p:nvPr/>
        </p:nvSpPr>
        <p:spPr>
          <a:xfrm>
            <a:off x="9184632" y="1465276"/>
            <a:ext cx="869936" cy="461665"/>
          </a:xfrm>
          <a:prstGeom prst="rect">
            <a:avLst/>
          </a:prstGeom>
          <a:noFill/>
          <a:ln>
            <a:noFill/>
          </a:ln>
        </p:spPr>
        <p:txBody>
          <a:bodyPr wrap="square" rtlCol="0">
            <a:spAutoFit/>
          </a:bodyPr>
          <a:lstStyle/>
          <a:p>
            <a:r>
              <a:rPr lang="en-US" sz="1200" dirty="0">
                <a:solidFill>
                  <a:srgbClr val="0070C0"/>
                </a:solidFill>
              </a:rPr>
              <a:t>(magnetic </a:t>
            </a:r>
          </a:p>
          <a:p>
            <a:r>
              <a:rPr lang="en-US" sz="1200" dirty="0">
                <a:solidFill>
                  <a:srgbClr val="0070C0"/>
                </a:solidFill>
              </a:rPr>
              <a:t>domains)</a:t>
            </a:r>
          </a:p>
        </p:txBody>
      </p:sp>
      <p:sp>
        <p:nvSpPr>
          <p:cNvPr id="140" name="TextBox 139">
            <a:extLst>
              <a:ext uri="{FF2B5EF4-FFF2-40B4-BE49-F238E27FC236}">
                <a16:creationId xmlns:a16="http://schemas.microsoft.com/office/drawing/2014/main" id="{C0B54FAD-843E-8CBE-1AC6-B95373C97746}"/>
              </a:ext>
            </a:extLst>
          </p:cNvPr>
          <p:cNvSpPr txBox="1"/>
          <p:nvPr/>
        </p:nvSpPr>
        <p:spPr>
          <a:xfrm>
            <a:off x="7445638" y="4645594"/>
            <a:ext cx="2446917" cy="923330"/>
          </a:xfrm>
          <a:prstGeom prst="rect">
            <a:avLst/>
          </a:prstGeom>
          <a:noFill/>
        </p:spPr>
        <p:txBody>
          <a:bodyPr wrap="square" rtlCol="0">
            <a:spAutoFit/>
          </a:bodyPr>
          <a:lstStyle/>
          <a:p>
            <a:r>
              <a:rPr lang="en-US" dirty="0"/>
              <a:t>Onset of saturation is a measure of the ambient field</a:t>
            </a:r>
          </a:p>
        </p:txBody>
      </p:sp>
    </p:spTree>
    <p:extLst>
      <p:ext uri="{BB962C8B-B14F-4D97-AF65-F5344CB8AC3E}">
        <p14:creationId xmlns:p14="http://schemas.microsoft.com/office/powerpoint/2010/main" val="1265829065"/>
      </p:ext>
    </p:extLst>
  </p:cSld>
  <p:clrMapOvr>
    <a:masterClrMapping/>
  </p:clrMapOvr>
  <p:transition spd="slow">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9DA5D01-FC46-DE8B-F4F3-70E2B29B8BCB}"/>
              </a:ext>
            </a:extLst>
          </p:cNvPr>
          <p:cNvSpPr>
            <a:spLocks noGrp="1"/>
          </p:cNvSpPr>
          <p:nvPr>
            <p:ph sz="half" idx="1"/>
          </p:nvPr>
        </p:nvSpPr>
        <p:spPr>
          <a:xfrm>
            <a:off x="836501" y="2608434"/>
            <a:ext cx="5700822" cy="2987092"/>
          </a:xfrm>
        </p:spPr>
        <p:txBody>
          <a:bodyPr>
            <a:normAutofit/>
          </a:bodyPr>
          <a:lstStyle/>
          <a:p>
            <a:r>
              <a:rPr lang="en-US" sz="1600" dirty="0"/>
              <a:t>Option 1: Single Spacecraft</a:t>
            </a:r>
          </a:p>
          <a:p>
            <a:pPr lvl="1"/>
            <a:r>
              <a:rPr lang="en-US" sz="1200" dirty="0"/>
              <a:t>Gradiometer is ~20-meter boom</a:t>
            </a:r>
          </a:p>
          <a:p>
            <a:pPr lvl="1"/>
            <a:r>
              <a:rPr lang="en-US" sz="1200" dirty="0"/>
              <a:t>Requires a sensor with sub pT level noise</a:t>
            </a:r>
          </a:p>
          <a:p>
            <a:pPr lvl="1"/>
            <a:r>
              <a:rPr lang="en-US" sz="1200" dirty="0"/>
              <a:t>Relatively Insensitive to solar wind noise</a:t>
            </a:r>
          </a:p>
          <a:p>
            <a:pPr lvl="1"/>
            <a:r>
              <a:rPr lang="en-US" sz="1200" dirty="0"/>
              <a:t>We present this option</a:t>
            </a:r>
          </a:p>
          <a:p>
            <a:endParaRPr lang="en-US" sz="1600" dirty="0"/>
          </a:p>
        </p:txBody>
      </p:sp>
      <p:sp>
        <p:nvSpPr>
          <p:cNvPr id="3" name="Content Placeholder 2">
            <a:extLst>
              <a:ext uri="{FF2B5EF4-FFF2-40B4-BE49-F238E27FC236}">
                <a16:creationId xmlns:a16="http://schemas.microsoft.com/office/drawing/2014/main" id="{328AE782-B27F-B883-7F2F-2401F01E6EBB}"/>
              </a:ext>
            </a:extLst>
          </p:cNvPr>
          <p:cNvSpPr>
            <a:spLocks noGrp="1"/>
          </p:cNvSpPr>
          <p:nvPr>
            <p:ph sz="half" idx="2"/>
          </p:nvPr>
        </p:nvSpPr>
        <p:spPr>
          <a:xfrm>
            <a:off x="6388579" y="2537266"/>
            <a:ext cx="5700822" cy="2000530"/>
          </a:xfrm>
        </p:spPr>
        <p:txBody>
          <a:bodyPr>
            <a:normAutofit/>
          </a:bodyPr>
          <a:lstStyle/>
          <a:p>
            <a:r>
              <a:rPr lang="en-US" sz="1600" dirty="0"/>
              <a:t>Option two: Twin Spacecraft km apart</a:t>
            </a:r>
          </a:p>
          <a:p>
            <a:pPr lvl="1"/>
            <a:r>
              <a:rPr lang="en-US" sz="1200" dirty="0"/>
              <a:t>Gradiometer distance is between the spacecraft</a:t>
            </a:r>
          </a:p>
          <a:p>
            <a:pPr lvl="1"/>
            <a:r>
              <a:rPr lang="en-US" sz="1200" dirty="0"/>
              <a:t>Allows for a less sensitive magnetometer</a:t>
            </a:r>
          </a:p>
          <a:p>
            <a:pPr lvl="1"/>
            <a:r>
              <a:rPr lang="en-US" sz="1200" dirty="0"/>
              <a:t>Requires coordination between spacecraft</a:t>
            </a:r>
          </a:p>
          <a:p>
            <a:pPr lvl="1"/>
            <a:r>
              <a:rPr lang="en-US" sz="1200" dirty="0"/>
              <a:t>More susceptible to solar wind noise</a:t>
            </a:r>
          </a:p>
          <a:p>
            <a:pPr lvl="1"/>
            <a:r>
              <a:rPr lang="en-US" sz="1200" dirty="0"/>
              <a:t>Not yet investigated</a:t>
            </a:r>
          </a:p>
          <a:p>
            <a:pPr lvl="1"/>
            <a:endParaRPr lang="en-US" sz="1200" dirty="0"/>
          </a:p>
          <a:p>
            <a:pPr lvl="1"/>
            <a:endParaRPr lang="en-US" sz="1200" dirty="0"/>
          </a:p>
        </p:txBody>
      </p:sp>
      <p:sp>
        <p:nvSpPr>
          <p:cNvPr id="4" name="Slide Number Placeholder 3">
            <a:extLst>
              <a:ext uri="{FF2B5EF4-FFF2-40B4-BE49-F238E27FC236}">
                <a16:creationId xmlns:a16="http://schemas.microsoft.com/office/drawing/2014/main" id="{5D6DDDB0-B008-7D4F-FCFE-CD14F4C6241D}"/>
              </a:ext>
            </a:extLst>
          </p:cNvPr>
          <p:cNvSpPr>
            <a:spLocks noGrp="1"/>
          </p:cNvSpPr>
          <p:nvPr>
            <p:ph type="sldNum" sz="quarter" idx="4"/>
          </p:nvPr>
        </p:nvSpPr>
        <p:spPr/>
        <p:txBody>
          <a:bodyPr/>
          <a:lstStyle/>
          <a:p>
            <a:fld id="{4A6E37D3-C5B8-47CF-A969-131D6B6A5E01}" type="slidenum">
              <a:rPr lang="en-US" smtClean="0"/>
              <a:t>21</a:t>
            </a:fld>
            <a:endParaRPr lang="en-US" dirty="0"/>
          </a:p>
        </p:txBody>
      </p:sp>
      <p:sp>
        <p:nvSpPr>
          <p:cNvPr id="5" name="Title 4">
            <a:extLst>
              <a:ext uri="{FF2B5EF4-FFF2-40B4-BE49-F238E27FC236}">
                <a16:creationId xmlns:a16="http://schemas.microsoft.com/office/drawing/2014/main" id="{8F467014-1C1D-3794-80DE-5C43425C71E8}"/>
              </a:ext>
            </a:extLst>
          </p:cNvPr>
          <p:cNvSpPr>
            <a:spLocks noGrp="1"/>
          </p:cNvSpPr>
          <p:nvPr>
            <p:ph type="title"/>
          </p:nvPr>
        </p:nvSpPr>
        <p:spPr/>
        <p:txBody>
          <a:bodyPr/>
          <a:lstStyle/>
          <a:p>
            <a:r>
              <a:rPr lang="en-US" dirty="0"/>
              <a:t>Gradiometer Implementations </a:t>
            </a:r>
          </a:p>
        </p:txBody>
      </p:sp>
      <p:grpSp>
        <p:nvGrpSpPr>
          <p:cNvPr id="8" name="Group 7">
            <a:extLst>
              <a:ext uri="{FF2B5EF4-FFF2-40B4-BE49-F238E27FC236}">
                <a16:creationId xmlns:a16="http://schemas.microsoft.com/office/drawing/2014/main" id="{F2C40E9E-A8A3-F2BA-8678-777ED5E17A32}"/>
              </a:ext>
            </a:extLst>
          </p:cNvPr>
          <p:cNvGrpSpPr/>
          <p:nvPr/>
        </p:nvGrpSpPr>
        <p:grpSpPr>
          <a:xfrm>
            <a:off x="1834676" y="5182151"/>
            <a:ext cx="1112668" cy="483100"/>
            <a:chOff x="6585358" y="4301416"/>
            <a:chExt cx="4152039" cy="1927941"/>
          </a:xfrm>
        </p:grpSpPr>
        <p:pic>
          <p:nvPicPr>
            <p:cNvPr id="9" name="Picture 8">
              <a:extLst>
                <a:ext uri="{FF2B5EF4-FFF2-40B4-BE49-F238E27FC236}">
                  <a16:creationId xmlns:a16="http://schemas.microsoft.com/office/drawing/2014/main" id="{69AD59E5-6DAA-FD2D-DC5C-2B429FC75AF2}"/>
                </a:ext>
              </a:extLst>
            </p:cNvPr>
            <p:cNvPicPr>
              <a:picLocks noChangeAspect="1"/>
            </p:cNvPicPr>
            <p:nvPr/>
          </p:nvPicPr>
          <p:blipFill rotWithShape="1">
            <a:blip r:embed="rId2"/>
            <a:srcRect t="12977"/>
            <a:stretch/>
          </p:blipFill>
          <p:spPr>
            <a:xfrm>
              <a:off x="6585358" y="4421441"/>
              <a:ext cx="4152039" cy="1807916"/>
            </a:xfrm>
            <a:prstGeom prst="rect">
              <a:avLst/>
            </a:prstGeom>
          </p:spPr>
        </p:pic>
        <p:sp>
          <p:nvSpPr>
            <p:cNvPr id="10" name="Rectangle 9">
              <a:extLst>
                <a:ext uri="{FF2B5EF4-FFF2-40B4-BE49-F238E27FC236}">
                  <a16:creationId xmlns:a16="http://schemas.microsoft.com/office/drawing/2014/main" id="{BF55EFDE-73E5-CD62-5375-96EA21123E5A}"/>
                </a:ext>
              </a:extLst>
            </p:cNvPr>
            <p:cNvSpPr/>
            <p:nvPr/>
          </p:nvSpPr>
          <p:spPr>
            <a:xfrm>
              <a:off x="9880847" y="4607511"/>
              <a:ext cx="856550" cy="372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46EC9443-12D9-BF21-DB13-EBEC7C9C0DEB}"/>
                </a:ext>
              </a:extLst>
            </p:cNvPr>
            <p:cNvSpPr/>
            <p:nvPr/>
          </p:nvSpPr>
          <p:spPr>
            <a:xfrm flipV="1">
              <a:off x="9777527" y="4877982"/>
              <a:ext cx="238217" cy="2574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7BBBE17-4350-E32F-CBD9-D241670B7197}"/>
                </a:ext>
              </a:extLst>
            </p:cNvPr>
            <p:cNvSpPr/>
            <p:nvPr/>
          </p:nvSpPr>
          <p:spPr>
            <a:xfrm>
              <a:off x="9164043" y="4301416"/>
              <a:ext cx="856550" cy="6415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12">
            <a:extLst>
              <a:ext uri="{FF2B5EF4-FFF2-40B4-BE49-F238E27FC236}">
                <a16:creationId xmlns:a16="http://schemas.microsoft.com/office/drawing/2014/main" id="{FB2DC5BF-DC5C-41EF-AE10-39624A965835}"/>
              </a:ext>
            </a:extLst>
          </p:cNvPr>
          <p:cNvGrpSpPr/>
          <p:nvPr/>
        </p:nvGrpSpPr>
        <p:grpSpPr>
          <a:xfrm>
            <a:off x="7922070" y="5206475"/>
            <a:ext cx="828831" cy="309398"/>
            <a:chOff x="6079331" y="3919706"/>
            <a:chExt cx="4658066" cy="1807916"/>
          </a:xfrm>
        </p:grpSpPr>
        <p:pic>
          <p:nvPicPr>
            <p:cNvPr id="14" name="Picture 13">
              <a:extLst>
                <a:ext uri="{FF2B5EF4-FFF2-40B4-BE49-F238E27FC236}">
                  <a16:creationId xmlns:a16="http://schemas.microsoft.com/office/drawing/2014/main" id="{3CC6DC86-FE34-F98A-63BF-156149B6A5FD}"/>
                </a:ext>
              </a:extLst>
            </p:cNvPr>
            <p:cNvPicPr>
              <a:picLocks noChangeAspect="1"/>
            </p:cNvPicPr>
            <p:nvPr/>
          </p:nvPicPr>
          <p:blipFill rotWithShape="1">
            <a:blip r:embed="rId2"/>
            <a:srcRect t="12977"/>
            <a:stretch/>
          </p:blipFill>
          <p:spPr>
            <a:xfrm>
              <a:off x="6079331" y="3919706"/>
              <a:ext cx="4152039" cy="1807916"/>
            </a:xfrm>
            <a:prstGeom prst="rect">
              <a:avLst/>
            </a:prstGeom>
          </p:spPr>
        </p:pic>
        <p:sp>
          <p:nvSpPr>
            <p:cNvPr id="15" name="Rectangle 14">
              <a:extLst>
                <a:ext uri="{FF2B5EF4-FFF2-40B4-BE49-F238E27FC236}">
                  <a16:creationId xmlns:a16="http://schemas.microsoft.com/office/drawing/2014/main" id="{94C83BD5-5245-3957-249F-C07357A33BC4}"/>
                </a:ext>
              </a:extLst>
            </p:cNvPr>
            <p:cNvSpPr/>
            <p:nvPr/>
          </p:nvSpPr>
          <p:spPr>
            <a:xfrm>
              <a:off x="9880847" y="4607511"/>
              <a:ext cx="856550" cy="372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C9FC8B4-F014-08B5-4C34-7DD707026913}"/>
                </a:ext>
              </a:extLst>
            </p:cNvPr>
            <p:cNvSpPr/>
            <p:nvPr/>
          </p:nvSpPr>
          <p:spPr>
            <a:xfrm flipV="1">
              <a:off x="9777527" y="4877982"/>
              <a:ext cx="238217" cy="2574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8" name="Group 17">
            <a:extLst>
              <a:ext uri="{FF2B5EF4-FFF2-40B4-BE49-F238E27FC236}">
                <a16:creationId xmlns:a16="http://schemas.microsoft.com/office/drawing/2014/main" id="{2C6F7444-9AB9-D9ED-19BA-8DDDE2B6FC20}"/>
              </a:ext>
            </a:extLst>
          </p:cNvPr>
          <p:cNvGrpSpPr/>
          <p:nvPr/>
        </p:nvGrpSpPr>
        <p:grpSpPr>
          <a:xfrm>
            <a:off x="6785929" y="5456998"/>
            <a:ext cx="738791" cy="445271"/>
            <a:chOff x="6585358" y="4301416"/>
            <a:chExt cx="4152039" cy="1927941"/>
          </a:xfrm>
        </p:grpSpPr>
        <p:pic>
          <p:nvPicPr>
            <p:cNvPr id="19" name="Picture 18">
              <a:extLst>
                <a:ext uri="{FF2B5EF4-FFF2-40B4-BE49-F238E27FC236}">
                  <a16:creationId xmlns:a16="http://schemas.microsoft.com/office/drawing/2014/main" id="{D549DEB0-112D-5189-FE77-A957DD6DBC16}"/>
                </a:ext>
              </a:extLst>
            </p:cNvPr>
            <p:cNvPicPr>
              <a:picLocks noChangeAspect="1"/>
            </p:cNvPicPr>
            <p:nvPr/>
          </p:nvPicPr>
          <p:blipFill rotWithShape="1">
            <a:blip r:embed="rId2"/>
            <a:srcRect t="12977"/>
            <a:stretch/>
          </p:blipFill>
          <p:spPr>
            <a:xfrm>
              <a:off x="6585358" y="4421441"/>
              <a:ext cx="4152039" cy="1807916"/>
            </a:xfrm>
            <a:prstGeom prst="rect">
              <a:avLst/>
            </a:prstGeom>
          </p:spPr>
        </p:pic>
        <p:sp>
          <p:nvSpPr>
            <p:cNvPr id="20" name="Rectangle 19">
              <a:extLst>
                <a:ext uri="{FF2B5EF4-FFF2-40B4-BE49-F238E27FC236}">
                  <a16:creationId xmlns:a16="http://schemas.microsoft.com/office/drawing/2014/main" id="{6048841A-6E16-DB35-2BB4-BC6DFFBF6125}"/>
                </a:ext>
              </a:extLst>
            </p:cNvPr>
            <p:cNvSpPr/>
            <p:nvPr/>
          </p:nvSpPr>
          <p:spPr>
            <a:xfrm>
              <a:off x="9880847" y="4607511"/>
              <a:ext cx="856550" cy="372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F1072558-1AED-0854-DD23-6E9579D3A59D}"/>
                </a:ext>
              </a:extLst>
            </p:cNvPr>
            <p:cNvSpPr/>
            <p:nvPr/>
          </p:nvSpPr>
          <p:spPr>
            <a:xfrm flipV="1">
              <a:off x="9777527" y="4877982"/>
              <a:ext cx="238217" cy="25745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A705F704-7FEC-9D4C-A5E0-F0080856C4C6}"/>
                </a:ext>
              </a:extLst>
            </p:cNvPr>
            <p:cNvSpPr/>
            <p:nvPr/>
          </p:nvSpPr>
          <p:spPr>
            <a:xfrm>
              <a:off x="9164043" y="4301416"/>
              <a:ext cx="856550" cy="6415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4" name="Picture 23">
            <a:extLst>
              <a:ext uri="{FF2B5EF4-FFF2-40B4-BE49-F238E27FC236}">
                <a16:creationId xmlns:a16="http://schemas.microsoft.com/office/drawing/2014/main" id="{64C241A7-1664-2EC0-9F7A-3E0CE1CFF20A}"/>
              </a:ext>
            </a:extLst>
          </p:cNvPr>
          <p:cNvPicPr>
            <a:picLocks noChangeAspect="1"/>
          </p:cNvPicPr>
          <p:nvPr/>
        </p:nvPicPr>
        <p:blipFill rotWithShape="1">
          <a:blip r:embed="rId3"/>
          <a:srcRect l="1221" t="911" r="1492"/>
          <a:stretch/>
        </p:blipFill>
        <p:spPr>
          <a:xfrm>
            <a:off x="2877416" y="3728111"/>
            <a:ext cx="1284442" cy="1208120"/>
          </a:xfrm>
          <a:prstGeom prst="rect">
            <a:avLst/>
          </a:prstGeom>
        </p:spPr>
      </p:pic>
      <p:cxnSp>
        <p:nvCxnSpPr>
          <p:cNvPr id="30" name="Straight Arrow Connector 29">
            <a:extLst>
              <a:ext uri="{FF2B5EF4-FFF2-40B4-BE49-F238E27FC236}">
                <a16:creationId xmlns:a16="http://schemas.microsoft.com/office/drawing/2014/main" id="{FD3876C0-62E4-9FA8-DAFF-C40FDC85BA55}"/>
              </a:ext>
            </a:extLst>
          </p:cNvPr>
          <p:cNvCxnSpPr/>
          <p:nvPr/>
        </p:nvCxnSpPr>
        <p:spPr>
          <a:xfrm flipV="1">
            <a:off x="2816664" y="5129424"/>
            <a:ext cx="523141" cy="153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F504A80-4B1F-7F5B-3AD4-786597881088}"/>
              </a:ext>
            </a:extLst>
          </p:cNvPr>
          <p:cNvCxnSpPr/>
          <p:nvPr/>
        </p:nvCxnSpPr>
        <p:spPr>
          <a:xfrm flipV="1">
            <a:off x="1245214" y="5631638"/>
            <a:ext cx="523141" cy="152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F492185-DFE1-4656-4D50-C78574213FA1}"/>
              </a:ext>
            </a:extLst>
          </p:cNvPr>
          <p:cNvCxnSpPr/>
          <p:nvPr/>
        </p:nvCxnSpPr>
        <p:spPr>
          <a:xfrm flipV="1">
            <a:off x="8648063" y="5024745"/>
            <a:ext cx="523141" cy="1539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E18FBCD7-9977-4952-FDE8-30CB63A1DFB1}"/>
              </a:ext>
            </a:extLst>
          </p:cNvPr>
          <p:cNvCxnSpPr/>
          <p:nvPr/>
        </p:nvCxnSpPr>
        <p:spPr>
          <a:xfrm flipV="1">
            <a:off x="6388579" y="5777531"/>
            <a:ext cx="523141" cy="152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81134A86-D7F8-14FD-3289-0E383D4C12E2}"/>
              </a:ext>
            </a:extLst>
          </p:cNvPr>
          <p:cNvSpPr txBox="1"/>
          <p:nvPr/>
        </p:nvSpPr>
        <p:spPr>
          <a:xfrm rot="19369609">
            <a:off x="2369884" y="5689843"/>
            <a:ext cx="973130" cy="369332"/>
          </a:xfrm>
          <a:prstGeom prst="rect">
            <a:avLst/>
          </a:prstGeom>
          <a:noFill/>
        </p:spPr>
        <p:txBody>
          <a:bodyPr wrap="square" rtlCol="0">
            <a:spAutoFit/>
          </a:bodyPr>
          <a:lstStyle/>
          <a:p>
            <a:r>
              <a:rPr lang="en-US" dirty="0"/>
              <a:t>10 m</a:t>
            </a:r>
          </a:p>
        </p:txBody>
      </p:sp>
      <p:cxnSp>
        <p:nvCxnSpPr>
          <p:cNvPr id="35" name="Straight Arrow Connector 34">
            <a:extLst>
              <a:ext uri="{FF2B5EF4-FFF2-40B4-BE49-F238E27FC236}">
                <a16:creationId xmlns:a16="http://schemas.microsoft.com/office/drawing/2014/main" id="{9D7779AB-74B3-3FBE-BBEE-61D79F1F76A9}"/>
              </a:ext>
            </a:extLst>
          </p:cNvPr>
          <p:cNvCxnSpPr/>
          <p:nvPr/>
        </p:nvCxnSpPr>
        <p:spPr>
          <a:xfrm flipV="1">
            <a:off x="7506674" y="5443601"/>
            <a:ext cx="523141" cy="15245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Right Brace 35">
            <a:extLst>
              <a:ext uri="{FF2B5EF4-FFF2-40B4-BE49-F238E27FC236}">
                <a16:creationId xmlns:a16="http://schemas.microsoft.com/office/drawing/2014/main" id="{F62F04FF-8561-E15B-F4BD-16A96F5A80BC}"/>
              </a:ext>
            </a:extLst>
          </p:cNvPr>
          <p:cNvSpPr/>
          <p:nvPr/>
        </p:nvSpPr>
        <p:spPr>
          <a:xfrm rot="3059612">
            <a:off x="2505407" y="5725075"/>
            <a:ext cx="154774" cy="222123"/>
          </a:xfrm>
          <a:prstGeom prst="rightBrace">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7" name="TextBox 36">
            <a:extLst>
              <a:ext uri="{FF2B5EF4-FFF2-40B4-BE49-F238E27FC236}">
                <a16:creationId xmlns:a16="http://schemas.microsoft.com/office/drawing/2014/main" id="{E1C96548-7AC9-7992-FBF4-5E3AAB8B2C91}"/>
              </a:ext>
            </a:extLst>
          </p:cNvPr>
          <p:cNvSpPr txBox="1"/>
          <p:nvPr/>
        </p:nvSpPr>
        <p:spPr>
          <a:xfrm rot="19708596">
            <a:off x="8060659" y="5753014"/>
            <a:ext cx="763961" cy="369332"/>
          </a:xfrm>
          <a:prstGeom prst="rect">
            <a:avLst/>
          </a:prstGeom>
          <a:noFill/>
        </p:spPr>
        <p:txBody>
          <a:bodyPr wrap="square" rtlCol="0">
            <a:spAutoFit/>
          </a:bodyPr>
          <a:lstStyle/>
          <a:p>
            <a:r>
              <a:rPr lang="en-US" dirty="0"/>
              <a:t>2 km</a:t>
            </a:r>
          </a:p>
        </p:txBody>
      </p:sp>
      <p:sp>
        <p:nvSpPr>
          <p:cNvPr id="38" name="Right Brace 37">
            <a:extLst>
              <a:ext uri="{FF2B5EF4-FFF2-40B4-BE49-F238E27FC236}">
                <a16:creationId xmlns:a16="http://schemas.microsoft.com/office/drawing/2014/main" id="{1EC56AAB-1BEF-BAC7-5496-78930F7B3DC1}"/>
              </a:ext>
            </a:extLst>
          </p:cNvPr>
          <p:cNvSpPr/>
          <p:nvPr/>
        </p:nvSpPr>
        <p:spPr>
          <a:xfrm rot="3696069">
            <a:off x="8199528" y="5514306"/>
            <a:ext cx="82723" cy="666708"/>
          </a:xfrm>
          <a:prstGeom prst="rightBrace">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pic>
        <p:nvPicPr>
          <p:cNvPr id="44" name="Picture 43">
            <a:extLst>
              <a:ext uri="{FF2B5EF4-FFF2-40B4-BE49-F238E27FC236}">
                <a16:creationId xmlns:a16="http://schemas.microsoft.com/office/drawing/2014/main" id="{552E316B-0A23-2A88-51A0-8D13326A8F4C}"/>
              </a:ext>
            </a:extLst>
          </p:cNvPr>
          <p:cNvPicPr>
            <a:picLocks noChangeAspect="1"/>
          </p:cNvPicPr>
          <p:nvPr/>
        </p:nvPicPr>
        <p:blipFill rotWithShape="1">
          <a:blip r:embed="rId3"/>
          <a:srcRect l="1221" t="911" r="1492"/>
          <a:stretch/>
        </p:blipFill>
        <p:spPr>
          <a:xfrm>
            <a:off x="8416048" y="3805693"/>
            <a:ext cx="1233493" cy="1160198"/>
          </a:xfrm>
          <a:prstGeom prst="rect">
            <a:avLst/>
          </a:prstGeom>
        </p:spPr>
      </p:pic>
      <p:sp>
        <p:nvSpPr>
          <p:cNvPr id="6" name="TextBox 5">
            <a:extLst>
              <a:ext uri="{FF2B5EF4-FFF2-40B4-BE49-F238E27FC236}">
                <a16:creationId xmlns:a16="http://schemas.microsoft.com/office/drawing/2014/main" id="{54EDF4E4-FFC3-EDCC-033D-EB999D786C27}"/>
              </a:ext>
            </a:extLst>
          </p:cNvPr>
          <p:cNvSpPr txBox="1"/>
          <p:nvPr/>
        </p:nvSpPr>
        <p:spPr>
          <a:xfrm>
            <a:off x="835570" y="1189907"/>
            <a:ext cx="9676660" cy="1292662"/>
          </a:xfrm>
          <a:prstGeom prst="rect">
            <a:avLst/>
          </a:prstGeom>
          <a:noFill/>
        </p:spPr>
        <p:txBody>
          <a:bodyPr wrap="square" rtlCol="0">
            <a:spAutoFit/>
          </a:bodyPr>
          <a:lstStyle/>
          <a:p>
            <a:r>
              <a:rPr lang="en-US" sz="2000" dirty="0"/>
              <a:t>A magnetic gradiometer </a:t>
            </a:r>
          </a:p>
          <a:p>
            <a:pPr marL="285750" indent="-285750">
              <a:buFont typeface="Arial" panose="020B0604020202020204" pitchFamily="34" charset="0"/>
              <a:buChar char="•"/>
            </a:pPr>
            <a:r>
              <a:rPr lang="en-US" sz="2000" dirty="0"/>
              <a:t>Measures the change in magnetic field across a length of the gradiometer</a:t>
            </a:r>
          </a:p>
          <a:p>
            <a:pPr marL="285750" indent="-285750">
              <a:buFont typeface="Arial" panose="020B0604020202020204" pitchFamily="34" charset="0"/>
              <a:buChar char="•"/>
            </a:pPr>
            <a:r>
              <a:rPr lang="en-US" sz="2000" b="1" dirty="0"/>
              <a:t>Filters out the large-scale features to detect the local small-scale features</a:t>
            </a:r>
            <a:r>
              <a:rPr lang="en-US" b="1" dirty="0"/>
              <a:t>.</a:t>
            </a:r>
          </a:p>
          <a:p>
            <a:pPr marL="285750" indent="-285750">
              <a:buFont typeface="Arial" panose="020B0604020202020204" pitchFamily="34" charset="0"/>
              <a:buChar char="•"/>
            </a:pPr>
            <a:r>
              <a:rPr lang="en-US" b="1" dirty="0"/>
              <a:t>With signal processing, can also filter out spacecraft generated noise.</a:t>
            </a:r>
          </a:p>
        </p:txBody>
      </p:sp>
    </p:spTree>
    <p:extLst>
      <p:ext uri="{BB962C8B-B14F-4D97-AF65-F5344CB8AC3E}">
        <p14:creationId xmlns:p14="http://schemas.microsoft.com/office/powerpoint/2010/main" val="1181615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0000"/>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6D3A3-2243-1E93-0E6C-E47DE6998F14}"/>
              </a:ext>
            </a:extLst>
          </p:cNvPr>
          <p:cNvSpPr>
            <a:spLocks noGrp="1"/>
          </p:cNvSpPr>
          <p:nvPr>
            <p:ph type="title"/>
          </p:nvPr>
        </p:nvSpPr>
        <p:spPr/>
        <p:txBody>
          <a:bodyPr/>
          <a:lstStyle/>
          <a:p>
            <a:r>
              <a:rPr lang="en-US" dirty="0"/>
              <a:t>Conclusions</a:t>
            </a:r>
          </a:p>
        </p:txBody>
      </p:sp>
      <p:sp>
        <p:nvSpPr>
          <p:cNvPr id="3" name="Content Placeholder 2">
            <a:extLst>
              <a:ext uri="{FF2B5EF4-FFF2-40B4-BE49-F238E27FC236}">
                <a16:creationId xmlns:a16="http://schemas.microsoft.com/office/drawing/2014/main" id="{9D26E9CC-6EA8-FC9A-35AD-10CE7B19C069}"/>
              </a:ext>
            </a:extLst>
          </p:cNvPr>
          <p:cNvSpPr>
            <a:spLocks noGrp="1"/>
          </p:cNvSpPr>
          <p:nvPr>
            <p:ph idx="1"/>
          </p:nvPr>
        </p:nvSpPr>
        <p:spPr>
          <a:xfrm>
            <a:off x="211874" y="1270724"/>
            <a:ext cx="11462262" cy="5236607"/>
          </a:xfrm>
        </p:spPr>
        <p:txBody>
          <a:bodyPr>
            <a:normAutofit/>
          </a:bodyPr>
          <a:lstStyle/>
          <a:p>
            <a:r>
              <a:rPr lang="en-US" sz="2400" dirty="0"/>
              <a:t>Magnetic Gradiometry may open a new window into oceans worlds hidden under the ice.</a:t>
            </a:r>
          </a:p>
          <a:p>
            <a:r>
              <a:rPr lang="en-US" sz="2400" dirty="0"/>
              <a:t>We described an implementation using high HTS SQUIDs. </a:t>
            </a:r>
          </a:p>
          <a:p>
            <a:r>
              <a:rPr lang="en-US" sz="2400" dirty="0"/>
              <a:t>Requires gradiometer and spacecraft design to reduce unwanted noise.</a:t>
            </a:r>
          </a:p>
          <a:p>
            <a:r>
              <a:rPr lang="en-US" sz="2400" dirty="0"/>
              <a:t>Numerical modeling confirms detection of realistic signals from ocean features is feasible. </a:t>
            </a:r>
          </a:p>
          <a:p>
            <a:r>
              <a:rPr lang="en-US" sz="2400" dirty="0"/>
              <a:t>Targets for the gradiometer technology include</a:t>
            </a:r>
          </a:p>
          <a:p>
            <a:pPr lvl="1"/>
            <a:r>
              <a:rPr lang="en-US" sz="1800" dirty="0"/>
              <a:t>Subsurface ocean mapping, subsurface lakes, ocean convection, hydrothermal vents, saline gradients, </a:t>
            </a:r>
          </a:p>
          <a:p>
            <a:pPr lvl="1"/>
            <a:r>
              <a:rPr lang="en-US" sz="1800" dirty="0"/>
              <a:t>weakly magnetic asteroids</a:t>
            </a:r>
          </a:p>
          <a:p>
            <a:r>
              <a:rPr lang="en-US" sz="2400" dirty="0"/>
              <a:t>In addition, SQUID technology has other applications which require increased sensor performance:</a:t>
            </a:r>
          </a:p>
          <a:p>
            <a:pPr lvl="1"/>
            <a:r>
              <a:rPr lang="en-US" sz="1800" dirty="0"/>
              <a:t>Broadband planetary plasma magnetics measurements</a:t>
            </a:r>
          </a:p>
          <a:p>
            <a:pPr lvl="1"/>
            <a:r>
              <a:rPr lang="en-US" sz="1800" dirty="0"/>
              <a:t>Heliopause measurements </a:t>
            </a:r>
          </a:p>
          <a:p>
            <a:endParaRPr lang="en-US" sz="2400" dirty="0"/>
          </a:p>
          <a:p>
            <a:endParaRPr lang="en-US" sz="2400" dirty="0"/>
          </a:p>
        </p:txBody>
      </p:sp>
      <p:sp>
        <p:nvSpPr>
          <p:cNvPr id="4" name="Slide Number Placeholder 3">
            <a:extLst>
              <a:ext uri="{FF2B5EF4-FFF2-40B4-BE49-F238E27FC236}">
                <a16:creationId xmlns:a16="http://schemas.microsoft.com/office/drawing/2014/main" id="{FE0CC42B-CA23-BF44-E378-718213AD18D2}"/>
              </a:ext>
            </a:extLst>
          </p:cNvPr>
          <p:cNvSpPr>
            <a:spLocks noGrp="1"/>
          </p:cNvSpPr>
          <p:nvPr>
            <p:ph type="sldNum" sz="quarter" idx="4"/>
          </p:nvPr>
        </p:nvSpPr>
        <p:spPr/>
        <p:txBody>
          <a:bodyPr/>
          <a:lstStyle/>
          <a:p>
            <a:fld id="{4A6E37D3-C5B8-47CF-A969-131D6B6A5E01}" type="slidenum">
              <a:rPr lang="en-US" smtClean="0"/>
              <a:t>22</a:t>
            </a:fld>
            <a:endParaRPr lang="en-US" dirty="0"/>
          </a:p>
        </p:txBody>
      </p:sp>
    </p:spTree>
    <p:extLst>
      <p:ext uri="{BB962C8B-B14F-4D97-AF65-F5344CB8AC3E}">
        <p14:creationId xmlns:p14="http://schemas.microsoft.com/office/powerpoint/2010/main" val="447179413"/>
      </p:ext>
    </p:extLst>
  </p:cSld>
  <p:clrMapOvr>
    <a:masterClrMapping/>
  </p:clrMapOvr>
  <p:transition spd="slow">
    <p:fade thruBlk="1"/>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C37AA-AEC8-FAF6-690B-26B20EDB3FF3}"/>
              </a:ext>
            </a:extLst>
          </p:cNvPr>
          <p:cNvSpPr>
            <a:spLocks noGrp="1"/>
          </p:cNvSpPr>
          <p:nvPr>
            <p:ph type="title"/>
          </p:nvPr>
        </p:nvSpPr>
        <p:spPr/>
        <p:txBody>
          <a:bodyPr/>
          <a:lstStyle/>
          <a:p>
            <a:r>
              <a:rPr lang="en-US" dirty="0"/>
              <a:t>Back Up Slides</a:t>
            </a:r>
          </a:p>
        </p:txBody>
      </p:sp>
      <p:sp>
        <p:nvSpPr>
          <p:cNvPr id="3" name="Text Placeholder 2">
            <a:extLst>
              <a:ext uri="{FF2B5EF4-FFF2-40B4-BE49-F238E27FC236}">
                <a16:creationId xmlns:a16="http://schemas.microsoft.com/office/drawing/2014/main" id="{2B23195D-FB91-A8CB-17AF-37C988CB52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46082C-2B2B-B48B-0269-083EC6FA38B0}"/>
              </a:ext>
            </a:extLst>
          </p:cNvPr>
          <p:cNvSpPr>
            <a:spLocks noGrp="1"/>
          </p:cNvSpPr>
          <p:nvPr>
            <p:ph type="sldNum" sz="quarter" idx="4"/>
          </p:nvPr>
        </p:nvSpPr>
        <p:spPr/>
        <p:txBody>
          <a:bodyPr/>
          <a:lstStyle/>
          <a:p>
            <a:fld id="{4A6E37D3-C5B8-47CF-A969-131D6B6A5E01}" type="slidenum">
              <a:rPr lang="en-US" smtClean="0"/>
              <a:t>23</a:t>
            </a:fld>
            <a:endParaRPr lang="en-US" dirty="0"/>
          </a:p>
        </p:txBody>
      </p:sp>
    </p:spTree>
    <p:extLst>
      <p:ext uri="{BB962C8B-B14F-4D97-AF65-F5344CB8AC3E}">
        <p14:creationId xmlns:p14="http://schemas.microsoft.com/office/powerpoint/2010/main" val="1379587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E8EA1-9CC6-1339-EFF6-D2D8CE3AE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0A470A-ADF5-1742-5661-022FE7AD3637}"/>
              </a:ext>
            </a:extLst>
          </p:cNvPr>
          <p:cNvSpPr>
            <a:spLocks noGrp="1"/>
          </p:cNvSpPr>
          <p:nvPr>
            <p:ph type="title"/>
          </p:nvPr>
        </p:nvSpPr>
        <p:spPr/>
        <p:txBody>
          <a:bodyPr/>
          <a:lstStyle/>
          <a:p>
            <a:r>
              <a:rPr lang="en-US" dirty="0"/>
              <a:t>Orbital Properties</a:t>
            </a:r>
          </a:p>
        </p:txBody>
      </p:sp>
      <p:sp>
        <p:nvSpPr>
          <p:cNvPr id="3" name="Content Placeholder 2">
            <a:extLst>
              <a:ext uri="{FF2B5EF4-FFF2-40B4-BE49-F238E27FC236}">
                <a16:creationId xmlns:a16="http://schemas.microsoft.com/office/drawing/2014/main" id="{9DF6551A-095A-4B99-2C7B-BD240D4D7488}"/>
              </a:ext>
            </a:extLst>
          </p:cNvPr>
          <p:cNvSpPr>
            <a:spLocks noGrp="1"/>
          </p:cNvSpPr>
          <p:nvPr>
            <p:ph idx="1"/>
          </p:nvPr>
        </p:nvSpPr>
        <p:spPr>
          <a:xfrm>
            <a:off x="707174" y="1340575"/>
            <a:ext cx="3115526" cy="5015570"/>
          </a:xfrm>
        </p:spPr>
        <p:txBody>
          <a:bodyPr>
            <a:normAutofit/>
          </a:bodyPr>
          <a:lstStyle/>
          <a:p>
            <a:r>
              <a:rPr lang="en-US" dirty="0"/>
              <a:t>Sample the magnetic field from orbit</a:t>
            </a:r>
          </a:p>
          <a:p>
            <a:pPr lvl="1"/>
            <a:r>
              <a:rPr lang="en-US" dirty="0"/>
              <a:t>100 km altitude</a:t>
            </a:r>
          </a:p>
          <a:p>
            <a:pPr lvl="1"/>
            <a:r>
              <a:rPr lang="en-US" dirty="0"/>
              <a:t>Orbital period = 2.086 hours</a:t>
            </a:r>
          </a:p>
          <a:p>
            <a:pPr lvl="1"/>
            <a:r>
              <a:rPr lang="en-US" dirty="0"/>
              <a:t>speed = 1389.215 m/s</a:t>
            </a:r>
          </a:p>
          <a:p>
            <a:r>
              <a:rPr lang="en-US" dirty="0"/>
              <a:t>Initial Modeling used 160 km ground pixels (not shown)</a:t>
            </a:r>
          </a:p>
          <a:p>
            <a:r>
              <a:rPr lang="en-US" dirty="0"/>
              <a:t>node drift per orbit = 1.605 nodes</a:t>
            </a:r>
          </a:p>
          <a:p>
            <a:pPr lvl="1"/>
            <a:r>
              <a:rPr lang="en-US" dirty="0"/>
              <a:t>114 s crossing time</a:t>
            </a:r>
          </a:p>
          <a:p>
            <a:pPr lvl="1"/>
            <a:endParaRPr lang="en-US" dirty="0"/>
          </a:p>
          <a:p>
            <a:endParaRPr lang="en-US" dirty="0"/>
          </a:p>
        </p:txBody>
      </p:sp>
      <p:sp>
        <p:nvSpPr>
          <p:cNvPr id="4" name="Slide Number Placeholder 3">
            <a:extLst>
              <a:ext uri="{FF2B5EF4-FFF2-40B4-BE49-F238E27FC236}">
                <a16:creationId xmlns:a16="http://schemas.microsoft.com/office/drawing/2014/main" id="{AE831F45-96F6-9753-4D1F-33BF1554BA95}"/>
              </a:ext>
            </a:extLst>
          </p:cNvPr>
          <p:cNvSpPr>
            <a:spLocks noGrp="1"/>
          </p:cNvSpPr>
          <p:nvPr>
            <p:ph type="sldNum" sz="quarter" idx="4"/>
          </p:nvPr>
        </p:nvSpPr>
        <p:spPr>
          <a:xfrm>
            <a:off x="11239396" y="6408702"/>
            <a:ext cx="838200" cy="365125"/>
          </a:xfrm>
        </p:spPr>
        <p:txBody>
          <a:bodyPr/>
          <a:lstStyle/>
          <a:p>
            <a:fld id="{4A6E37D3-C5B8-47CF-A969-131D6B6A5E01}" type="slidenum">
              <a:rPr lang="en-US" smtClean="0"/>
              <a:t>24</a:t>
            </a:fld>
            <a:endParaRPr lang="en-US" dirty="0"/>
          </a:p>
        </p:txBody>
      </p:sp>
      <p:grpSp>
        <p:nvGrpSpPr>
          <p:cNvPr id="9" name="Group 8">
            <a:extLst>
              <a:ext uri="{FF2B5EF4-FFF2-40B4-BE49-F238E27FC236}">
                <a16:creationId xmlns:a16="http://schemas.microsoft.com/office/drawing/2014/main" id="{D57D7840-118A-DD89-0140-9255A3EF41EB}"/>
              </a:ext>
            </a:extLst>
          </p:cNvPr>
          <p:cNvGrpSpPr/>
          <p:nvPr/>
        </p:nvGrpSpPr>
        <p:grpSpPr>
          <a:xfrm>
            <a:off x="6590406" y="1560328"/>
            <a:ext cx="3557791" cy="3617004"/>
            <a:chOff x="4825856" y="1805799"/>
            <a:chExt cx="3314987" cy="3246401"/>
          </a:xfrm>
        </p:grpSpPr>
        <p:pic>
          <p:nvPicPr>
            <p:cNvPr id="6" name="Picture 5">
              <a:extLst>
                <a:ext uri="{FF2B5EF4-FFF2-40B4-BE49-F238E27FC236}">
                  <a16:creationId xmlns:a16="http://schemas.microsoft.com/office/drawing/2014/main" id="{9AEC1ED1-119B-91B1-C37D-DE9AA29427DD}"/>
                </a:ext>
              </a:extLst>
            </p:cNvPr>
            <p:cNvPicPr>
              <a:picLocks noChangeAspect="1"/>
            </p:cNvPicPr>
            <p:nvPr/>
          </p:nvPicPr>
          <p:blipFill>
            <a:blip r:embed="rId2"/>
            <a:stretch>
              <a:fillRect/>
            </a:stretch>
          </p:blipFill>
          <p:spPr>
            <a:xfrm>
              <a:off x="4825856" y="1805799"/>
              <a:ext cx="3314987" cy="3246401"/>
            </a:xfrm>
            <a:prstGeom prst="rect">
              <a:avLst/>
            </a:prstGeom>
          </p:spPr>
        </p:pic>
        <p:sp>
          <p:nvSpPr>
            <p:cNvPr id="7" name="Isosceles Triangle 6">
              <a:extLst>
                <a:ext uri="{FF2B5EF4-FFF2-40B4-BE49-F238E27FC236}">
                  <a16:creationId xmlns:a16="http://schemas.microsoft.com/office/drawing/2014/main" id="{30163086-3E32-E5BE-8E39-8020DFCBAA33}"/>
                </a:ext>
              </a:extLst>
            </p:cNvPr>
            <p:cNvSpPr/>
            <p:nvPr/>
          </p:nvSpPr>
          <p:spPr>
            <a:xfrm rot="10222317">
              <a:off x="6811346" y="3882640"/>
              <a:ext cx="176694" cy="160777"/>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0" name="TextBox 19">
            <a:extLst>
              <a:ext uri="{FF2B5EF4-FFF2-40B4-BE49-F238E27FC236}">
                <a16:creationId xmlns:a16="http://schemas.microsoft.com/office/drawing/2014/main" id="{0B5CB3A6-F8F8-BBC8-0359-98492F4B42BE}"/>
              </a:ext>
            </a:extLst>
          </p:cNvPr>
          <p:cNvSpPr txBox="1"/>
          <p:nvPr/>
        </p:nvSpPr>
        <p:spPr>
          <a:xfrm>
            <a:off x="7836854" y="5085674"/>
            <a:ext cx="1555750" cy="646331"/>
          </a:xfrm>
          <a:prstGeom prst="rect">
            <a:avLst/>
          </a:prstGeom>
          <a:noFill/>
        </p:spPr>
        <p:txBody>
          <a:bodyPr wrap="square" rtlCol="0">
            <a:spAutoFit/>
          </a:bodyPr>
          <a:lstStyle/>
          <a:p>
            <a:r>
              <a:rPr lang="en-US" dirty="0"/>
              <a:t>Orbit 100 km above surface</a:t>
            </a:r>
          </a:p>
        </p:txBody>
      </p:sp>
    </p:spTree>
    <p:extLst>
      <p:ext uri="{BB962C8B-B14F-4D97-AF65-F5344CB8AC3E}">
        <p14:creationId xmlns:p14="http://schemas.microsoft.com/office/powerpoint/2010/main" val="3404872977"/>
      </p:ext>
    </p:extLst>
  </p:cSld>
  <p:clrMapOvr>
    <a:masterClrMapping/>
  </p:clrMapOvr>
  <p:transition spd="slow">
    <p:fade thruBlk="1"/>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7B030-6985-F779-57A9-8D0673533D27}"/>
              </a:ext>
            </a:extLst>
          </p:cNvPr>
          <p:cNvSpPr>
            <a:spLocks noGrp="1"/>
          </p:cNvSpPr>
          <p:nvPr>
            <p:ph type="title"/>
          </p:nvPr>
        </p:nvSpPr>
        <p:spPr/>
        <p:txBody>
          <a:bodyPr/>
          <a:lstStyle/>
          <a:p>
            <a:r>
              <a:rPr lang="en-US" dirty="0"/>
              <a:t>Europa’s Response to Jupiter Field as Seen by Galileo</a:t>
            </a:r>
          </a:p>
        </p:txBody>
      </p:sp>
      <p:pic>
        <p:nvPicPr>
          <p:cNvPr id="8" name="Content Placeholder 7">
            <a:extLst>
              <a:ext uri="{FF2B5EF4-FFF2-40B4-BE49-F238E27FC236}">
                <a16:creationId xmlns:a16="http://schemas.microsoft.com/office/drawing/2014/main" id="{29C431D1-73EE-13D1-5FC2-37ACE8648883}"/>
              </a:ext>
            </a:extLst>
          </p:cNvPr>
          <p:cNvPicPr>
            <a:picLocks noGrp="1" noChangeAspect="1"/>
          </p:cNvPicPr>
          <p:nvPr>
            <p:ph idx="1"/>
          </p:nvPr>
        </p:nvPicPr>
        <p:blipFill>
          <a:blip r:embed="rId2"/>
          <a:stretch>
            <a:fillRect/>
          </a:stretch>
        </p:blipFill>
        <p:spPr>
          <a:xfrm>
            <a:off x="9014192" y="3246204"/>
            <a:ext cx="2202537" cy="2368319"/>
          </a:xfrm>
        </p:spPr>
      </p:pic>
      <p:sp>
        <p:nvSpPr>
          <p:cNvPr id="4" name="Slide Number Placeholder 3">
            <a:extLst>
              <a:ext uri="{FF2B5EF4-FFF2-40B4-BE49-F238E27FC236}">
                <a16:creationId xmlns:a16="http://schemas.microsoft.com/office/drawing/2014/main" id="{BE42820D-F3B6-ED4F-A8CB-560AD8CFB570}"/>
              </a:ext>
            </a:extLst>
          </p:cNvPr>
          <p:cNvSpPr>
            <a:spLocks noGrp="1"/>
          </p:cNvSpPr>
          <p:nvPr>
            <p:ph type="sldNum" sz="quarter" idx="4"/>
          </p:nvPr>
        </p:nvSpPr>
        <p:spPr/>
        <p:txBody>
          <a:bodyPr/>
          <a:lstStyle/>
          <a:p>
            <a:fld id="{4A6E37D3-C5B8-47CF-A969-131D6B6A5E01}" type="slidenum">
              <a:rPr lang="en-US" smtClean="0"/>
              <a:t>25</a:t>
            </a:fld>
            <a:endParaRPr lang="en-US" dirty="0"/>
          </a:p>
        </p:txBody>
      </p:sp>
      <p:sp>
        <p:nvSpPr>
          <p:cNvPr id="6" name="TextBox 5">
            <a:extLst>
              <a:ext uri="{FF2B5EF4-FFF2-40B4-BE49-F238E27FC236}">
                <a16:creationId xmlns:a16="http://schemas.microsoft.com/office/drawing/2014/main" id="{577A3FC2-35A3-A5D6-AF65-BDC5522AC90E}"/>
              </a:ext>
            </a:extLst>
          </p:cNvPr>
          <p:cNvSpPr txBox="1"/>
          <p:nvPr/>
        </p:nvSpPr>
        <p:spPr>
          <a:xfrm>
            <a:off x="4604189" y="4884641"/>
            <a:ext cx="4363480" cy="1200329"/>
          </a:xfrm>
          <a:prstGeom prst="rect">
            <a:avLst/>
          </a:prstGeom>
          <a:noFill/>
        </p:spPr>
        <p:txBody>
          <a:bodyPr wrap="square">
            <a:spAutoFit/>
          </a:bodyPr>
          <a:lstStyle/>
          <a:p>
            <a:r>
              <a:rPr lang="en-US" sz="1800" b="0" i="1" dirty="0">
                <a:solidFill>
                  <a:srgbClr val="242021"/>
                </a:solidFill>
                <a:effectLst/>
                <a:latin typeface="Times-Italic"/>
              </a:rPr>
              <a:t>Measure magnetic response</a:t>
            </a:r>
          </a:p>
          <a:p>
            <a:r>
              <a:rPr lang="en-US" sz="1800" b="0" i="1" dirty="0">
                <a:solidFill>
                  <a:srgbClr val="242021"/>
                </a:solidFill>
                <a:effectLst/>
                <a:latin typeface="Times-Italic"/>
              </a:rPr>
              <a:t>Khurana et al.: Electromagnetic Induction from Europa’s Interior</a:t>
            </a:r>
            <a:r>
              <a:rPr lang="en-US" dirty="0"/>
              <a:t> </a:t>
            </a:r>
            <a:br>
              <a:rPr lang="en-US" dirty="0"/>
            </a:br>
            <a:endParaRPr lang="en-US" dirty="0"/>
          </a:p>
        </p:txBody>
      </p:sp>
      <p:pic>
        <p:nvPicPr>
          <p:cNvPr id="10" name="Picture 9">
            <a:extLst>
              <a:ext uri="{FF2B5EF4-FFF2-40B4-BE49-F238E27FC236}">
                <a16:creationId xmlns:a16="http://schemas.microsoft.com/office/drawing/2014/main" id="{DCA720FD-4888-C3BC-4D19-A4CE8198FA29}"/>
              </a:ext>
            </a:extLst>
          </p:cNvPr>
          <p:cNvPicPr>
            <a:picLocks noChangeAspect="1"/>
          </p:cNvPicPr>
          <p:nvPr/>
        </p:nvPicPr>
        <p:blipFill>
          <a:blip r:embed="rId3"/>
          <a:stretch>
            <a:fillRect/>
          </a:stretch>
        </p:blipFill>
        <p:spPr>
          <a:xfrm>
            <a:off x="9108019" y="1243477"/>
            <a:ext cx="1966130" cy="1996613"/>
          </a:xfrm>
          <a:prstGeom prst="rect">
            <a:avLst/>
          </a:prstGeom>
        </p:spPr>
      </p:pic>
      <p:pic>
        <p:nvPicPr>
          <p:cNvPr id="14" name="Picture 13">
            <a:extLst>
              <a:ext uri="{FF2B5EF4-FFF2-40B4-BE49-F238E27FC236}">
                <a16:creationId xmlns:a16="http://schemas.microsoft.com/office/drawing/2014/main" id="{0B5794B6-A422-D213-29CE-561BAE0E27F1}"/>
              </a:ext>
            </a:extLst>
          </p:cNvPr>
          <p:cNvPicPr>
            <a:picLocks noChangeAspect="1"/>
          </p:cNvPicPr>
          <p:nvPr/>
        </p:nvPicPr>
        <p:blipFill>
          <a:blip r:embed="rId4"/>
          <a:stretch>
            <a:fillRect/>
          </a:stretch>
        </p:blipFill>
        <p:spPr>
          <a:xfrm>
            <a:off x="4566329" y="1607160"/>
            <a:ext cx="3357086" cy="3265861"/>
          </a:xfrm>
          <a:prstGeom prst="rect">
            <a:avLst/>
          </a:prstGeom>
        </p:spPr>
      </p:pic>
      <p:sp>
        <p:nvSpPr>
          <p:cNvPr id="17" name="TextBox 16">
            <a:extLst>
              <a:ext uri="{FF2B5EF4-FFF2-40B4-BE49-F238E27FC236}">
                <a16:creationId xmlns:a16="http://schemas.microsoft.com/office/drawing/2014/main" id="{A3CFD10B-7186-3CE3-E31D-327F75445E36}"/>
              </a:ext>
            </a:extLst>
          </p:cNvPr>
          <p:cNvSpPr txBox="1"/>
          <p:nvPr/>
        </p:nvSpPr>
        <p:spPr>
          <a:xfrm>
            <a:off x="543661" y="1422722"/>
            <a:ext cx="3477279" cy="4708981"/>
          </a:xfrm>
          <a:prstGeom prst="rect">
            <a:avLst/>
          </a:prstGeom>
          <a:noFill/>
        </p:spPr>
        <p:txBody>
          <a:bodyPr wrap="square" rtlCol="0">
            <a:spAutoFit/>
          </a:bodyPr>
          <a:lstStyle/>
          <a:p>
            <a:pPr marL="285750" indent="-285750">
              <a:buFont typeface="Arial" panose="020B0604020202020204" pitchFamily="34" charset="0"/>
              <a:buChar char="•"/>
            </a:pPr>
            <a:r>
              <a:rPr lang="en-US" sz="2000" dirty="0"/>
              <a:t>The Galileo Spacecraft observed a magnetic response from Europa</a:t>
            </a:r>
          </a:p>
          <a:p>
            <a:pPr marL="285750" indent="-285750">
              <a:buFont typeface="Arial" panose="020B0604020202020204" pitchFamily="34" charset="0"/>
              <a:buChar char="•"/>
            </a:pPr>
            <a:r>
              <a:rPr lang="en-US" sz="2000" dirty="0"/>
              <a:t>Margaret Kivelson Group at UCLA identified a dipole signal from Europa </a:t>
            </a:r>
          </a:p>
          <a:p>
            <a:pPr marL="285750" indent="-285750">
              <a:buFont typeface="Arial" panose="020B0604020202020204" pitchFamily="34" charset="0"/>
              <a:buChar char="•"/>
            </a:pPr>
            <a:r>
              <a:rPr lang="en-US" sz="2000" dirty="0"/>
              <a:t>Attributed to salty oceans under several km ice </a:t>
            </a:r>
          </a:p>
          <a:p>
            <a:pPr marL="285750" indent="-285750">
              <a:buFont typeface="Arial" panose="020B0604020202020204" pitchFamily="34" charset="0"/>
              <a:buChar char="•"/>
            </a:pPr>
            <a:r>
              <a:rPr lang="en-US" sz="2000" dirty="0"/>
              <a:t>Conductive ocean response to oscillating field from Jupiter</a:t>
            </a:r>
          </a:p>
          <a:p>
            <a:pPr marL="285750" indent="-285750">
              <a:buFont typeface="Arial" panose="020B0604020202020204" pitchFamily="34" charset="0"/>
              <a:buChar char="•"/>
            </a:pPr>
            <a:r>
              <a:rPr lang="en-US" sz="2000" dirty="0"/>
              <a:t>Potentially habitable world</a:t>
            </a:r>
          </a:p>
          <a:p>
            <a:pPr marL="285750" indent="-285750">
              <a:buFont typeface="Arial" panose="020B0604020202020204" pitchFamily="34" charset="0"/>
              <a:buChar char="•"/>
            </a:pPr>
            <a:r>
              <a:rPr lang="en-US" sz="2000" dirty="0"/>
              <a:t>We would like to know more about the subsurface ocean</a:t>
            </a:r>
          </a:p>
          <a:p>
            <a:endParaRPr lang="en-US" sz="2000" dirty="0"/>
          </a:p>
        </p:txBody>
      </p:sp>
      <p:sp>
        <p:nvSpPr>
          <p:cNvPr id="3" name="TextBox 2">
            <a:extLst>
              <a:ext uri="{FF2B5EF4-FFF2-40B4-BE49-F238E27FC236}">
                <a16:creationId xmlns:a16="http://schemas.microsoft.com/office/drawing/2014/main" id="{968FDCFF-C004-C4B1-5F60-8F1C45E90471}"/>
              </a:ext>
            </a:extLst>
          </p:cNvPr>
          <p:cNvSpPr txBox="1"/>
          <p:nvPr/>
        </p:nvSpPr>
        <p:spPr>
          <a:xfrm>
            <a:off x="9108019" y="5365281"/>
            <a:ext cx="2906054" cy="646331"/>
          </a:xfrm>
          <a:prstGeom prst="rect">
            <a:avLst/>
          </a:prstGeom>
          <a:solidFill>
            <a:schemeClr val="bg1"/>
          </a:solidFill>
        </p:spPr>
        <p:txBody>
          <a:bodyPr wrap="square" rtlCol="0">
            <a:spAutoFit/>
          </a:bodyPr>
          <a:lstStyle/>
          <a:p>
            <a:r>
              <a:rPr lang="en-US" dirty="0"/>
              <a:t>Inferred conductive ocean under the ice of Europa</a:t>
            </a:r>
          </a:p>
        </p:txBody>
      </p:sp>
    </p:spTree>
    <p:extLst>
      <p:ext uri="{BB962C8B-B14F-4D97-AF65-F5344CB8AC3E}">
        <p14:creationId xmlns:p14="http://schemas.microsoft.com/office/powerpoint/2010/main" val="1256272366"/>
      </p:ext>
    </p:extLst>
  </p:cSld>
  <p:clrMapOvr>
    <a:masterClrMapping/>
  </p:clrMapOvr>
  <p:transition spd="slow">
    <p:fade thruBlk="1"/>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0E7FE-F5FD-D43E-0139-97D3A1FA8CBD}"/>
              </a:ext>
            </a:extLst>
          </p:cNvPr>
          <p:cNvSpPr>
            <a:spLocks noGrp="1"/>
          </p:cNvSpPr>
          <p:nvPr>
            <p:ph type="title"/>
          </p:nvPr>
        </p:nvSpPr>
        <p:spPr/>
        <p:txBody>
          <a:bodyPr>
            <a:normAutofit/>
          </a:bodyPr>
          <a:lstStyle/>
          <a:p>
            <a:r>
              <a:rPr lang="en-US" dirty="0"/>
              <a:t>Conductors Respond to Magnetic Fields</a:t>
            </a:r>
          </a:p>
        </p:txBody>
      </p:sp>
      <p:sp>
        <p:nvSpPr>
          <p:cNvPr id="3" name="Content Placeholder 2">
            <a:extLst>
              <a:ext uri="{FF2B5EF4-FFF2-40B4-BE49-F238E27FC236}">
                <a16:creationId xmlns:a16="http://schemas.microsoft.com/office/drawing/2014/main" id="{39A74414-367E-F689-A8D2-65466584DE3C}"/>
              </a:ext>
            </a:extLst>
          </p:cNvPr>
          <p:cNvSpPr>
            <a:spLocks noGrp="1"/>
          </p:cNvSpPr>
          <p:nvPr>
            <p:ph idx="1"/>
          </p:nvPr>
        </p:nvSpPr>
        <p:spPr>
          <a:xfrm>
            <a:off x="211874" y="1270725"/>
            <a:ext cx="5629633" cy="5015570"/>
          </a:xfrm>
        </p:spPr>
        <p:txBody>
          <a:bodyPr/>
          <a:lstStyle/>
          <a:p>
            <a:r>
              <a:rPr lang="en-US" dirty="0"/>
              <a:t>Application of a changing magnetic field on a conductor induces an electrical current in that conductor</a:t>
            </a:r>
          </a:p>
          <a:p>
            <a:r>
              <a:rPr lang="en-US" dirty="0"/>
              <a:t> The electrical current induces a magnet field that opposes the changed in the magnetic field </a:t>
            </a:r>
          </a:p>
          <a:p>
            <a:r>
              <a:rPr lang="en-US" dirty="0"/>
              <a:t>The amount of field induces depends on</a:t>
            </a:r>
          </a:p>
          <a:p>
            <a:pPr lvl="1"/>
            <a:r>
              <a:rPr lang="en-US" dirty="0"/>
              <a:t>The area of the conductor</a:t>
            </a:r>
          </a:p>
          <a:p>
            <a:pPr lvl="1"/>
            <a:r>
              <a:rPr lang="en-US" dirty="0"/>
              <a:t>Its electrical conductivity</a:t>
            </a:r>
          </a:p>
          <a:p>
            <a:pPr lvl="1"/>
            <a:r>
              <a:rPr lang="en-US" dirty="0"/>
              <a:t>The rate at which the magnetic field is changing</a:t>
            </a:r>
          </a:p>
          <a:p>
            <a:r>
              <a:rPr lang="en-US" dirty="0"/>
              <a:t>Measurements of the response can be used to infer the presence of an electrically conductive material, as in a metal detector.</a:t>
            </a:r>
          </a:p>
          <a:p>
            <a:r>
              <a:rPr lang="en-US" b="1" dirty="0"/>
              <a:t>Even works if the conductor is a planetary sized object like a salty ocean</a:t>
            </a:r>
          </a:p>
          <a:p>
            <a:endParaRPr lang="en-US" dirty="0"/>
          </a:p>
          <a:p>
            <a:pPr lvl="1"/>
            <a:endParaRPr lang="en-US" dirty="0"/>
          </a:p>
        </p:txBody>
      </p:sp>
      <p:sp>
        <p:nvSpPr>
          <p:cNvPr id="4" name="Slide Number Placeholder 3">
            <a:extLst>
              <a:ext uri="{FF2B5EF4-FFF2-40B4-BE49-F238E27FC236}">
                <a16:creationId xmlns:a16="http://schemas.microsoft.com/office/drawing/2014/main" id="{5EFB197E-B90A-912E-DA91-1F35131E89D8}"/>
              </a:ext>
            </a:extLst>
          </p:cNvPr>
          <p:cNvSpPr>
            <a:spLocks noGrp="1"/>
          </p:cNvSpPr>
          <p:nvPr>
            <p:ph type="sldNum" sz="quarter" idx="4"/>
          </p:nvPr>
        </p:nvSpPr>
        <p:spPr/>
        <p:txBody>
          <a:bodyPr/>
          <a:lstStyle/>
          <a:p>
            <a:fld id="{4A6E37D3-C5B8-47CF-A969-131D6B6A5E01}" type="slidenum">
              <a:rPr lang="en-US" smtClean="0"/>
              <a:t>26</a:t>
            </a:fld>
            <a:endParaRPr lang="en-US" dirty="0"/>
          </a:p>
        </p:txBody>
      </p:sp>
      <p:sp>
        <p:nvSpPr>
          <p:cNvPr id="5" name="Arrow: Right 4">
            <a:extLst>
              <a:ext uri="{FF2B5EF4-FFF2-40B4-BE49-F238E27FC236}">
                <a16:creationId xmlns:a16="http://schemas.microsoft.com/office/drawing/2014/main" id="{9A1B79CB-A57D-E7A8-49D8-BA0616CB8401}"/>
              </a:ext>
            </a:extLst>
          </p:cNvPr>
          <p:cNvSpPr/>
          <p:nvPr/>
        </p:nvSpPr>
        <p:spPr>
          <a:xfrm rot="1603428">
            <a:off x="7009143" y="2148837"/>
            <a:ext cx="2069664" cy="1484353"/>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Applied Field Changes</a:t>
            </a:r>
          </a:p>
        </p:txBody>
      </p:sp>
      <p:sp>
        <p:nvSpPr>
          <p:cNvPr id="6" name="Oval 5">
            <a:extLst>
              <a:ext uri="{FF2B5EF4-FFF2-40B4-BE49-F238E27FC236}">
                <a16:creationId xmlns:a16="http://schemas.microsoft.com/office/drawing/2014/main" id="{DD628269-7DBF-0821-40DD-897C2F6DFFE2}"/>
              </a:ext>
            </a:extLst>
          </p:cNvPr>
          <p:cNvSpPr/>
          <p:nvPr/>
        </p:nvSpPr>
        <p:spPr>
          <a:xfrm>
            <a:off x="9117367" y="3007213"/>
            <a:ext cx="1757779" cy="1542593"/>
          </a:xfrm>
          <a:prstGeom prst="ellipse">
            <a:avLst/>
          </a:prstGeom>
          <a:solidFill>
            <a:schemeClr val="bg1"/>
          </a:solidFill>
          <a:ln w="25400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n>
                <a:solidFill>
                  <a:sysClr val="windowText" lastClr="000000"/>
                </a:solidFill>
              </a:ln>
            </a:endParaRPr>
          </a:p>
        </p:txBody>
      </p:sp>
      <p:sp>
        <p:nvSpPr>
          <p:cNvPr id="9" name="Arc 8">
            <a:extLst>
              <a:ext uri="{FF2B5EF4-FFF2-40B4-BE49-F238E27FC236}">
                <a16:creationId xmlns:a16="http://schemas.microsoft.com/office/drawing/2014/main" id="{7A378B56-EE85-07DF-5A71-8ABC3BC428D7}"/>
              </a:ext>
            </a:extLst>
          </p:cNvPr>
          <p:cNvSpPr/>
          <p:nvPr/>
        </p:nvSpPr>
        <p:spPr>
          <a:xfrm>
            <a:off x="9117367" y="3007212"/>
            <a:ext cx="1757778" cy="1542593"/>
          </a:xfrm>
          <a:prstGeom prst="arc">
            <a:avLst>
              <a:gd name="adj1" fmla="val 1537720"/>
              <a:gd name="adj2" fmla="val 0"/>
            </a:avLst>
          </a:prstGeom>
          <a:ln w="38100">
            <a:solidFill>
              <a:schemeClr val="tx1">
                <a:lumMod val="95000"/>
                <a:lumOff val="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ln w="28575">
                <a:solidFill>
                  <a:sysClr val="windowText" lastClr="000000"/>
                </a:solidFill>
              </a:ln>
            </a:endParaRPr>
          </a:p>
        </p:txBody>
      </p:sp>
      <p:sp>
        <p:nvSpPr>
          <p:cNvPr id="10" name="Arrow: Right 9">
            <a:extLst>
              <a:ext uri="{FF2B5EF4-FFF2-40B4-BE49-F238E27FC236}">
                <a16:creationId xmlns:a16="http://schemas.microsoft.com/office/drawing/2014/main" id="{FF6F8C85-3780-0543-CB9C-B3F7B773B399}"/>
              </a:ext>
            </a:extLst>
          </p:cNvPr>
          <p:cNvSpPr/>
          <p:nvPr/>
        </p:nvSpPr>
        <p:spPr>
          <a:xfrm rot="14528598">
            <a:off x="9241219" y="2542193"/>
            <a:ext cx="381883" cy="4192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 name="Arrow: Right 10">
            <a:extLst>
              <a:ext uri="{FF2B5EF4-FFF2-40B4-BE49-F238E27FC236}">
                <a16:creationId xmlns:a16="http://schemas.microsoft.com/office/drawing/2014/main" id="{41C6A507-560C-F763-776C-D00EDF852BE7}"/>
              </a:ext>
            </a:extLst>
          </p:cNvPr>
          <p:cNvSpPr/>
          <p:nvPr/>
        </p:nvSpPr>
        <p:spPr>
          <a:xfrm rot="17791634">
            <a:off x="10456435" y="2530064"/>
            <a:ext cx="381883" cy="4192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Arrow: Right 11">
            <a:extLst>
              <a:ext uri="{FF2B5EF4-FFF2-40B4-BE49-F238E27FC236}">
                <a16:creationId xmlns:a16="http://schemas.microsoft.com/office/drawing/2014/main" id="{FD19CF78-4C78-72FD-8BF8-B1BF30769E18}"/>
              </a:ext>
            </a:extLst>
          </p:cNvPr>
          <p:cNvSpPr/>
          <p:nvPr/>
        </p:nvSpPr>
        <p:spPr>
          <a:xfrm rot="3331560">
            <a:off x="10464490" y="4589087"/>
            <a:ext cx="381883" cy="4192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3" name="Arrow: Right 12">
            <a:extLst>
              <a:ext uri="{FF2B5EF4-FFF2-40B4-BE49-F238E27FC236}">
                <a16:creationId xmlns:a16="http://schemas.microsoft.com/office/drawing/2014/main" id="{AEA2FC6F-60E4-9FE3-3CA7-315D44B0CCDF}"/>
              </a:ext>
            </a:extLst>
          </p:cNvPr>
          <p:cNvSpPr/>
          <p:nvPr/>
        </p:nvSpPr>
        <p:spPr>
          <a:xfrm rot="7581044">
            <a:off x="9259359" y="4601551"/>
            <a:ext cx="381883" cy="419242"/>
          </a:xfrm>
          <a:prstGeom prst="rightArrow">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TextBox 13">
            <a:extLst>
              <a:ext uri="{FF2B5EF4-FFF2-40B4-BE49-F238E27FC236}">
                <a16:creationId xmlns:a16="http://schemas.microsoft.com/office/drawing/2014/main" id="{A08AEA0A-5BDD-DC02-CB54-75FED92768E8}"/>
              </a:ext>
            </a:extLst>
          </p:cNvPr>
          <p:cNvSpPr txBox="1"/>
          <p:nvPr/>
        </p:nvSpPr>
        <p:spPr>
          <a:xfrm>
            <a:off x="7178119" y="3947570"/>
            <a:ext cx="1757778" cy="369332"/>
          </a:xfrm>
          <a:prstGeom prst="rect">
            <a:avLst/>
          </a:prstGeom>
          <a:noFill/>
        </p:spPr>
        <p:txBody>
          <a:bodyPr wrap="square" rtlCol="0">
            <a:spAutoFit/>
          </a:bodyPr>
          <a:lstStyle/>
          <a:p>
            <a:r>
              <a:rPr lang="en-US" dirty="0"/>
              <a:t>Electric current</a:t>
            </a:r>
          </a:p>
        </p:txBody>
      </p:sp>
      <p:cxnSp>
        <p:nvCxnSpPr>
          <p:cNvPr id="16" name="Straight Connector 15">
            <a:extLst>
              <a:ext uri="{FF2B5EF4-FFF2-40B4-BE49-F238E27FC236}">
                <a16:creationId xmlns:a16="http://schemas.microsoft.com/office/drawing/2014/main" id="{7B9FA604-AB74-16A1-CEF2-D009B1209C70}"/>
              </a:ext>
            </a:extLst>
          </p:cNvPr>
          <p:cNvCxnSpPr>
            <a:cxnSpLocks/>
          </p:cNvCxnSpPr>
          <p:nvPr/>
        </p:nvCxnSpPr>
        <p:spPr>
          <a:xfrm flipV="1">
            <a:off x="8712677" y="3897297"/>
            <a:ext cx="404689" cy="246800"/>
          </a:xfrm>
          <a:prstGeom prst="line">
            <a:avLst/>
          </a:prstGeom>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FEEFE33-34C0-7F08-5C6A-A1202549AA82}"/>
              </a:ext>
            </a:extLst>
          </p:cNvPr>
          <p:cNvSpPr txBox="1"/>
          <p:nvPr/>
        </p:nvSpPr>
        <p:spPr>
          <a:xfrm>
            <a:off x="9525739" y="5063676"/>
            <a:ext cx="1837678" cy="646331"/>
          </a:xfrm>
          <a:prstGeom prst="rect">
            <a:avLst/>
          </a:prstGeom>
          <a:noFill/>
        </p:spPr>
        <p:txBody>
          <a:bodyPr wrap="square" rtlCol="0">
            <a:spAutoFit/>
          </a:bodyPr>
          <a:lstStyle/>
          <a:p>
            <a:r>
              <a:rPr lang="en-US" dirty="0"/>
              <a:t>Magnetic Response</a:t>
            </a:r>
          </a:p>
        </p:txBody>
      </p:sp>
    </p:spTree>
    <p:extLst>
      <p:ext uri="{BB962C8B-B14F-4D97-AF65-F5344CB8AC3E}">
        <p14:creationId xmlns:p14="http://schemas.microsoft.com/office/powerpoint/2010/main" val="1175262866"/>
      </p:ext>
    </p:extLst>
  </p:cSld>
  <p:clrMapOvr>
    <a:masterClrMapping/>
  </p:clrMapOvr>
  <p:transition spd="slow">
    <p:fade thruBlk="1"/>
  </p:transition>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D02FC-1949-6753-2A4B-22F482CCF2B5}"/>
              </a:ext>
            </a:extLst>
          </p:cNvPr>
          <p:cNvSpPr>
            <a:spLocks noGrp="1"/>
          </p:cNvSpPr>
          <p:nvPr>
            <p:ph type="title"/>
          </p:nvPr>
        </p:nvSpPr>
        <p:spPr/>
        <p:txBody>
          <a:bodyPr/>
          <a:lstStyle/>
          <a:p>
            <a:r>
              <a:rPr lang="en-US" dirty="0"/>
              <a:t>About the ECM Fluxgates</a:t>
            </a:r>
          </a:p>
        </p:txBody>
      </p:sp>
      <p:sp>
        <p:nvSpPr>
          <p:cNvPr id="3" name="Content Placeholder 2">
            <a:extLst>
              <a:ext uri="{FF2B5EF4-FFF2-40B4-BE49-F238E27FC236}">
                <a16:creationId xmlns:a16="http://schemas.microsoft.com/office/drawing/2014/main" id="{2EF43EC2-CE9B-32E5-1F37-D5032BFA6568}"/>
              </a:ext>
            </a:extLst>
          </p:cNvPr>
          <p:cNvSpPr>
            <a:spLocks noGrp="1"/>
          </p:cNvSpPr>
          <p:nvPr>
            <p:ph idx="1"/>
          </p:nvPr>
        </p:nvSpPr>
        <p:spPr>
          <a:xfrm>
            <a:off x="211874" y="1270725"/>
            <a:ext cx="4982167" cy="5015570"/>
          </a:xfrm>
        </p:spPr>
        <p:txBody>
          <a:bodyPr>
            <a:normAutofit/>
          </a:bodyPr>
          <a:lstStyle/>
          <a:p>
            <a:pPr lvl="1"/>
            <a:endParaRPr lang="en-US" sz="2000" dirty="0"/>
          </a:p>
          <a:p>
            <a:pPr lvl="1"/>
            <a:r>
              <a:rPr lang="en-US" sz="2000" dirty="0"/>
              <a:t>Key Parts</a:t>
            </a:r>
          </a:p>
          <a:p>
            <a:pPr lvl="2"/>
            <a:r>
              <a:rPr lang="en-US" sz="1800" dirty="0"/>
              <a:t>Rings of soft magnetic alloy which magnetize in an external field</a:t>
            </a:r>
          </a:p>
          <a:p>
            <a:pPr lvl="2"/>
            <a:r>
              <a:rPr lang="en-US" sz="1800" dirty="0"/>
              <a:t>Drive and sense coils that detect the magnetization</a:t>
            </a:r>
          </a:p>
          <a:p>
            <a:pPr lvl="2"/>
            <a:r>
              <a:rPr lang="en-US" sz="1800" dirty="0"/>
              <a:t>Employed lots of plastics and adhesives with carbon added for moderate conductivity to provide shielding and protect against IESD</a:t>
            </a:r>
          </a:p>
          <a:p>
            <a:pPr lvl="2"/>
            <a:r>
              <a:rPr lang="en-US" sz="1800" dirty="0"/>
              <a:t>Use of metal was minimized</a:t>
            </a:r>
          </a:p>
          <a:p>
            <a:pPr lvl="2"/>
            <a:endParaRPr lang="en-US" sz="1800" dirty="0"/>
          </a:p>
          <a:p>
            <a:pPr lvl="1"/>
            <a:r>
              <a:rPr lang="en-US" sz="2000" dirty="0"/>
              <a:t>Temperature: regulated to -110 C at Jupiter </a:t>
            </a:r>
          </a:p>
          <a:p>
            <a:endParaRPr lang="en-US" dirty="0"/>
          </a:p>
        </p:txBody>
      </p:sp>
      <p:sp>
        <p:nvSpPr>
          <p:cNvPr id="4" name="Slide Number Placeholder 3">
            <a:extLst>
              <a:ext uri="{FF2B5EF4-FFF2-40B4-BE49-F238E27FC236}">
                <a16:creationId xmlns:a16="http://schemas.microsoft.com/office/drawing/2014/main" id="{3CF84776-7F02-66A3-BADA-0DF8F8DA40D7}"/>
              </a:ext>
            </a:extLst>
          </p:cNvPr>
          <p:cNvSpPr>
            <a:spLocks noGrp="1"/>
          </p:cNvSpPr>
          <p:nvPr>
            <p:ph type="sldNum" sz="quarter" idx="4"/>
          </p:nvPr>
        </p:nvSpPr>
        <p:spPr/>
        <p:txBody>
          <a:bodyPr/>
          <a:lstStyle/>
          <a:p>
            <a:fld id="{4A6E37D3-C5B8-47CF-A969-131D6B6A5E01}" type="slidenum">
              <a:rPr lang="en-US" smtClean="0"/>
              <a:t>27</a:t>
            </a:fld>
            <a:endParaRPr lang="en-US" dirty="0"/>
          </a:p>
        </p:txBody>
      </p:sp>
      <p:pic>
        <p:nvPicPr>
          <p:cNvPr id="5" name="Picture 4">
            <a:extLst>
              <a:ext uri="{FF2B5EF4-FFF2-40B4-BE49-F238E27FC236}">
                <a16:creationId xmlns:a16="http://schemas.microsoft.com/office/drawing/2014/main" id="{7A8F31F0-E178-479E-CF20-8B5906542A6C}"/>
              </a:ext>
            </a:extLst>
          </p:cNvPr>
          <p:cNvPicPr>
            <a:picLocks noChangeAspect="1"/>
          </p:cNvPicPr>
          <p:nvPr/>
        </p:nvPicPr>
        <p:blipFill rotWithShape="1">
          <a:blip r:embed="rId2"/>
          <a:srcRect b="1266"/>
          <a:stretch/>
        </p:blipFill>
        <p:spPr bwMode="auto">
          <a:xfrm>
            <a:off x="5692229" y="3180863"/>
            <a:ext cx="5943600" cy="2524125"/>
          </a:xfrm>
          <a:prstGeom prst="rect">
            <a:avLst/>
          </a:prstGeom>
          <a:ln>
            <a:noFill/>
          </a:ln>
          <a:extLst>
            <a:ext uri="{53640926-AAD7-44D8-BBD7-CCE9431645EC}">
              <a14:shadowObscured xmlns:a14="http://schemas.microsoft.com/office/drawing/2010/main"/>
            </a:ext>
          </a:extLst>
        </p:spPr>
      </p:pic>
      <p:sp>
        <p:nvSpPr>
          <p:cNvPr id="8" name="TextBox 7">
            <a:extLst>
              <a:ext uri="{FF2B5EF4-FFF2-40B4-BE49-F238E27FC236}">
                <a16:creationId xmlns:a16="http://schemas.microsoft.com/office/drawing/2014/main" id="{09351112-CAE5-5E14-A398-ED4F1ADB5446}"/>
              </a:ext>
            </a:extLst>
          </p:cNvPr>
          <p:cNvSpPr txBox="1"/>
          <p:nvPr/>
        </p:nvSpPr>
        <p:spPr>
          <a:xfrm>
            <a:off x="5605614" y="1435488"/>
            <a:ext cx="2363078" cy="1200329"/>
          </a:xfrm>
          <a:prstGeom prst="rect">
            <a:avLst/>
          </a:prstGeom>
          <a:noFill/>
        </p:spPr>
        <p:txBody>
          <a:bodyPr wrap="square" rtlCol="0">
            <a:spAutoFit/>
          </a:bodyPr>
          <a:lstStyle/>
          <a:p>
            <a:r>
              <a:rPr lang="en-US" dirty="0"/>
              <a:t>Two magnetic rings, with sense 3 coils to detect magnetization in X, Y, Z directions</a:t>
            </a:r>
          </a:p>
        </p:txBody>
      </p:sp>
      <p:sp>
        <p:nvSpPr>
          <p:cNvPr id="9" name="Arrow: Down 8">
            <a:extLst>
              <a:ext uri="{FF2B5EF4-FFF2-40B4-BE49-F238E27FC236}">
                <a16:creationId xmlns:a16="http://schemas.microsoft.com/office/drawing/2014/main" id="{C7D9CA1D-B217-D586-ECC6-7D801A806452}"/>
              </a:ext>
            </a:extLst>
          </p:cNvPr>
          <p:cNvSpPr/>
          <p:nvPr/>
        </p:nvSpPr>
        <p:spPr>
          <a:xfrm>
            <a:off x="8808098" y="2697826"/>
            <a:ext cx="734008" cy="42920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a:extLst>
              <a:ext uri="{FF2B5EF4-FFF2-40B4-BE49-F238E27FC236}">
                <a16:creationId xmlns:a16="http://schemas.microsoft.com/office/drawing/2014/main" id="{9A819F4A-052D-37C0-3D60-A18FC5EEA6BB}"/>
              </a:ext>
            </a:extLst>
          </p:cNvPr>
          <p:cNvPicPr>
            <a:picLocks noChangeAspect="1"/>
          </p:cNvPicPr>
          <p:nvPr/>
        </p:nvPicPr>
        <p:blipFill>
          <a:blip r:embed="rId3"/>
          <a:stretch>
            <a:fillRect/>
          </a:stretch>
        </p:blipFill>
        <p:spPr>
          <a:xfrm>
            <a:off x="8252456" y="1303069"/>
            <a:ext cx="1289650" cy="1188169"/>
          </a:xfrm>
          <a:prstGeom prst="rect">
            <a:avLst/>
          </a:prstGeom>
          <a:ln w="19050">
            <a:solidFill>
              <a:schemeClr val="tx1"/>
            </a:solidFill>
          </a:ln>
        </p:spPr>
      </p:pic>
      <p:pic>
        <p:nvPicPr>
          <p:cNvPr id="11" name="Picture 10">
            <a:extLst>
              <a:ext uri="{FF2B5EF4-FFF2-40B4-BE49-F238E27FC236}">
                <a16:creationId xmlns:a16="http://schemas.microsoft.com/office/drawing/2014/main" id="{F024F9FD-67CD-2F52-3460-ECFC42BCE37F}"/>
              </a:ext>
            </a:extLst>
          </p:cNvPr>
          <p:cNvPicPr>
            <a:picLocks noChangeAspect="1"/>
          </p:cNvPicPr>
          <p:nvPr/>
        </p:nvPicPr>
        <p:blipFill>
          <a:blip r:embed="rId3"/>
          <a:stretch>
            <a:fillRect/>
          </a:stretch>
        </p:blipFill>
        <p:spPr>
          <a:xfrm>
            <a:off x="8664029" y="1372404"/>
            <a:ext cx="1289650" cy="1188169"/>
          </a:xfrm>
          <a:prstGeom prst="rect">
            <a:avLst/>
          </a:prstGeom>
          <a:ln w="19050">
            <a:solidFill>
              <a:schemeClr val="tx1"/>
            </a:solidFill>
          </a:ln>
        </p:spPr>
      </p:pic>
    </p:spTree>
    <p:extLst>
      <p:ext uri="{BB962C8B-B14F-4D97-AF65-F5344CB8AC3E}">
        <p14:creationId xmlns:p14="http://schemas.microsoft.com/office/powerpoint/2010/main" val="3519434153"/>
      </p:ext>
    </p:extLst>
  </p:cSld>
  <p:clrMapOvr>
    <a:masterClrMapping/>
  </p:clrMapOvr>
  <p:transition spd="slow">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5C393-280E-12A4-F68D-CC1FA21344A0}"/>
              </a:ext>
            </a:extLst>
          </p:cNvPr>
          <p:cNvSpPr>
            <a:spLocks noGrp="1"/>
          </p:cNvSpPr>
          <p:nvPr>
            <p:ph type="title"/>
          </p:nvPr>
        </p:nvSpPr>
        <p:spPr/>
        <p:txBody>
          <a:bodyPr/>
          <a:lstStyle/>
          <a:p>
            <a:r>
              <a:rPr lang="en-US" dirty="0"/>
              <a:t>Heliopause measurement </a:t>
            </a:r>
          </a:p>
        </p:txBody>
      </p:sp>
      <p:sp>
        <p:nvSpPr>
          <p:cNvPr id="3" name="Content Placeholder 2">
            <a:extLst>
              <a:ext uri="{FF2B5EF4-FFF2-40B4-BE49-F238E27FC236}">
                <a16:creationId xmlns:a16="http://schemas.microsoft.com/office/drawing/2014/main" id="{CB66F9E3-C707-F586-4AC8-4213B11C8CE2}"/>
              </a:ext>
            </a:extLst>
          </p:cNvPr>
          <p:cNvSpPr>
            <a:spLocks noGrp="1"/>
          </p:cNvSpPr>
          <p:nvPr>
            <p:ph idx="1"/>
          </p:nvPr>
        </p:nvSpPr>
        <p:spPr>
          <a:xfrm>
            <a:off x="211874" y="1289422"/>
            <a:ext cx="4564312" cy="5015570"/>
          </a:xfrm>
        </p:spPr>
        <p:txBody>
          <a:bodyPr/>
          <a:lstStyle/>
          <a:p>
            <a:r>
              <a:rPr lang="en-US" dirty="0"/>
              <a:t>Magnetic Measurements out at the heliopause require more sensitivity because magnetic fields are very small</a:t>
            </a:r>
          </a:p>
          <a:p>
            <a:pPr marL="0" indent="0">
              <a:buNone/>
            </a:pPr>
            <a:endParaRPr lang="en-US" dirty="0"/>
          </a:p>
          <a:p>
            <a:r>
              <a:rPr lang="en-US" dirty="0"/>
              <a:t>However, would take decades to get there</a:t>
            </a:r>
          </a:p>
          <a:p>
            <a:endParaRPr lang="en-US" dirty="0"/>
          </a:p>
        </p:txBody>
      </p:sp>
      <p:sp>
        <p:nvSpPr>
          <p:cNvPr id="4" name="Slide Number Placeholder 3">
            <a:extLst>
              <a:ext uri="{FF2B5EF4-FFF2-40B4-BE49-F238E27FC236}">
                <a16:creationId xmlns:a16="http://schemas.microsoft.com/office/drawing/2014/main" id="{443DAC26-8005-CD6A-E7F6-E855898FD0C4}"/>
              </a:ext>
            </a:extLst>
          </p:cNvPr>
          <p:cNvSpPr>
            <a:spLocks noGrp="1"/>
          </p:cNvSpPr>
          <p:nvPr>
            <p:ph type="sldNum" sz="quarter" idx="4"/>
          </p:nvPr>
        </p:nvSpPr>
        <p:spPr/>
        <p:txBody>
          <a:bodyPr/>
          <a:lstStyle/>
          <a:p>
            <a:fld id="{4A6E37D3-C5B8-47CF-A969-131D6B6A5E01}" type="slidenum">
              <a:rPr lang="en-US" smtClean="0"/>
              <a:t>28</a:t>
            </a:fld>
            <a:endParaRPr lang="en-US" dirty="0"/>
          </a:p>
        </p:txBody>
      </p:sp>
      <p:pic>
        <p:nvPicPr>
          <p:cNvPr id="1026" name="Picture 2">
            <a:extLst>
              <a:ext uri="{FF2B5EF4-FFF2-40B4-BE49-F238E27FC236}">
                <a16:creationId xmlns:a16="http://schemas.microsoft.com/office/drawing/2014/main" id="{F0D1193B-F12D-0841-5B2E-6BCC926A23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2095" y="1289422"/>
            <a:ext cx="6838031" cy="46142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602306"/>
      </p:ext>
    </p:extLst>
  </p:cSld>
  <p:clrMapOvr>
    <a:masterClrMapping/>
  </p:clrMapOvr>
  <p:transition spd="slow">
    <p:fade thruBlk="1"/>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935685" y="-3188"/>
            <a:ext cx="10515600" cy="1325563"/>
          </a:xfrm>
          <a:prstGeom prst="rect">
            <a:avLst/>
          </a:prstGeom>
        </p:spPr>
        <p:txBody>
          <a:bodyPr vert="horz" lIns="91440" tIns="45720" rIns="91440" bIns="45720" rtlCol="0" anchor="ctr">
            <a:normAutofit/>
          </a:bodyPr>
          <a:lstStyle>
            <a:lvl1pPr algn="l" defTabSz="685594" rtl="0" eaLnBrk="1" latinLnBrk="0" hangingPunct="1">
              <a:lnSpc>
                <a:spcPct val="90000"/>
              </a:lnSpc>
              <a:spcBef>
                <a:spcPct val="0"/>
              </a:spcBef>
              <a:buNone/>
              <a:defRPr sz="3299" b="0" i="0" kern="1200">
                <a:solidFill>
                  <a:schemeClr val="tx1"/>
                </a:solidFill>
                <a:latin typeface="Helvetica Neue" charset="0"/>
                <a:ea typeface="Helvetica Neue" charset="0"/>
                <a:cs typeface="Helvetica Neue" charset="0"/>
              </a:defRPr>
            </a:lvl1pPr>
          </a:lstStyle>
          <a:p>
            <a:pPr algn="ctr"/>
            <a:endParaRPr lang="en-US" b="1" dirty="0"/>
          </a:p>
        </p:txBody>
      </p:sp>
      <p:sp>
        <p:nvSpPr>
          <p:cNvPr id="15" name="Title 1">
            <a:extLst>
              <a:ext uri="{FF2B5EF4-FFF2-40B4-BE49-F238E27FC236}">
                <a16:creationId xmlns:a16="http://schemas.microsoft.com/office/drawing/2014/main" id="{B4A4ADDE-ABCF-48A9-B065-C1F175A290D6}"/>
              </a:ext>
            </a:extLst>
          </p:cNvPr>
          <p:cNvSpPr>
            <a:spLocks noGrp="1"/>
          </p:cNvSpPr>
          <p:nvPr>
            <p:ph type="title"/>
          </p:nvPr>
        </p:nvSpPr>
        <p:spPr>
          <a:xfrm>
            <a:off x="1493838" y="163513"/>
            <a:ext cx="10583862" cy="862012"/>
          </a:xfrm>
        </p:spPr>
        <p:txBody>
          <a:bodyPr>
            <a:normAutofit/>
          </a:bodyPr>
          <a:lstStyle/>
          <a:p>
            <a:r>
              <a:rPr lang="en-US" dirty="0"/>
              <a:t>Europa Clipper Magnetometer Measurements</a:t>
            </a:r>
          </a:p>
        </p:txBody>
      </p:sp>
      <p:sp>
        <p:nvSpPr>
          <p:cNvPr id="2" name="Slide Number Placeholder 1">
            <a:extLst>
              <a:ext uri="{FF2B5EF4-FFF2-40B4-BE49-F238E27FC236}">
                <a16:creationId xmlns:a16="http://schemas.microsoft.com/office/drawing/2014/main" id="{60C0120A-4AA7-46E4-9D6A-DC6322AA635B}"/>
              </a:ext>
            </a:extLst>
          </p:cNvPr>
          <p:cNvSpPr>
            <a:spLocks noGrp="1"/>
          </p:cNvSpPr>
          <p:nvPr>
            <p:ph type="sldNum" sz="quarter" idx="4"/>
          </p:nvPr>
        </p:nvSpPr>
        <p:spPr/>
        <p:txBody>
          <a:bodyPr/>
          <a:lstStyle/>
          <a:p>
            <a:fld id="{25B5777A-4DCF-0441-92B8-5EF71EAA76BD}" type="slidenum">
              <a:rPr lang="en-US" smtClean="0"/>
              <a:t>29</a:t>
            </a:fld>
            <a:endParaRPr lang="en-US" dirty="0"/>
          </a:p>
        </p:txBody>
      </p:sp>
      <p:sp>
        <p:nvSpPr>
          <p:cNvPr id="13" name="Footer Placeholder 12">
            <a:extLst>
              <a:ext uri="{FF2B5EF4-FFF2-40B4-BE49-F238E27FC236}">
                <a16:creationId xmlns:a16="http://schemas.microsoft.com/office/drawing/2014/main" id="{59A2D844-CE08-41A1-A381-AC0F3B2B170D}"/>
              </a:ext>
            </a:extLst>
          </p:cNvPr>
          <p:cNvSpPr>
            <a:spLocks noGrp="1"/>
          </p:cNvSpPr>
          <p:nvPr>
            <p:ph type="ftr" sz="quarter" idx="3"/>
          </p:nvPr>
        </p:nvSpPr>
        <p:spPr/>
        <p:txBody>
          <a:bodyPr/>
          <a:lstStyle/>
          <a:p>
            <a:r>
              <a:rPr lang="en-US" dirty="0"/>
              <a:t>The technical data in this document is controlled under the U.S. Export Regulations; release to foreign persons may require an export authorization. </a:t>
            </a:r>
          </a:p>
        </p:txBody>
      </p:sp>
      <p:pic>
        <p:nvPicPr>
          <p:cNvPr id="18" name="Content Placeholder 7">
            <a:extLst>
              <a:ext uri="{FF2B5EF4-FFF2-40B4-BE49-F238E27FC236}">
                <a16:creationId xmlns:a16="http://schemas.microsoft.com/office/drawing/2014/main" id="{DEDB82C0-E924-A056-97C3-7D6C4143FCF3}"/>
              </a:ext>
            </a:extLst>
          </p:cNvPr>
          <p:cNvPicPr>
            <a:picLocks noGrp="1" noChangeAspect="1"/>
          </p:cNvPicPr>
          <p:nvPr>
            <p:ph idx="1"/>
          </p:nvPr>
        </p:nvPicPr>
        <p:blipFill rotWithShape="1">
          <a:blip r:embed="rId2"/>
          <a:srcRect l="6449" t="5253" r="-6449" b="7319"/>
          <a:stretch/>
        </p:blipFill>
        <p:spPr>
          <a:xfrm>
            <a:off x="6737824" y="1741863"/>
            <a:ext cx="3027031" cy="2845655"/>
          </a:xfrm>
        </p:spPr>
      </p:pic>
      <p:sp>
        <p:nvSpPr>
          <p:cNvPr id="19" name="TextBox 18">
            <a:extLst>
              <a:ext uri="{FF2B5EF4-FFF2-40B4-BE49-F238E27FC236}">
                <a16:creationId xmlns:a16="http://schemas.microsoft.com/office/drawing/2014/main" id="{B0405036-1762-63F4-B014-B62CE23D3E44}"/>
              </a:ext>
            </a:extLst>
          </p:cNvPr>
          <p:cNvSpPr txBox="1"/>
          <p:nvPr/>
        </p:nvSpPr>
        <p:spPr>
          <a:xfrm>
            <a:off x="7707874" y="4587518"/>
            <a:ext cx="1453881" cy="369332"/>
          </a:xfrm>
          <a:prstGeom prst="rect">
            <a:avLst/>
          </a:prstGeom>
          <a:noFill/>
        </p:spPr>
        <p:txBody>
          <a:bodyPr wrap="square" rtlCol="0">
            <a:spAutoFit/>
          </a:bodyPr>
          <a:lstStyle/>
          <a:p>
            <a:r>
              <a:rPr lang="en-US" dirty="0"/>
              <a:t>Ocean Model</a:t>
            </a:r>
          </a:p>
        </p:txBody>
      </p:sp>
      <p:sp>
        <p:nvSpPr>
          <p:cNvPr id="5" name="Content Placeholder 2">
            <a:extLst>
              <a:ext uri="{FF2B5EF4-FFF2-40B4-BE49-F238E27FC236}">
                <a16:creationId xmlns:a16="http://schemas.microsoft.com/office/drawing/2014/main" id="{C8BDC659-4FD9-49AA-8375-736E2ED87CD1}"/>
              </a:ext>
            </a:extLst>
          </p:cNvPr>
          <p:cNvSpPr txBox="1">
            <a:spLocks/>
          </p:cNvSpPr>
          <p:nvPr/>
        </p:nvSpPr>
        <p:spPr>
          <a:xfrm>
            <a:off x="131090" y="1322376"/>
            <a:ext cx="5728172" cy="5092904"/>
          </a:xfrm>
          <a:prstGeom prst="rect">
            <a:avLst/>
          </a:prstGeom>
        </p:spPr>
        <p:txBody>
          <a:bodyPr vert="horz" lIns="91440" tIns="45720" rIns="91440" bIns="45720" rtlCol="0">
            <a:noAutofit/>
          </a:bodyPr>
          <a:lstStyle>
            <a:lvl1pPr marL="171399" indent="-171399" algn="l" defTabSz="685594" rtl="0" eaLnBrk="1" latinLnBrk="0" hangingPunct="1">
              <a:lnSpc>
                <a:spcPct val="90000"/>
              </a:lnSpc>
              <a:spcBef>
                <a:spcPts val="750"/>
              </a:spcBef>
              <a:buFont typeface="Arial"/>
              <a:buChar char="•"/>
              <a:defRPr sz="2099" b="0" i="0" kern="1200">
                <a:solidFill>
                  <a:schemeClr val="tx1"/>
                </a:solidFill>
                <a:latin typeface="Helvetica Neue Thin" charset="0"/>
                <a:ea typeface="Helvetica Neue Thin" charset="0"/>
                <a:cs typeface="Helvetica Neue Thin" charset="0"/>
              </a:defRPr>
            </a:lvl1pPr>
            <a:lvl2pPr marL="514196" indent="-171399" algn="l" defTabSz="685594" rtl="0" eaLnBrk="1" latinLnBrk="0" hangingPunct="1">
              <a:lnSpc>
                <a:spcPct val="90000"/>
              </a:lnSpc>
              <a:spcBef>
                <a:spcPts val="375"/>
              </a:spcBef>
              <a:buFont typeface="Arial"/>
              <a:buChar char="•"/>
              <a:defRPr sz="1799" b="0" i="0" kern="1200">
                <a:solidFill>
                  <a:schemeClr val="tx1"/>
                </a:solidFill>
                <a:latin typeface="Helvetica Neue Thin" charset="0"/>
                <a:ea typeface="Helvetica Neue Thin" charset="0"/>
                <a:cs typeface="Helvetica Neue Thin" charset="0"/>
              </a:defRPr>
            </a:lvl2pPr>
            <a:lvl3pPr marL="856993" indent="-171399" algn="l" defTabSz="685594" rtl="0" eaLnBrk="1" latinLnBrk="0" hangingPunct="1">
              <a:lnSpc>
                <a:spcPct val="90000"/>
              </a:lnSpc>
              <a:spcBef>
                <a:spcPts val="375"/>
              </a:spcBef>
              <a:buFont typeface="Arial"/>
              <a:buChar char="•"/>
              <a:defRPr sz="1500" b="0" i="1" kern="1200">
                <a:solidFill>
                  <a:schemeClr val="tx1"/>
                </a:solidFill>
                <a:latin typeface="Helvetica Neue Thin" charset="0"/>
                <a:ea typeface="Helvetica Neue Thin" charset="0"/>
                <a:cs typeface="Helvetica Neue Thin" charset="0"/>
              </a:defRPr>
            </a:lvl3pPr>
            <a:lvl4pPr marL="1199790" indent="-171399" algn="l" defTabSz="685594" rtl="0" eaLnBrk="1" latinLnBrk="0" hangingPunct="1">
              <a:lnSpc>
                <a:spcPct val="90000"/>
              </a:lnSpc>
              <a:spcBef>
                <a:spcPts val="375"/>
              </a:spcBef>
              <a:buFont typeface="Arial"/>
              <a:buChar char="•"/>
              <a:defRPr sz="1350" b="0" i="1" kern="1200">
                <a:solidFill>
                  <a:schemeClr val="tx1"/>
                </a:solidFill>
                <a:latin typeface="Helvetica Neue Thin" charset="0"/>
                <a:ea typeface="Helvetica Neue Thin" charset="0"/>
                <a:cs typeface="Helvetica Neue Thin" charset="0"/>
              </a:defRPr>
            </a:lvl4pPr>
            <a:lvl5pPr marL="1542587" indent="-171399" algn="l" defTabSz="685594" rtl="0" eaLnBrk="1" latinLnBrk="0" hangingPunct="1">
              <a:lnSpc>
                <a:spcPct val="90000"/>
              </a:lnSpc>
              <a:spcBef>
                <a:spcPts val="375"/>
              </a:spcBef>
              <a:buFont typeface="Arial"/>
              <a:buChar char="•"/>
              <a:defRPr sz="1350" b="0" i="1" kern="1200">
                <a:solidFill>
                  <a:schemeClr val="tx1"/>
                </a:solidFill>
                <a:latin typeface="Helvetica Neue Thin" charset="0"/>
                <a:ea typeface="Helvetica Neue Thin" charset="0"/>
                <a:cs typeface="Helvetica Neue Thin" charset="0"/>
              </a:defRPr>
            </a:lvl5pPr>
            <a:lvl6pPr marL="1885384"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181"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0978"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3776" indent="-171399" algn="l" defTabSz="685594" rtl="0" eaLnBrk="1" latinLnBrk="0" hangingPunct="1">
              <a:lnSpc>
                <a:spcPct val="90000"/>
              </a:lnSpc>
              <a:spcBef>
                <a:spcPts val="375"/>
              </a:spcBef>
              <a:buFont typeface="Arial"/>
              <a:buChar char="•"/>
              <a:defRPr sz="1350" kern="1200">
                <a:solidFill>
                  <a:schemeClr val="tx1"/>
                </a:solidFill>
                <a:latin typeface="+mn-lt"/>
                <a:ea typeface="+mn-ea"/>
                <a:cs typeface="+mn-cs"/>
              </a:defRPr>
            </a:lvl9pPr>
          </a:lstStyle>
          <a:p>
            <a:pPr>
              <a:spcAft>
                <a:spcPts val="600"/>
              </a:spcAft>
            </a:pPr>
            <a:r>
              <a:rPr lang="en-US" sz="2400" dirty="0"/>
              <a:t>The planned measurements will provide information about the </a:t>
            </a:r>
          </a:p>
          <a:p>
            <a:pPr lvl="1">
              <a:spcAft>
                <a:spcPts val="600"/>
              </a:spcAft>
            </a:pPr>
            <a:r>
              <a:rPr lang="en-US" sz="2100" dirty="0"/>
              <a:t>Ocean depth</a:t>
            </a:r>
          </a:p>
          <a:p>
            <a:pPr lvl="1">
              <a:spcAft>
                <a:spcPts val="600"/>
              </a:spcAft>
            </a:pPr>
            <a:r>
              <a:rPr lang="en-US" sz="2100" dirty="0"/>
              <a:t>Salinity</a:t>
            </a:r>
          </a:p>
          <a:p>
            <a:pPr>
              <a:spcAft>
                <a:spcPts val="600"/>
              </a:spcAft>
            </a:pPr>
            <a:r>
              <a:rPr lang="en-US" sz="2400" dirty="0"/>
              <a:t>Magnetic response is measured from flybys of the Europa Clipper</a:t>
            </a:r>
          </a:p>
          <a:p>
            <a:pPr>
              <a:spcAft>
                <a:spcPts val="600"/>
              </a:spcAft>
            </a:pPr>
            <a:r>
              <a:rPr lang="en-US" sz="2400" dirty="0"/>
              <a:t>Fit a model of the ocean’s magnetic response to the magnetic field data to find these parameters</a:t>
            </a:r>
          </a:p>
          <a:p>
            <a:pPr>
              <a:spcAft>
                <a:spcPts val="600"/>
              </a:spcAft>
            </a:pPr>
            <a:r>
              <a:rPr lang="en-US" sz="2400" dirty="0"/>
              <a:t>What is possible with more sensitive magnetometry?</a:t>
            </a:r>
          </a:p>
          <a:p>
            <a:pPr>
              <a:spcAft>
                <a:spcPts val="600"/>
              </a:spcAft>
            </a:pPr>
            <a:endParaRPr lang="en-US" sz="2400" dirty="0"/>
          </a:p>
          <a:p>
            <a:pPr>
              <a:spcAft>
                <a:spcPts val="600"/>
              </a:spcAft>
            </a:pPr>
            <a:endParaRPr lang="en-US" sz="2400" dirty="0"/>
          </a:p>
          <a:p>
            <a:pPr>
              <a:spcAft>
                <a:spcPts val="600"/>
              </a:spcAft>
            </a:pPr>
            <a:endParaRPr lang="en-US" sz="2400" dirty="0"/>
          </a:p>
          <a:p>
            <a:pPr>
              <a:spcAft>
                <a:spcPts val="600"/>
              </a:spcAft>
            </a:pPr>
            <a:endParaRPr lang="en-US" sz="2400" dirty="0"/>
          </a:p>
          <a:p>
            <a:pPr>
              <a:spcAft>
                <a:spcPts val="600"/>
              </a:spcAft>
            </a:pPr>
            <a:endParaRPr lang="en-US" sz="2400" dirty="0"/>
          </a:p>
        </p:txBody>
      </p:sp>
    </p:spTree>
    <p:extLst>
      <p:ext uri="{BB962C8B-B14F-4D97-AF65-F5344CB8AC3E}">
        <p14:creationId xmlns:p14="http://schemas.microsoft.com/office/powerpoint/2010/main" val="3210830828"/>
      </p:ext>
    </p:extLst>
  </p:cSld>
  <p:clrMapOvr>
    <a:masterClrMapping/>
  </p:clrMapOvr>
  <p:transition spd="slow">
    <p:fade thruBlk="1"/>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4CC0-AD98-A564-B74A-4093AB4B3B90}"/>
              </a:ext>
            </a:extLst>
          </p:cNvPr>
          <p:cNvSpPr>
            <a:spLocks noGrp="1"/>
          </p:cNvSpPr>
          <p:nvPr>
            <p:ph type="title"/>
          </p:nvPr>
        </p:nvSpPr>
        <p:spPr/>
        <p:txBody>
          <a:bodyPr/>
          <a:lstStyle/>
          <a:p>
            <a:r>
              <a:rPr lang="en-US" dirty="0"/>
              <a:t>Issue 2: Spacecraft noise </a:t>
            </a:r>
          </a:p>
        </p:txBody>
      </p:sp>
      <p:sp>
        <p:nvSpPr>
          <p:cNvPr id="4" name="Slide Number Placeholder 3">
            <a:extLst>
              <a:ext uri="{FF2B5EF4-FFF2-40B4-BE49-F238E27FC236}">
                <a16:creationId xmlns:a16="http://schemas.microsoft.com/office/drawing/2014/main" id="{319F7A45-922A-EF50-3840-376884784174}"/>
              </a:ext>
            </a:extLst>
          </p:cNvPr>
          <p:cNvSpPr>
            <a:spLocks noGrp="1"/>
          </p:cNvSpPr>
          <p:nvPr>
            <p:ph type="sldNum" sz="quarter" idx="4"/>
          </p:nvPr>
        </p:nvSpPr>
        <p:spPr/>
        <p:txBody>
          <a:bodyPr/>
          <a:lstStyle/>
          <a:p>
            <a:fld id="{4A6E37D3-C5B8-47CF-A969-131D6B6A5E01}" type="slidenum">
              <a:rPr lang="en-US" smtClean="0"/>
              <a:t>30</a:t>
            </a:fld>
            <a:endParaRPr lang="en-US" dirty="0"/>
          </a:p>
        </p:txBody>
      </p:sp>
      <p:sp>
        <p:nvSpPr>
          <p:cNvPr id="5" name="Content Placeholder 4">
            <a:extLst>
              <a:ext uri="{FF2B5EF4-FFF2-40B4-BE49-F238E27FC236}">
                <a16:creationId xmlns:a16="http://schemas.microsoft.com/office/drawing/2014/main" id="{5E457B39-1DE7-C131-5CA0-AFAC4B6DC931}"/>
              </a:ext>
            </a:extLst>
          </p:cNvPr>
          <p:cNvSpPr txBox="1">
            <a:spLocks noGrp="1"/>
          </p:cNvSpPr>
          <p:nvPr>
            <p:ph idx="1"/>
          </p:nvPr>
        </p:nvSpPr>
        <p:spPr>
          <a:xfrm>
            <a:off x="223122" y="1454458"/>
            <a:ext cx="5557266" cy="4937762"/>
          </a:xfrm>
          <a:prstGeom prst="rect">
            <a:avLst/>
          </a:prstGeom>
          <a:solidFill>
            <a:schemeClr val="bg1"/>
          </a:solidFill>
          <a:ln>
            <a:noFill/>
          </a:ln>
        </p:spPr>
        <p:txBody>
          <a:bodyPr wrap="square" rtlCol="0">
            <a:spAutoFit/>
          </a:bodyPr>
          <a:lstStyle/>
          <a:p>
            <a:r>
              <a:rPr lang="en-US" sz="1800" b="1" dirty="0"/>
              <a:t>Issue: </a:t>
            </a:r>
            <a:r>
              <a:rPr lang="en-US" sz="1800" dirty="0"/>
              <a:t>Spacecraft noise can dominate over magnetic field</a:t>
            </a:r>
          </a:p>
          <a:p>
            <a:r>
              <a:rPr lang="en-US" sz="1800" b="1" dirty="0"/>
              <a:t>Solution: 1 </a:t>
            </a:r>
            <a:r>
              <a:rPr lang="en-US" sz="1800" dirty="0"/>
              <a:t>fitting data from several sensors can separate out this noise from the ambient field </a:t>
            </a:r>
          </a:p>
          <a:p>
            <a:pPr lvl="1"/>
            <a:r>
              <a:rPr lang="en-US" sz="1400" dirty="0"/>
              <a:t>Numerical simulation shows that fitting magnetic field of several sensors can effectively separate spacecraft fields from ambient field</a:t>
            </a:r>
          </a:p>
          <a:p>
            <a:pPr lvl="1"/>
            <a:r>
              <a:rPr lang="en-US" sz="1400" dirty="0"/>
              <a:t>Fit to simple multipole expansion to find B</a:t>
            </a:r>
          </a:p>
          <a:p>
            <a:pPr lvl="2"/>
            <a:r>
              <a:rPr lang="en-US" sz="1200" dirty="0"/>
              <a:t> f= B+c/r</a:t>
            </a:r>
            <a:r>
              <a:rPr lang="en-US" sz="1200" baseline="30000" dirty="0"/>
              <a:t>3</a:t>
            </a:r>
            <a:r>
              <a:rPr lang="en-US" sz="1200" dirty="0"/>
              <a:t> + d/r</a:t>
            </a:r>
            <a:r>
              <a:rPr lang="en-US" sz="1200" baseline="30000" dirty="0"/>
              <a:t>4</a:t>
            </a:r>
            <a:r>
              <a:rPr lang="en-US" sz="1200" dirty="0"/>
              <a:t> + e/r</a:t>
            </a:r>
            <a:r>
              <a:rPr lang="en-US" sz="1200" baseline="30000" dirty="0"/>
              <a:t>5</a:t>
            </a:r>
            <a:r>
              <a:rPr lang="en-US" sz="1200" dirty="0"/>
              <a:t> </a:t>
            </a:r>
          </a:p>
          <a:p>
            <a:pPr lvl="1"/>
            <a:r>
              <a:rPr lang="en-US" sz="1400" dirty="0"/>
              <a:t>Removes random sources of noise near center of spacecraft to find unknown external field B to sub pT levels</a:t>
            </a:r>
          </a:p>
          <a:p>
            <a:r>
              <a:rPr lang="en-US" sz="1800" dirty="0"/>
              <a:t>Spacecraft Design</a:t>
            </a:r>
          </a:p>
          <a:p>
            <a:pPr lvl="1"/>
            <a:r>
              <a:rPr lang="en-US" sz="1400" dirty="0"/>
              <a:t>Short Coax cables should have very low emissions</a:t>
            </a:r>
          </a:p>
          <a:p>
            <a:pPr lvl="1"/>
            <a:r>
              <a:rPr lang="en-US" sz="1400" dirty="0"/>
              <a:t>Block low frequencies with capacitors and use ac electronics</a:t>
            </a:r>
          </a:p>
          <a:p>
            <a:pPr lvl="1"/>
            <a:r>
              <a:rPr lang="en-US" sz="1400" dirty="0"/>
              <a:t>Concentrate digital circuity  in small shielded boxes</a:t>
            </a:r>
          </a:p>
          <a:p>
            <a:pPr lvl="1"/>
            <a:r>
              <a:rPr lang="en-US" sz="1400" dirty="0"/>
              <a:t>Power with stable ac or DC circuits whose frequency content is not greatly affected by varying loads</a:t>
            </a:r>
          </a:p>
          <a:p>
            <a:pPr lvl="1"/>
            <a:r>
              <a:rPr lang="en-US" sz="1400" dirty="0"/>
              <a:t>Ideally signaling is via fiber optic</a:t>
            </a:r>
          </a:p>
          <a:p>
            <a:pPr lvl="1"/>
            <a:r>
              <a:rPr lang="en-US" sz="1400" dirty="0"/>
              <a:t>Chopping: Also, could rotate spacecraft to separate signal from noise</a:t>
            </a:r>
          </a:p>
        </p:txBody>
      </p:sp>
      <p:pic>
        <p:nvPicPr>
          <p:cNvPr id="7" name="Picture 6">
            <a:extLst>
              <a:ext uri="{FF2B5EF4-FFF2-40B4-BE49-F238E27FC236}">
                <a16:creationId xmlns:a16="http://schemas.microsoft.com/office/drawing/2014/main" id="{2AD50DAD-2A82-08BA-7AEF-A0DE2893112E}"/>
              </a:ext>
            </a:extLst>
          </p:cNvPr>
          <p:cNvPicPr>
            <a:picLocks noChangeAspect="1"/>
          </p:cNvPicPr>
          <p:nvPr/>
        </p:nvPicPr>
        <p:blipFill>
          <a:blip r:embed="rId2"/>
          <a:stretch>
            <a:fillRect/>
          </a:stretch>
        </p:blipFill>
        <p:spPr>
          <a:xfrm>
            <a:off x="8003365" y="752638"/>
            <a:ext cx="3068690" cy="1855914"/>
          </a:xfrm>
          <a:prstGeom prst="rect">
            <a:avLst/>
          </a:prstGeom>
        </p:spPr>
      </p:pic>
      <p:pic>
        <p:nvPicPr>
          <p:cNvPr id="9" name="Picture 8">
            <a:extLst>
              <a:ext uri="{FF2B5EF4-FFF2-40B4-BE49-F238E27FC236}">
                <a16:creationId xmlns:a16="http://schemas.microsoft.com/office/drawing/2014/main" id="{98353DB5-9B41-932F-58A5-C4775DEB6F1C}"/>
              </a:ext>
            </a:extLst>
          </p:cNvPr>
          <p:cNvPicPr>
            <a:picLocks noChangeAspect="1"/>
          </p:cNvPicPr>
          <p:nvPr/>
        </p:nvPicPr>
        <p:blipFill>
          <a:blip r:embed="rId3"/>
          <a:stretch>
            <a:fillRect/>
          </a:stretch>
        </p:blipFill>
        <p:spPr>
          <a:xfrm>
            <a:off x="7123416" y="3429000"/>
            <a:ext cx="3325320" cy="2654849"/>
          </a:xfrm>
          <a:prstGeom prst="rect">
            <a:avLst/>
          </a:prstGeom>
        </p:spPr>
      </p:pic>
      <p:sp>
        <p:nvSpPr>
          <p:cNvPr id="10" name="TextBox 9">
            <a:extLst>
              <a:ext uri="{FF2B5EF4-FFF2-40B4-BE49-F238E27FC236}">
                <a16:creationId xmlns:a16="http://schemas.microsoft.com/office/drawing/2014/main" id="{32CF49C2-7D58-BB51-6D17-4DD70E882CC6}"/>
              </a:ext>
            </a:extLst>
          </p:cNvPr>
          <p:cNvSpPr txBox="1"/>
          <p:nvPr/>
        </p:nvSpPr>
        <p:spPr>
          <a:xfrm>
            <a:off x="8372480" y="2641834"/>
            <a:ext cx="2533208" cy="646331"/>
          </a:xfrm>
          <a:prstGeom prst="rect">
            <a:avLst/>
          </a:prstGeom>
          <a:noFill/>
        </p:spPr>
        <p:txBody>
          <a:bodyPr wrap="square" rtlCol="0">
            <a:spAutoFit/>
          </a:bodyPr>
          <a:lstStyle/>
          <a:p>
            <a:r>
              <a:rPr lang="en-US" dirty="0"/>
              <a:t>EC Spacecraft Magnetic noise (C. Cochrane)</a:t>
            </a:r>
          </a:p>
        </p:txBody>
      </p:sp>
      <p:sp>
        <p:nvSpPr>
          <p:cNvPr id="11" name="Oval 10">
            <a:extLst>
              <a:ext uri="{FF2B5EF4-FFF2-40B4-BE49-F238E27FC236}">
                <a16:creationId xmlns:a16="http://schemas.microsoft.com/office/drawing/2014/main" id="{A131BECA-57D2-C4FB-99E8-0B4DF904E6E8}"/>
              </a:ext>
            </a:extLst>
          </p:cNvPr>
          <p:cNvSpPr/>
          <p:nvPr/>
        </p:nvSpPr>
        <p:spPr>
          <a:xfrm flipH="1">
            <a:off x="7617205" y="5385731"/>
            <a:ext cx="125834" cy="100669"/>
          </a:xfrm>
          <a:prstGeom prst="ellipse">
            <a:avLst/>
          </a:prstGeom>
          <a:solidFill>
            <a:srgbClr val="FF0000"/>
          </a:solidFill>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2" name="Oval 11">
            <a:extLst>
              <a:ext uri="{FF2B5EF4-FFF2-40B4-BE49-F238E27FC236}">
                <a16:creationId xmlns:a16="http://schemas.microsoft.com/office/drawing/2014/main" id="{3D7DF4BF-1ADF-2D88-8C84-0F42CDA83DC0}"/>
              </a:ext>
            </a:extLst>
          </p:cNvPr>
          <p:cNvSpPr/>
          <p:nvPr/>
        </p:nvSpPr>
        <p:spPr>
          <a:xfrm flipH="1">
            <a:off x="7769605" y="5538131"/>
            <a:ext cx="125834" cy="100669"/>
          </a:xfrm>
          <a:prstGeom prst="ellipse">
            <a:avLst/>
          </a:prstGeom>
          <a:solidFill>
            <a:srgbClr val="FF0000"/>
          </a:solidFill>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sp>
        <p:nvSpPr>
          <p:cNvPr id="13" name="Oval 12">
            <a:extLst>
              <a:ext uri="{FF2B5EF4-FFF2-40B4-BE49-F238E27FC236}">
                <a16:creationId xmlns:a16="http://schemas.microsoft.com/office/drawing/2014/main" id="{EE0FA60E-0C65-0876-0238-DDC1E1C0C683}"/>
              </a:ext>
            </a:extLst>
          </p:cNvPr>
          <p:cNvSpPr/>
          <p:nvPr/>
        </p:nvSpPr>
        <p:spPr>
          <a:xfrm flipH="1">
            <a:off x="7832522" y="5385731"/>
            <a:ext cx="125834" cy="100669"/>
          </a:xfrm>
          <a:prstGeom prst="ellipse">
            <a:avLst/>
          </a:prstGeom>
          <a:solidFill>
            <a:srgbClr val="FF0000"/>
          </a:solidFill>
          <a:ln>
            <a:solidFill>
              <a:schemeClr val="tx1"/>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dirty="0"/>
          </a:p>
        </p:txBody>
      </p:sp>
      <p:cxnSp>
        <p:nvCxnSpPr>
          <p:cNvPr id="15" name="Straight Arrow Connector 14">
            <a:extLst>
              <a:ext uri="{FF2B5EF4-FFF2-40B4-BE49-F238E27FC236}">
                <a16:creationId xmlns:a16="http://schemas.microsoft.com/office/drawing/2014/main" id="{2C26DD0A-904F-32BC-E940-C1BFB08CD933}"/>
              </a:ext>
            </a:extLst>
          </p:cNvPr>
          <p:cNvCxnSpPr/>
          <p:nvPr/>
        </p:nvCxnSpPr>
        <p:spPr>
          <a:xfrm>
            <a:off x="6785929" y="5192785"/>
            <a:ext cx="680273" cy="2432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E1CF7E3-A36F-8E17-F5CD-71023B9F28CE}"/>
              </a:ext>
            </a:extLst>
          </p:cNvPr>
          <p:cNvSpPr txBox="1"/>
          <p:nvPr/>
        </p:nvSpPr>
        <p:spPr>
          <a:xfrm>
            <a:off x="9102621" y="4133267"/>
            <a:ext cx="2533208" cy="646331"/>
          </a:xfrm>
          <a:prstGeom prst="rect">
            <a:avLst/>
          </a:prstGeom>
          <a:noFill/>
        </p:spPr>
        <p:txBody>
          <a:bodyPr wrap="square" rtlCol="0">
            <a:spAutoFit/>
          </a:bodyPr>
          <a:lstStyle/>
          <a:p>
            <a:r>
              <a:rPr lang="en-US" sz="1200" dirty="0"/>
              <a:t>Fit curve to simulated field measurements in from numerical model .</a:t>
            </a:r>
          </a:p>
        </p:txBody>
      </p:sp>
      <p:sp>
        <p:nvSpPr>
          <p:cNvPr id="18" name="TextBox 17">
            <a:extLst>
              <a:ext uri="{FF2B5EF4-FFF2-40B4-BE49-F238E27FC236}">
                <a16:creationId xmlns:a16="http://schemas.microsoft.com/office/drawing/2014/main" id="{1F77F31F-246E-D914-151A-BCFD9C1D2DA0}"/>
              </a:ext>
            </a:extLst>
          </p:cNvPr>
          <p:cNvSpPr txBox="1"/>
          <p:nvPr/>
        </p:nvSpPr>
        <p:spPr>
          <a:xfrm>
            <a:off x="6025806" y="4697401"/>
            <a:ext cx="1301456" cy="1477328"/>
          </a:xfrm>
          <a:prstGeom prst="rect">
            <a:avLst/>
          </a:prstGeom>
          <a:noFill/>
        </p:spPr>
        <p:txBody>
          <a:bodyPr wrap="square" rtlCol="0">
            <a:spAutoFit/>
          </a:bodyPr>
          <a:lstStyle/>
          <a:p>
            <a:r>
              <a:rPr lang="en-US" dirty="0"/>
              <a:t>Random noise sources near S/C center</a:t>
            </a:r>
          </a:p>
        </p:txBody>
      </p:sp>
    </p:spTree>
    <p:extLst>
      <p:ext uri="{BB962C8B-B14F-4D97-AF65-F5344CB8AC3E}">
        <p14:creationId xmlns:p14="http://schemas.microsoft.com/office/powerpoint/2010/main" val="3926857421"/>
      </p:ext>
    </p:extLst>
  </p:cSld>
  <p:clrMapOvr>
    <a:masterClrMapping/>
  </p:clrMapOvr>
  <p:transition spd="slow">
    <p:fade thruBlk="1"/>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6A596-8A37-7509-CE33-2E1A9215633A}"/>
              </a:ext>
            </a:extLst>
          </p:cNvPr>
          <p:cNvSpPr>
            <a:spLocks noGrp="1"/>
          </p:cNvSpPr>
          <p:nvPr>
            <p:ph type="title"/>
          </p:nvPr>
        </p:nvSpPr>
        <p:spPr/>
        <p:txBody>
          <a:bodyPr/>
          <a:lstStyle/>
          <a:p>
            <a:r>
              <a:rPr lang="en-US" dirty="0"/>
              <a:t>Issue 3: Low Temperature Operation</a:t>
            </a:r>
          </a:p>
        </p:txBody>
      </p:sp>
      <p:sp>
        <p:nvSpPr>
          <p:cNvPr id="3" name="Content Placeholder 2">
            <a:extLst>
              <a:ext uri="{FF2B5EF4-FFF2-40B4-BE49-F238E27FC236}">
                <a16:creationId xmlns:a16="http://schemas.microsoft.com/office/drawing/2014/main" id="{F2D03D0C-74BF-2EAC-0E06-652C6B605AC0}"/>
              </a:ext>
            </a:extLst>
          </p:cNvPr>
          <p:cNvSpPr>
            <a:spLocks noGrp="1"/>
          </p:cNvSpPr>
          <p:nvPr>
            <p:ph idx="1"/>
          </p:nvPr>
        </p:nvSpPr>
        <p:spPr>
          <a:xfrm>
            <a:off x="211875" y="1270725"/>
            <a:ext cx="7440676" cy="5015570"/>
          </a:xfrm>
        </p:spPr>
        <p:txBody>
          <a:bodyPr>
            <a:normAutofit/>
          </a:bodyPr>
          <a:lstStyle/>
          <a:p>
            <a:pPr marL="0" indent="0">
              <a:buNone/>
            </a:pPr>
            <a:r>
              <a:rPr lang="en-US" sz="2800" dirty="0"/>
              <a:t>SQUIDs Gradiometer must operate at 80 K or below</a:t>
            </a:r>
          </a:p>
          <a:p>
            <a:pPr marL="0" indent="0">
              <a:buNone/>
            </a:pPr>
            <a:r>
              <a:rPr lang="en-US" sz="2800" dirty="0"/>
              <a:t>Solutions:</a:t>
            </a:r>
          </a:p>
          <a:p>
            <a:pPr lvl="1"/>
            <a:r>
              <a:rPr lang="en-US" dirty="0"/>
              <a:t>Passive cooling possible</a:t>
            </a:r>
          </a:p>
          <a:p>
            <a:pPr lvl="1"/>
            <a:r>
              <a:rPr lang="en-US" dirty="0"/>
              <a:t>NEO surveyor will passively cool IR detector arrays to 40 K at Earth Lagrange point (L1)</a:t>
            </a:r>
          </a:p>
          <a:p>
            <a:pPr lvl="1"/>
            <a:r>
              <a:rPr lang="en-US" dirty="0"/>
              <a:t>Cooling tiny SQUIDs, which use nW of power, is much easier</a:t>
            </a:r>
          </a:p>
          <a:p>
            <a:pPr lvl="1"/>
            <a:r>
              <a:rPr lang="en-US" dirty="0"/>
              <a:t>Objects at Saturn and Uranus are typically below 80 K </a:t>
            </a:r>
          </a:p>
          <a:p>
            <a:r>
              <a:rPr lang="en-US" sz="2800" dirty="0"/>
              <a:t>Closer to the sun, cryocoolers are also an option</a:t>
            </a:r>
          </a:p>
          <a:p>
            <a:pPr lvl="1"/>
            <a:r>
              <a:rPr lang="en-US" sz="2000" dirty="0"/>
              <a:t>Small cryo coolers are available that weight 1.2 kg and use 30 W</a:t>
            </a:r>
          </a:p>
          <a:p>
            <a:pPr marL="342797" lvl="1" indent="0">
              <a:buNone/>
            </a:pPr>
            <a:endParaRPr lang="en-US" dirty="0"/>
          </a:p>
        </p:txBody>
      </p:sp>
      <p:sp>
        <p:nvSpPr>
          <p:cNvPr id="4" name="Slide Number Placeholder 3">
            <a:extLst>
              <a:ext uri="{FF2B5EF4-FFF2-40B4-BE49-F238E27FC236}">
                <a16:creationId xmlns:a16="http://schemas.microsoft.com/office/drawing/2014/main" id="{F458DEE0-D680-4F40-2148-B419D3161E92}"/>
              </a:ext>
            </a:extLst>
          </p:cNvPr>
          <p:cNvSpPr>
            <a:spLocks noGrp="1"/>
          </p:cNvSpPr>
          <p:nvPr>
            <p:ph type="sldNum" sz="quarter" idx="4"/>
          </p:nvPr>
        </p:nvSpPr>
        <p:spPr/>
        <p:txBody>
          <a:bodyPr/>
          <a:lstStyle/>
          <a:p>
            <a:fld id="{4A6E37D3-C5B8-47CF-A969-131D6B6A5E01}" type="slidenum">
              <a:rPr lang="en-US" smtClean="0"/>
              <a:t>31</a:t>
            </a:fld>
            <a:endParaRPr lang="en-US" dirty="0"/>
          </a:p>
        </p:txBody>
      </p:sp>
      <p:pic>
        <p:nvPicPr>
          <p:cNvPr id="5" name="Picture 4">
            <a:extLst>
              <a:ext uri="{FF2B5EF4-FFF2-40B4-BE49-F238E27FC236}">
                <a16:creationId xmlns:a16="http://schemas.microsoft.com/office/drawing/2014/main" id="{CE278E27-65E6-8F2B-1009-F293712F47E5}"/>
              </a:ext>
            </a:extLst>
          </p:cNvPr>
          <p:cNvPicPr>
            <a:picLocks noChangeAspect="1"/>
          </p:cNvPicPr>
          <p:nvPr/>
        </p:nvPicPr>
        <p:blipFill>
          <a:blip r:embed="rId2"/>
          <a:stretch>
            <a:fillRect/>
          </a:stretch>
        </p:blipFill>
        <p:spPr>
          <a:xfrm>
            <a:off x="8135756" y="3240349"/>
            <a:ext cx="3313641" cy="2958935"/>
          </a:xfrm>
          <a:prstGeom prst="rect">
            <a:avLst/>
          </a:prstGeom>
        </p:spPr>
      </p:pic>
      <p:pic>
        <p:nvPicPr>
          <p:cNvPr id="2050" name="Picture 2" descr="NEO Surveyor - Wikipedia">
            <a:extLst>
              <a:ext uri="{FF2B5EF4-FFF2-40B4-BE49-F238E27FC236}">
                <a16:creationId xmlns:a16="http://schemas.microsoft.com/office/drawing/2014/main" id="{A99AD846-5FDC-1EE6-9BC0-0107E2F8BF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31061" y="978545"/>
            <a:ext cx="2282301" cy="182584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5196A4C-C3ED-E471-0D33-0491631C8AEF}"/>
              </a:ext>
            </a:extLst>
          </p:cNvPr>
          <p:cNvSpPr txBox="1"/>
          <p:nvPr/>
        </p:nvSpPr>
        <p:spPr>
          <a:xfrm>
            <a:off x="9117367" y="2760897"/>
            <a:ext cx="2183907" cy="369332"/>
          </a:xfrm>
          <a:prstGeom prst="rect">
            <a:avLst/>
          </a:prstGeom>
          <a:noFill/>
        </p:spPr>
        <p:txBody>
          <a:bodyPr wrap="square" rtlCol="0">
            <a:spAutoFit/>
          </a:bodyPr>
          <a:lstStyle/>
          <a:p>
            <a:r>
              <a:rPr lang="en-US" dirty="0"/>
              <a:t>NEO Surveyor</a:t>
            </a:r>
          </a:p>
        </p:txBody>
      </p:sp>
    </p:spTree>
    <p:extLst>
      <p:ext uri="{BB962C8B-B14F-4D97-AF65-F5344CB8AC3E}">
        <p14:creationId xmlns:p14="http://schemas.microsoft.com/office/powerpoint/2010/main" val="2272827764"/>
      </p:ext>
    </p:extLst>
  </p:cSld>
  <p:clrMapOvr>
    <a:masterClrMapping/>
  </p:clrMapOvr>
  <p:transition spd="slow">
    <p:fade thruBlk="1"/>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AE41D-4682-C807-4088-8ABE71221B96}"/>
              </a:ext>
            </a:extLst>
          </p:cNvPr>
          <p:cNvSpPr>
            <a:spLocks noGrp="1"/>
          </p:cNvSpPr>
          <p:nvPr>
            <p:ph type="title"/>
          </p:nvPr>
        </p:nvSpPr>
        <p:spPr/>
        <p:txBody>
          <a:bodyPr>
            <a:normAutofit/>
          </a:bodyPr>
          <a:lstStyle/>
          <a:p>
            <a:r>
              <a:rPr lang="en-US" dirty="0"/>
              <a:t>Issue 4. Tolerance to Noisy Environments</a:t>
            </a:r>
          </a:p>
        </p:txBody>
      </p:sp>
      <p:sp>
        <p:nvSpPr>
          <p:cNvPr id="3" name="Content Placeholder 2">
            <a:extLst>
              <a:ext uri="{FF2B5EF4-FFF2-40B4-BE49-F238E27FC236}">
                <a16:creationId xmlns:a16="http://schemas.microsoft.com/office/drawing/2014/main" id="{E5C19639-4D68-27CA-5028-63ECB73BD81C}"/>
              </a:ext>
            </a:extLst>
          </p:cNvPr>
          <p:cNvSpPr>
            <a:spLocks noGrp="1"/>
          </p:cNvSpPr>
          <p:nvPr>
            <p:ph idx="1"/>
          </p:nvPr>
        </p:nvSpPr>
        <p:spPr>
          <a:xfrm>
            <a:off x="211874" y="1270725"/>
            <a:ext cx="4502169" cy="5015570"/>
          </a:xfrm>
        </p:spPr>
        <p:txBody>
          <a:bodyPr>
            <a:normAutofit/>
          </a:bodyPr>
          <a:lstStyle/>
          <a:p>
            <a:r>
              <a:rPr lang="en-US" dirty="0"/>
              <a:t>Issue: Can Quantum interference devices handle a noisy magnetic environment?</a:t>
            </a:r>
          </a:p>
          <a:p>
            <a:r>
              <a:rPr lang="en-US" dirty="0"/>
              <a:t>A variant of YBCO Squids called Josephson Junction arrays work in high field environments</a:t>
            </a:r>
          </a:p>
          <a:p>
            <a:pPr lvl="1"/>
            <a:r>
              <a:rPr lang="en-US" dirty="0"/>
              <a:t>UC Riverside reports “developing superconducting magnetometers designed … with enough dynamic range to operate unshielded with background magnetic fields, such as that of the Earth”</a:t>
            </a:r>
          </a:p>
          <a:p>
            <a:pPr lvl="1"/>
            <a:r>
              <a:rPr lang="en-US" dirty="0"/>
              <a:t>Replace SQUID loop with a tiny junction only device</a:t>
            </a:r>
          </a:p>
          <a:p>
            <a:pPr lvl="1"/>
            <a:r>
              <a:rPr lang="en-US" dirty="0"/>
              <a:t>Effective size of junctions is small enough that that flux doesn’t saturate (microns)</a:t>
            </a:r>
          </a:p>
          <a:p>
            <a:pPr lvl="1"/>
            <a:endParaRPr lang="en-US" dirty="0"/>
          </a:p>
        </p:txBody>
      </p:sp>
      <p:sp>
        <p:nvSpPr>
          <p:cNvPr id="4" name="Slide Number Placeholder 3">
            <a:extLst>
              <a:ext uri="{FF2B5EF4-FFF2-40B4-BE49-F238E27FC236}">
                <a16:creationId xmlns:a16="http://schemas.microsoft.com/office/drawing/2014/main" id="{CF4E8769-4CCD-80F7-D7D8-31B5C383228E}"/>
              </a:ext>
            </a:extLst>
          </p:cNvPr>
          <p:cNvSpPr>
            <a:spLocks noGrp="1"/>
          </p:cNvSpPr>
          <p:nvPr>
            <p:ph type="sldNum" sz="quarter" idx="4"/>
          </p:nvPr>
        </p:nvSpPr>
        <p:spPr/>
        <p:txBody>
          <a:bodyPr/>
          <a:lstStyle/>
          <a:p>
            <a:fld id="{4A6E37D3-C5B8-47CF-A969-131D6B6A5E01}" type="slidenum">
              <a:rPr lang="en-US" smtClean="0"/>
              <a:t>32</a:t>
            </a:fld>
            <a:endParaRPr lang="en-US" dirty="0"/>
          </a:p>
        </p:txBody>
      </p:sp>
      <p:pic>
        <p:nvPicPr>
          <p:cNvPr id="10" name="Picture 9">
            <a:extLst>
              <a:ext uri="{FF2B5EF4-FFF2-40B4-BE49-F238E27FC236}">
                <a16:creationId xmlns:a16="http://schemas.microsoft.com/office/drawing/2014/main" id="{3850B6C3-3EC3-F3A0-D195-0D5D089F3007}"/>
              </a:ext>
            </a:extLst>
          </p:cNvPr>
          <p:cNvPicPr>
            <a:picLocks noChangeAspect="1"/>
          </p:cNvPicPr>
          <p:nvPr/>
        </p:nvPicPr>
        <p:blipFill>
          <a:blip r:embed="rId2"/>
          <a:stretch>
            <a:fillRect/>
          </a:stretch>
        </p:blipFill>
        <p:spPr>
          <a:xfrm>
            <a:off x="7741708" y="2520441"/>
            <a:ext cx="3475021" cy="2743438"/>
          </a:xfrm>
          <a:prstGeom prst="rect">
            <a:avLst/>
          </a:prstGeom>
        </p:spPr>
      </p:pic>
      <p:sp>
        <p:nvSpPr>
          <p:cNvPr id="11" name="Arrow: Right 10">
            <a:extLst>
              <a:ext uri="{FF2B5EF4-FFF2-40B4-BE49-F238E27FC236}">
                <a16:creationId xmlns:a16="http://schemas.microsoft.com/office/drawing/2014/main" id="{7243C7C9-1CF9-A9E3-1E87-3074B49E9B15}"/>
              </a:ext>
            </a:extLst>
          </p:cNvPr>
          <p:cNvSpPr/>
          <p:nvPr/>
        </p:nvSpPr>
        <p:spPr>
          <a:xfrm rot="16200000">
            <a:off x="8841998" y="5335399"/>
            <a:ext cx="1644242" cy="68789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Earth field</a:t>
            </a:r>
          </a:p>
        </p:txBody>
      </p:sp>
      <p:pic>
        <p:nvPicPr>
          <p:cNvPr id="6" name="Picture 5">
            <a:extLst>
              <a:ext uri="{FF2B5EF4-FFF2-40B4-BE49-F238E27FC236}">
                <a16:creationId xmlns:a16="http://schemas.microsoft.com/office/drawing/2014/main" id="{B83CA82A-6077-50BD-C35B-676B4CA01AC1}"/>
              </a:ext>
            </a:extLst>
          </p:cNvPr>
          <p:cNvPicPr>
            <a:picLocks noChangeAspect="1"/>
          </p:cNvPicPr>
          <p:nvPr/>
        </p:nvPicPr>
        <p:blipFill>
          <a:blip r:embed="rId3"/>
          <a:stretch>
            <a:fillRect/>
          </a:stretch>
        </p:blipFill>
        <p:spPr>
          <a:xfrm rot="780676">
            <a:off x="5048613" y="1737546"/>
            <a:ext cx="2911215" cy="3559313"/>
          </a:xfrm>
          <a:prstGeom prst="rect">
            <a:avLst/>
          </a:prstGeom>
          <a:ln>
            <a:solidFill>
              <a:schemeClr val="tx1"/>
            </a:solidFill>
          </a:ln>
        </p:spPr>
      </p:pic>
    </p:spTree>
    <p:extLst>
      <p:ext uri="{BB962C8B-B14F-4D97-AF65-F5344CB8AC3E}">
        <p14:creationId xmlns:p14="http://schemas.microsoft.com/office/powerpoint/2010/main" val="3058957808"/>
      </p:ext>
    </p:extLst>
  </p:cSld>
  <p:clrMapOvr>
    <a:masterClrMapping/>
  </p:clrMapOvr>
  <p:transition spd="slow">
    <p:fade thruBlk="1"/>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7D120-088C-CF50-8736-07D1F5A98EE2}"/>
              </a:ext>
            </a:extLst>
          </p:cNvPr>
          <p:cNvSpPr>
            <a:spLocks noGrp="1"/>
          </p:cNvSpPr>
          <p:nvPr>
            <p:ph type="title"/>
          </p:nvPr>
        </p:nvSpPr>
        <p:spPr/>
        <p:txBody>
          <a:bodyPr/>
          <a:lstStyle/>
          <a:p>
            <a:r>
              <a:rPr lang="en-US" dirty="0"/>
              <a:t>Solar Wind model</a:t>
            </a:r>
          </a:p>
        </p:txBody>
      </p:sp>
      <p:sp>
        <p:nvSpPr>
          <p:cNvPr id="3" name="Content Placeholder 2">
            <a:extLst>
              <a:ext uri="{FF2B5EF4-FFF2-40B4-BE49-F238E27FC236}">
                <a16:creationId xmlns:a16="http://schemas.microsoft.com/office/drawing/2014/main" id="{C0E2311B-713D-D552-9BA3-8FE6AC7A809C}"/>
              </a:ext>
            </a:extLst>
          </p:cNvPr>
          <p:cNvSpPr>
            <a:spLocks noGrp="1"/>
          </p:cNvSpPr>
          <p:nvPr>
            <p:ph idx="1"/>
          </p:nvPr>
        </p:nvSpPr>
        <p:spPr>
          <a:xfrm>
            <a:off x="211874" y="1270725"/>
            <a:ext cx="6092673" cy="2280343"/>
          </a:xfrm>
        </p:spPr>
        <p:txBody>
          <a:bodyPr>
            <a:normAutofit fontScale="62500" lnSpcReduction="20000"/>
          </a:bodyPr>
          <a:lstStyle/>
          <a:p>
            <a:r>
              <a:rPr lang="en-US" dirty="0"/>
              <a:t>My simulations of gradiometer performance incorporate a solar wind model</a:t>
            </a:r>
          </a:p>
          <a:p>
            <a:r>
              <a:rPr lang="en-US" dirty="0"/>
              <a:t>Taylor frozen flow model:</a:t>
            </a:r>
          </a:p>
          <a:p>
            <a:pPr lvl="1"/>
            <a:r>
              <a:rPr lang="en-US" dirty="0"/>
              <a:t>Solar wind drags magnetic field lines with it. </a:t>
            </a:r>
          </a:p>
          <a:p>
            <a:pPr lvl="1"/>
            <a:r>
              <a:rPr lang="en-US" b="1" dirty="0"/>
              <a:t>Field is not changing in a comoving frame</a:t>
            </a:r>
          </a:p>
          <a:p>
            <a:r>
              <a:rPr lang="en-US" dirty="0"/>
              <a:t>Power spectrum of solar wind magnetic field noise is well known</a:t>
            </a:r>
          </a:p>
          <a:p>
            <a:pPr lvl="1"/>
            <a:r>
              <a:rPr lang="en-US" b="1" dirty="0"/>
              <a:t>.</a:t>
            </a:r>
            <a:r>
              <a:rPr lang="en-US" dirty="0"/>
              <a:t> (Source: Daniele Telloni, “Frequency Transition From Weak to Strong Turbulence in the Solar Wind”) (Near Earth)</a:t>
            </a:r>
          </a:p>
          <a:p>
            <a:r>
              <a:rPr lang="en-US" dirty="0"/>
              <a:t>Given the power spectrum and velocity of the solar wind , the simulations calculate the spatial variations in the magnetic field </a:t>
            </a:r>
          </a:p>
          <a:p>
            <a:r>
              <a:rPr lang="en-US" dirty="0"/>
              <a:t>Shows that gradiometer effectively filters our solar wind magnetics </a:t>
            </a:r>
          </a:p>
          <a:p>
            <a:pPr lvl="1"/>
            <a:endParaRPr lang="en-US" dirty="0"/>
          </a:p>
          <a:p>
            <a:pPr lvl="1"/>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AFEA19E3-2282-F4C4-7A6A-0BB87C6CDD57}"/>
              </a:ext>
            </a:extLst>
          </p:cNvPr>
          <p:cNvSpPr>
            <a:spLocks noGrp="1"/>
          </p:cNvSpPr>
          <p:nvPr>
            <p:ph type="sldNum" sz="quarter" idx="4"/>
          </p:nvPr>
        </p:nvSpPr>
        <p:spPr/>
        <p:txBody>
          <a:bodyPr/>
          <a:lstStyle/>
          <a:p>
            <a:fld id="{4A6E37D3-C5B8-47CF-A969-131D6B6A5E01}" type="slidenum">
              <a:rPr lang="en-US" smtClean="0"/>
              <a:t>33</a:t>
            </a:fld>
            <a:endParaRPr lang="en-US" dirty="0"/>
          </a:p>
        </p:txBody>
      </p:sp>
      <p:pic>
        <p:nvPicPr>
          <p:cNvPr id="6" name="Picture 5">
            <a:extLst>
              <a:ext uri="{FF2B5EF4-FFF2-40B4-BE49-F238E27FC236}">
                <a16:creationId xmlns:a16="http://schemas.microsoft.com/office/drawing/2014/main" id="{446862FE-B8B7-3299-63D1-3962AB0627BC}"/>
              </a:ext>
            </a:extLst>
          </p:cNvPr>
          <p:cNvPicPr>
            <a:picLocks noChangeAspect="1"/>
          </p:cNvPicPr>
          <p:nvPr/>
        </p:nvPicPr>
        <p:blipFill>
          <a:blip r:embed="rId3"/>
          <a:stretch>
            <a:fillRect/>
          </a:stretch>
        </p:blipFill>
        <p:spPr>
          <a:xfrm>
            <a:off x="858165" y="3429001"/>
            <a:ext cx="5010577" cy="2852630"/>
          </a:xfrm>
          <a:prstGeom prst="rect">
            <a:avLst/>
          </a:prstGeom>
        </p:spPr>
      </p:pic>
      <p:pic>
        <p:nvPicPr>
          <p:cNvPr id="11" name="Picture 10">
            <a:extLst>
              <a:ext uri="{FF2B5EF4-FFF2-40B4-BE49-F238E27FC236}">
                <a16:creationId xmlns:a16="http://schemas.microsoft.com/office/drawing/2014/main" id="{C9EAB082-4D70-3759-D19D-0DF4EE22D95C}"/>
              </a:ext>
            </a:extLst>
          </p:cNvPr>
          <p:cNvPicPr>
            <a:picLocks noChangeAspect="1"/>
          </p:cNvPicPr>
          <p:nvPr/>
        </p:nvPicPr>
        <p:blipFill>
          <a:blip r:embed="rId4"/>
          <a:stretch>
            <a:fillRect/>
          </a:stretch>
        </p:blipFill>
        <p:spPr>
          <a:xfrm rot="973577">
            <a:off x="9344153" y="3363669"/>
            <a:ext cx="2021292" cy="2743429"/>
          </a:xfrm>
          <a:prstGeom prst="rect">
            <a:avLst/>
          </a:prstGeom>
          <a:ln w="3175">
            <a:solidFill>
              <a:schemeClr val="tx1"/>
            </a:solidFill>
          </a:ln>
        </p:spPr>
      </p:pic>
      <p:pic>
        <p:nvPicPr>
          <p:cNvPr id="9" name="Content Placeholder 5">
            <a:extLst>
              <a:ext uri="{FF2B5EF4-FFF2-40B4-BE49-F238E27FC236}">
                <a16:creationId xmlns:a16="http://schemas.microsoft.com/office/drawing/2014/main" id="{33D0F26E-D148-EF3D-3533-71AD847A8067}"/>
              </a:ext>
            </a:extLst>
          </p:cNvPr>
          <p:cNvPicPr>
            <a:picLocks noChangeAspect="1"/>
          </p:cNvPicPr>
          <p:nvPr/>
        </p:nvPicPr>
        <p:blipFill>
          <a:blip r:embed="rId5"/>
          <a:stretch>
            <a:fillRect/>
          </a:stretch>
        </p:blipFill>
        <p:spPr>
          <a:xfrm rot="937154">
            <a:off x="7377312" y="3444764"/>
            <a:ext cx="2130167" cy="2548759"/>
          </a:xfrm>
          <a:prstGeom prst="rect">
            <a:avLst/>
          </a:prstGeom>
          <a:solidFill>
            <a:schemeClr val="tx1"/>
          </a:solidFill>
          <a:ln>
            <a:solidFill>
              <a:schemeClr val="tx1"/>
            </a:solidFill>
          </a:ln>
        </p:spPr>
      </p:pic>
      <p:pic>
        <p:nvPicPr>
          <p:cNvPr id="12" name="Picture 11">
            <a:extLst>
              <a:ext uri="{FF2B5EF4-FFF2-40B4-BE49-F238E27FC236}">
                <a16:creationId xmlns:a16="http://schemas.microsoft.com/office/drawing/2014/main" id="{03877DFD-2E08-8A12-0C75-E1F04A339226}"/>
              </a:ext>
            </a:extLst>
          </p:cNvPr>
          <p:cNvPicPr>
            <a:picLocks noChangeAspect="1"/>
          </p:cNvPicPr>
          <p:nvPr/>
        </p:nvPicPr>
        <p:blipFill>
          <a:blip r:embed="rId6"/>
          <a:stretch>
            <a:fillRect/>
          </a:stretch>
        </p:blipFill>
        <p:spPr>
          <a:xfrm>
            <a:off x="6747290" y="517544"/>
            <a:ext cx="4381880" cy="2476715"/>
          </a:xfrm>
          <a:prstGeom prst="rect">
            <a:avLst/>
          </a:prstGeom>
        </p:spPr>
      </p:pic>
      <p:sp>
        <p:nvSpPr>
          <p:cNvPr id="5" name="TextBox 4">
            <a:extLst>
              <a:ext uri="{FF2B5EF4-FFF2-40B4-BE49-F238E27FC236}">
                <a16:creationId xmlns:a16="http://schemas.microsoft.com/office/drawing/2014/main" id="{8E654096-ED89-DD49-6EBA-03168A1DD3DC}"/>
              </a:ext>
            </a:extLst>
          </p:cNvPr>
          <p:cNvSpPr txBox="1"/>
          <p:nvPr/>
        </p:nvSpPr>
        <p:spPr>
          <a:xfrm>
            <a:off x="7531856" y="2750797"/>
            <a:ext cx="2938508" cy="369332"/>
          </a:xfrm>
          <a:prstGeom prst="rect">
            <a:avLst/>
          </a:prstGeom>
          <a:noFill/>
        </p:spPr>
        <p:txBody>
          <a:bodyPr wrap="square" rtlCol="0">
            <a:spAutoFit/>
          </a:bodyPr>
          <a:lstStyle/>
          <a:p>
            <a:r>
              <a:rPr lang="en-US" dirty="0"/>
              <a:t>Solar Wind Power Spectrum</a:t>
            </a:r>
          </a:p>
        </p:txBody>
      </p:sp>
    </p:spTree>
    <p:extLst>
      <p:ext uri="{BB962C8B-B14F-4D97-AF65-F5344CB8AC3E}">
        <p14:creationId xmlns:p14="http://schemas.microsoft.com/office/powerpoint/2010/main" val="2571364560"/>
      </p:ext>
    </p:extLst>
  </p:cSld>
  <p:clrMapOvr>
    <a:masterClrMapping/>
  </p:clrMapOvr>
  <p:transition spd="slow">
    <p:fade thruBlk="1"/>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C23D9-8EF3-28CD-C0BE-24C2BE450A15}"/>
              </a:ext>
            </a:extLst>
          </p:cNvPr>
          <p:cNvSpPr>
            <a:spLocks noGrp="1"/>
          </p:cNvSpPr>
          <p:nvPr>
            <p:ph type="title"/>
          </p:nvPr>
        </p:nvSpPr>
        <p:spPr/>
        <p:txBody>
          <a:bodyPr/>
          <a:lstStyle/>
          <a:p>
            <a:r>
              <a:rPr lang="en-US" dirty="0"/>
              <a:t>Asteroids– Ceres model</a:t>
            </a:r>
          </a:p>
        </p:txBody>
      </p:sp>
      <p:sp>
        <p:nvSpPr>
          <p:cNvPr id="3" name="Content Placeholder 2">
            <a:extLst>
              <a:ext uri="{FF2B5EF4-FFF2-40B4-BE49-F238E27FC236}">
                <a16:creationId xmlns:a16="http://schemas.microsoft.com/office/drawing/2014/main" id="{941F2262-9FAD-C316-194D-CA13D5E3C1BB}"/>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2B815B30-E4AE-49AD-0A66-567159659D63}"/>
              </a:ext>
            </a:extLst>
          </p:cNvPr>
          <p:cNvSpPr>
            <a:spLocks noGrp="1"/>
          </p:cNvSpPr>
          <p:nvPr>
            <p:ph type="sldNum" sz="quarter" idx="4"/>
          </p:nvPr>
        </p:nvSpPr>
        <p:spPr/>
        <p:txBody>
          <a:bodyPr/>
          <a:lstStyle/>
          <a:p>
            <a:fld id="{4A6E37D3-C5B8-47CF-A969-131D6B6A5E01}" type="slidenum">
              <a:rPr lang="en-US" smtClean="0"/>
              <a:t>34</a:t>
            </a:fld>
            <a:endParaRPr lang="en-US" dirty="0"/>
          </a:p>
        </p:txBody>
      </p:sp>
    </p:spTree>
    <p:extLst>
      <p:ext uri="{BB962C8B-B14F-4D97-AF65-F5344CB8AC3E}">
        <p14:creationId xmlns:p14="http://schemas.microsoft.com/office/powerpoint/2010/main" val="2246504376"/>
      </p:ext>
    </p:extLst>
  </p:cSld>
  <p:clrMapOvr>
    <a:masterClrMapping/>
  </p:clrMapOvr>
  <p:transition spd="slow">
    <p:fade thruBlk="1"/>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034F6-62BF-F6D6-6EDE-B271774851C1}"/>
              </a:ext>
            </a:extLst>
          </p:cNvPr>
          <p:cNvSpPr>
            <a:spLocks noGrp="1"/>
          </p:cNvSpPr>
          <p:nvPr>
            <p:ph type="title"/>
          </p:nvPr>
        </p:nvSpPr>
        <p:spPr/>
        <p:txBody>
          <a:bodyPr/>
          <a:lstStyle/>
          <a:p>
            <a:r>
              <a:rPr lang="en-US" dirty="0"/>
              <a:t>Detecting Subs</a:t>
            </a:r>
          </a:p>
        </p:txBody>
      </p:sp>
      <p:sp>
        <p:nvSpPr>
          <p:cNvPr id="3" name="Content Placeholder 2">
            <a:extLst>
              <a:ext uri="{FF2B5EF4-FFF2-40B4-BE49-F238E27FC236}">
                <a16:creationId xmlns:a16="http://schemas.microsoft.com/office/drawing/2014/main" id="{45D22FC0-B9F8-68C3-9EE1-0ED55C907E97}"/>
              </a:ext>
            </a:extLst>
          </p:cNvPr>
          <p:cNvSpPr>
            <a:spLocks noGrp="1"/>
          </p:cNvSpPr>
          <p:nvPr>
            <p:ph idx="1"/>
          </p:nvPr>
        </p:nvSpPr>
        <p:spPr>
          <a:xfrm>
            <a:off x="478130" y="1393132"/>
            <a:ext cx="7010805" cy="5015570"/>
          </a:xfrm>
        </p:spPr>
        <p:txBody>
          <a:bodyPr>
            <a:normAutofit fontScale="62500" lnSpcReduction="20000"/>
          </a:bodyPr>
          <a:lstStyle/>
          <a:p>
            <a:pPr fontAlgn="base"/>
            <a:r>
              <a:rPr lang="en-US" sz="2400" dirty="0"/>
              <a:t>Assume a steel sub 500 m , with magnetism reduce by 100X through heroic effort</a:t>
            </a:r>
          </a:p>
          <a:p>
            <a:pPr fontAlgn="base"/>
            <a:r>
              <a:rPr lang="en-US" sz="2400" dirty="0"/>
              <a:t>Assume 10 m/s boat or aircraft near surface of ocean</a:t>
            </a:r>
          </a:p>
          <a:p>
            <a:pPr fontAlgn="base"/>
            <a:r>
              <a:rPr lang="en-US" sz="2400" dirty="0"/>
              <a:t>Magnetic Field from sub is at surface only  5 ppm  of Earths Dipole field at surface</a:t>
            </a:r>
          </a:p>
          <a:p>
            <a:pPr fontAlgn="base"/>
            <a:r>
              <a:rPr lang="en-US" sz="2400" dirty="0"/>
              <a:t>Sample every 300 m / 30 seconds for 30 mHz sampling bandwidth</a:t>
            </a:r>
          </a:p>
          <a:p>
            <a:pPr fontAlgn="base"/>
            <a:r>
              <a:rPr lang="en-US" sz="2400" dirty="0"/>
              <a:t>First order gradiometer:</a:t>
            </a:r>
          </a:p>
          <a:p>
            <a:pPr lvl="1" fontAlgn="base"/>
            <a:r>
              <a:rPr lang="en-US" sz="2100" dirty="0"/>
              <a:t>Gradient from sub is ~12% of Earth Dipole field</a:t>
            </a:r>
          </a:p>
          <a:p>
            <a:pPr lvl="1" fontAlgn="base"/>
            <a:r>
              <a:rPr lang="en-US" sz="2100" dirty="0"/>
              <a:t>Sub is detectable from surface of Earth or low flying drone</a:t>
            </a:r>
          </a:p>
          <a:p>
            <a:pPr lvl="1" fontAlgn="base"/>
            <a:r>
              <a:rPr lang="en-US" sz="2100" dirty="0"/>
              <a:t>1 m first order gradiometer</a:t>
            </a:r>
          </a:p>
          <a:p>
            <a:pPr lvl="1" fontAlgn="base"/>
            <a:r>
              <a:rPr lang="en-US" sz="2100" dirty="0"/>
              <a:t>Magnetometer 1/f noise requirement ~ 7 pT/Hz</a:t>
            </a:r>
            <a:r>
              <a:rPr lang="en-US" sz="2100" baseline="30000" dirty="0"/>
              <a:t>1/2</a:t>
            </a:r>
            <a:r>
              <a:rPr lang="en-US" sz="2100" dirty="0"/>
              <a:t>  @ 1 Hz</a:t>
            </a:r>
          </a:p>
          <a:p>
            <a:pPr lvl="1"/>
            <a:r>
              <a:rPr lang="en-US" sz="2100" dirty="0">
                <a:solidFill>
                  <a:srgbClr val="00B050"/>
                </a:solidFill>
              </a:rPr>
              <a:t>Well within capabilities of   HTS SQUID magnetometers </a:t>
            </a:r>
            <a:r>
              <a:rPr lang="en-US" sz="2100" dirty="0"/>
              <a:t>(22 fT/ root Hz @ 1 Hz)</a:t>
            </a:r>
          </a:p>
          <a:p>
            <a:pPr lvl="1"/>
            <a:r>
              <a:rPr lang="en-US" sz="2400" dirty="0">
                <a:solidFill>
                  <a:srgbClr val="FF0000"/>
                </a:solidFill>
              </a:rPr>
              <a:t>Not sure if devices that can tolerate Earths field have this sensitivity.</a:t>
            </a:r>
          </a:p>
          <a:p>
            <a:r>
              <a:rPr lang="en-US" sz="2400" dirty="0"/>
              <a:t>Second order gradiometer to help separate from earth field</a:t>
            </a:r>
          </a:p>
          <a:p>
            <a:pPr lvl="1"/>
            <a:r>
              <a:rPr lang="en-US" sz="2100" dirty="0"/>
              <a:t>Gradient from is 2600 X Earth field gradient</a:t>
            </a:r>
          </a:p>
          <a:p>
            <a:pPr lvl="1"/>
            <a:r>
              <a:rPr lang="en-US" sz="2100" dirty="0"/>
              <a:t>2 m second order gradiometer</a:t>
            </a:r>
          </a:p>
          <a:p>
            <a:pPr lvl="1"/>
            <a:r>
              <a:rPr lang="en-US" sz="2100" dirty="0"/>
              <a:t>Magnetometer noise requirement: 1/f noise ~ </a:t>
            </a:r>
            <a:r>
              <a:rPr lang="en-US" sz="2400" dirty="0"/>
              <a:t>pT/Hz</a:t>
            </a:r>
            <a:r>
              <a:rPr lang="en-US" sz="2400" baseline="30000" dirty="0"/>
              <a:t>1/2</a:t>
            </a:r>
            <a:r>
              <a:rPr lang="en-US" sz="2400" dirty="0"/>
              <a:t>  @ 1 Hz</a:t>
            </a:r>
          </a:p>
          <a:p>
            <a:pPr lvl="1"/>
            <a:r>
              <a:rPr lang="en-US" sz="2400" dirty="0">
                <a:solidFill>
                  <a:srgbClr val="00B050"/>
                </a:solidFill>
              </a:rPr>
              <a:t>Well within capabilities of   HTS SQUID magnetometers</a:t>
            </a:r>
            <a:endParaRPr lang="en-US" sz="2100" dirty="0">
              <a:solidFill>
                <a:srgbClr val="00B050"/>
              </a:solidFill>
            </a:endParaRPr>
          </a:p>
          <a:p>
            <a:pPr lvl="1"/>
            <a:r>
              <a:rPr lang="en-US" sz="2400" dirty="0">
                <a:solidFill>
                  <a:srgbClr val="FF0000"/>
                </a:solidFill>
              </a:rPr>
              <a:t>Not sure if devices that can tolerate Earths field have this sensitivity.</a:t>
            </a:r>
          </a:p>
          <a:p>
            <a:pPr lvl="1"/>
            <a:r>
              <a:rPr lang="en-US" sz="2100" dirty="0">
                <a:solidFill>
                  <a:srgbClr val="FF0000"/>
                </a:solidFill>
              </a:rPr>
              <a:t>Need to get 1/f noise of UCR devices that can handle ambient fields</a:t>
            </a:r>
          </a:p>
        </p:txBody>
      </p:sp>
      <p:sp>
        <p:nvSpPr>
          <p:cNvPr id="4" name="Slide Number Placeholder 3">
            <a:extLst>
              <a:ext uri="{FF2B5EF4-FFF2-40B4-BE49-F238E27FC236}">
                <a16:creationId xmlns:a16="http://schemas.microsoft.com/office/drawing/2014/main" id="{6A95F2CA-1A86-D6D7-7C8E-8AD2568B5917}"/>
              </a:ext>
            </a:extLst>
          </p:cNvPr>
          <p:cNvSpPr>
            <a:spLocks noGrp="1"/>
          </p:cNvSpPr>
          <p:nvPr>
            <p:ph type="sldNum" sz="quarter" idx="4"/>
          </p:nvPr>
        </p:nvSpPr>
        <p:spPr/>
        <p:txBody>
          <a:bodyPr/>
          <a:lstStyle/>
          <a:p>
            <a:fld id="{4A6E37D3-C5B8-47CF-A969-131D6B6A5E01}" type="slidenum">
              <a:rPr lang="en-US" smtClean="0"/>
              <a:t>35</a:t>
            </a:fld>
            <a:endParaRPr lang="en-US" dirty="0"/>
          </a:p>
        </p:txBody>
      </p:sp>
      <p:sp>
        <p:nvSpPr>
          <p:cNvPr id="6" name="AutoShape 4" descr="Drone and submarine at sunset">
            <a:extLst>
              <a:ext uri="{FF2B5EF4-FFF2-40B4-BE49-F238E27FC236}">
                <a16:creationId xmlns:a16="http://schemas.microsoft.com/office/drawing/2014/main" id="{910D3C54-84C4-A0D9-BC8C-06821433BE4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 name="Picture 9" descr="A picture containing sky, outdoor, water, plane&#10;&#10;AI-generated content may be incorrect.">
            <a:extLst>
              <a:ext uri="{FF2B5EF4-FFF2-40B4-BE49-F238E27FC236}">
                <a16:creationId xmlns:a16="http://schemas.microsoft.com/office/drawing/2014/main" id="{243C73B1-323B-6518-E15F-B80CA443FB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07043" y="707410"/>
            <a:ext cx="3628786" cy="5443180"/>
          </a:xfrm>
          <a:prstGeom prst="rect">
            <a:avLst/>
          </a:prstGeom>
        </p:spPr>
      </p:pic>
    </p:spTree>
    <p:extLst>
      <p:ext uri="{BB962C8B-B14F-4D97-AF65-F5344CB8AC3E}">
        <p14:creationId xmlns:p14="http://schemas.microsoft.com/office/powerpoint/2010/main" val="1878771491"/>
      </p:ext>
    </p:extLst>
  </p:cSld>
  <p:clrMapOvr>
    <a:masterClrMapping/>
  </p:clrMapOvr>
  <p:transition spd="slow">
    <p:fade thruBlk="1"/>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D64C2-062E-5033-4F3A-AC3D436F2D5C}"/>
              </a:ext>
            </a:extLst>
          </p:cNvPr>
          <p:cNvSpPr>
            <a:spLocks noGrp="1"/>
          </p:cNvSpPr>
          <p:nvPr>
            <p:ph type="title"/>
          </p:nvPr>
        </p:nvSpPr>
        <p:spPr/>
        <p:txBody>
          <a:bodyPr>
            <a:normAutofit/>
          </a:bodyPr>
          <a:lstStyle/>
          <a:p>
            <a:r>
              <a:rPr lang="en-US" dirty="0"/>
              <a:t>Meteor Search</a:t>
            </a:r>
          </a:p>
        </p:txBody>
      </p:sp>
      <p:sp>
        <p:nvSpPr>
          <p:cNvPr id="3" name="Content Placeholder 2">
            <a:extLst>
              <a:ext uri="{FF2B5EF4-FFF2-40B4-BE49-F238E27FC236}">
                <a16:creationId xmlns:a16="http://schemas.microsoft.com/office/drawing/2014/main" id="{A7117001-BE2D-801A-A96D-8EE1A096E584}"/>
              </a:ext>
            </a:extLst>
          </p:cNvPr>
          <p:cNvSpPr>
            <a:spLocks noGrp="1"/>
          </p:cNvSpPr>
          <p:nvPr>
            <p:ph idx="1"/>
          </p:nvPr>
        </p:nvSpPr>
        <p:spPr>
          <a:xfrm>
            <a:off x="211874" y="1270725"/>
            <a:ext cx="6289510" cy="5015570"/>
          </a:xfrm>
        </p:spPr>
        <p:txBody>
          <a:bodyPr/>
          <a:lstStyle/>
          <a:p>
            <a:r>
              <a:rPr lang="en-US" dirty="0"/>
              <a:t>1 meter long Second order gradiometer should be able to detect 1 kg meteor at 20 m below thee surface</a:t>
            </a:r>
          </a:p>
          <a:p>
            <a:pPr lvl="1"/>
            <a:r>
              <a:rPr lang="en-US" dirty="0"/>
              <a:t>Meteor second derivative should be 10000 X Earth dipole field</a:t>
            </a:r>
          </a:p>
          <a:p>
            <a:pPr lvl="1"/>
            <a:r>
              <a:rPr lang="en-US" dirty="0"/>
              <a:t>Magnetometer 1/f requirement 60 fT/ Hz  </a:t>
            </a:r>
          </a:p>
          <a:p>
            <a:pPr lvl="1"/>
            <a:r>
              <a:rPr lang="en-US" sz="1800" dirty="0">
                <a:solidFill>
                  <a:srgbClr val="00B050"/>
                </a:solidFill>
              </a:rPr>
              <a:t>Well within capabilities of   HTS SQUID magnetometers</a:t>
            </a:r>
          </a:p>
          <a:p>
            <a:pPr lvl="1"/>
            <a:r>
              <a:rPr lang="en-US" sz="1800" dirty="0">
                <a:solidFill>
                  <a:srgbClr val="FF0000"/>
                </a:solidFill>
              </a:rPr>
              <a:t>Not sure if devices that can tolerate Earths field have this sensitivity.</a:t>
            </a:r>
          </a:p>
          <a:p>
            <a:pPr marL="342797" lvl="1" indent="0">
              <a:buNone/>
            </a:pPr>
            <a:endParaRPr lang="en-US" dirty="0"/>
          </a:p>
          <a:p>
            <a:pPr lvl="1"/>
            <a:endParaRPr lang="en-US" dirty="0"/>
          </a:p>
        </p:txBody>
      </p:sp>
      <p:sp>
        <p:nvSpPr>
          <p:cNvPr id="4" name="Slide Number Placeholder 3">
            <a:extLst>
              <a:ext uri="{FF2B5EF4-FFF2-40B4-BE49-F238E27FC236}">
                <a16:creationId xmlns:a16="http://schemas.microsoft.com/office/drawing/2014/main" id="{150BB7BD-BD63-B2AB-6AA9-B007CD45FF94}"/>
              </a:ext>
            </a:extLst>
          </p:cNvPr>
          <p:cNvSpPr>
            <a:spLocks noGrp="1"/>
          </p:cNvSpPr>
          <p:nvPr>
            <p:ph type="sldNum" sz="quarter" idx="4"/>
          </p:nvPr>
        </p:nvSpPr>
        <p:spPr/>
        <p:txBody>
          <a:bodyPr/>
          <a:lstStyle/>
          <a:p>
            <a:fld id="{4A6E37D3-C5B8-47CF-A969-131D6B6A5E01}" type="slidenum">
              <a:rPr lang="en-US" smtClean="0"/>
              <a:t>36</a:t>
            </a:fld>
            <a:endParaRPr lang="en-US" dirty="0"/>
          </a:p>
        </p:txBody>
      </p:sp>
    </p:spTree>
    <p:extLst>
      <p:ext uri="{BB962C8B-B14F-4D97-AF65-F5344CB8AC3E}">
        <p14:creationId xmlns:p14="http://schemas.microsoft.com/office/powerpoint/2010/main" val="1795438481"/>
      </p:ext>
    </p:extLst>
  </p:cSld>
  <p:clrMapOvr>
    <a:masterClrMapping/>
  </p:clrMapOvr>
  <p:transition spd="slow">
    <p:fade thruBlk="1"/>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EC2A3-57FB-EA95-4E1B-8FAB7DB65C72}"/>
              </a:ext>
            </a:extLst>
          </p:cNvPr>
          <p:cNvSpPr>
            <a:spLocks noGrp="1"/>
          </p:cNvSpPr>
          <p:nvPr>
            <p:ph type="title"/>
          </p:nvPr>
        </p:nvSpPr>
        <p:spPr/>
        <p:txBody>
          <a:bodyPr/>
          <a:lstStyle/>
          <a:p>
            <a:r>
              <a:rPr lang="en-US" dirty="0"/>
              <a:t>Buried Meteors</a:t>
            </a:r>
          </a:p>
        </p:txBody>
      </p:sp>
      <p:sp>
        <p:nvSpPr>
          <p:cNvPr id="3" name="Content Placeholder 2">
            <a:extLst>
              <a:ext uri="{FF2B5EF4-FFF2-40B4-BE49-F238E27FC236}">
                <a16:creationId xmlns:a16="http://schemas.microsoft.com/office/drawing/2014/main" id="{52CEF272-5002-CC26-2ADC-BF4F3A1693D8}"/>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588EA0C2-DAF4-3315-F698-76EF9803F350}"/>
              </a:ext>
            </a:extLst>
          </p:cNvPr>
          <p:cNvSpPr>
            <a:spLocks noGrp="1"/>
          </p:cNvSpPr>
          <p:nvPr>
            <p:ph type="sldNum" sz="quarter" idx="4"/>
          </p:nvPr>
        </p:nvSpPr>
        <p:spPr/>
        <p:txBody>
          <a:bodyPr/>
          <a:lstStyle/>
          <a:p>
            <a:fld id="{4A6E37D3-C5B8-47CF-A969-131D6B6A5E01}" type="slidenum">
              <a:rPr lang="en-US" smtClean="0"/>
              <a:t>37</a:t>
            </a:fld>
            <a:endParaRPr lang="en-US" dirty="0"/>
          </a:p>
        </p:txBody>
      </p:sp>
    </p:spTree>
    <p:extLst>
      <p:ext uri="{BB962C8B-B14F-4D97-AF65-F5344CB8AC3E}">
        <p14:creationId xmlns:p14="http://schemas.microsoft.com/office/powerpoint/2010/main" val="2271543493"/>
      </p:ext>
    </p:extLst>
  </p:cSld>
  <p:clrMapOvr>
    <a:masterClrMapping/>
  </p:clrMapOvr>
  <p:transition spd="slow">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7D6EC-4987-621F-4F1B-18718380639F}"/>
              </a:ext>
            </a:extLst>
          </p:cNvPr>
          <p:cNvSpPr>
            <a:spLocks noGrp="1"/>
          </p:cNvSpPr>
          <p:nvPr>
            <p:ph type="title"/>
          </p:nvPr>
        </p:nvSpPr>
        <p:spPr/>
        <p:txBody>
          <a:bodyPr/>
          <a:lstStyle/>
          <a:p>
            <a:r>
              <a:rPr lang="en-US" dirty="0"/>
              <a:t>Junk?</a:t>
            </a:r>
          </a:p>
        </p:txBody>
      </p:sp>
      <p:sp>
        <p:nvSpPr>
          <p:cNvPr id="3" name="Text Placeholder 2">
            <a:extLst>
              <a:ext uri="{FF2B5EF4-FFF2-40B4-BE49-F238E27FC236}">
                <a16:creationId xmlns:a16="http://schemas.microsoft.com/office/drawing/2014/main" id="{A1EE9512-3FE0-3239-BBF8-E57AF891011D}"/>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427200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Picture 45">
            <a:extLst>
              <a:ext uri="{FF2B5EF4-FFF2-40B4-BE49-F238E27FC236}">
                <a16:creationId xmlns:a16="http://schemas.microsoft.com/office/drawing/2014/main" id="{5AD5A7F2-36FD-4331-AA56-A3E38948876C}"/>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73188" y="2076932"/>
            <a:ext cx="3456803" cy="2379990"/>
          </a:xfrm>
          <a:prstGeom prst="rect">
            <a:avLst/>
          </a:prstGeom>
        </p:spPr>
      </p:pic>
      <p:pic>
        <p:nvPicPr>
          <p:cNvPr id="47" name="Picture 46">
            <a:extLst>
              <a:ext uri="{FF2B5EF4-FFF2-40B4-BE49-F238E27FC236}">
                <a16:creationId xmlns:a16="http://schemas.microsoft.com/office/drawing/2014/main" id="{FB1F3D46-1720-7C03-A5FA-AD862FDB008C}"/>
              </a:ext>
            </a:extLst>
          </p:cNvPr>
          <p:cNvPicPr>
            <a:picLocks noChangeAspect="1"/>
          </p:cNvPicPr>
          <p:nvPr/>
        </p:nvPicPr>
        <p:blipFill rotWithShape="1">
          <a:blip r:embed="rId4"/>
          <a:srcRect l="18234" r="9502"/>
          <a:stretch/>
        </p:blipFill>
        <p:spPr>
          <a:xfrm>
            <a:off x="792930" y="4229766"/>
            <a:ext cx="1786552" cy="1637905"/>
          </a:xfrm>
          <a:prstGeom prst="rect">
            <a:avLst/>
          </a:prstGeom>
        </p:spPr>
      </p:pic>
      <p:sp>
        <p:nvSpPr>
          <p:cNvPr id="2" name="Title 1">
            <a:extLst>
              <a:ext uri="{FF2B5EF4-FFF2-40B4-BE49-F238E27FC236}">
                <a16:creationId xmlns:a16="http://schemas.microsoft.com/office/drawing/2014/main" id="{18BC7611-F457-4077-9EFB-24318B390BD2}"/>
              </a:ext>
            </a:extLst>
          </p:cNvPr>
          <p:cNvSpPr>
            <a:spLocks noGrp="1"/>
          </p:cNvSpPr>
          <p:nvPr>
            <p:ph type="title"/>
          </p:nvPr>
        </p:nvSpPr>
        <p:spPr/>
        <p:txBody>
          <a:bodyPr/>
          <a:lstStyle/>
          <a:p>
            <a:r>
              <a:rPr lang="en-US" dirty="0"/>
              <a:t>Follow Up Mission: Europa Clipper</a:t>
            </a:r>
          </a:p>
        </p:txBody>
      </p:sp>
      <p:sp>
        <p:nvSpPr>
          <p:cNvPr id="45" name="TextBox 44">
            <a:extLst>
              <a:ext uri="{FF2B5EF4-FFF2-40B4-BE49-F238E27FC236}">
                <a16:creationId xmlns:a16="http://schemas.microsoft.com/office/drawing/2014/main" id="{E6833194-6CB1-49C6-B44D-0BDDA9076642}"/>
              </a:ext>
            </a:extLst>
          </p:cNvPr>
          <p:cNvSpPr txBox="1"/>
          <p:nvPr/>
        </p:nvSpPr>
        <p:spPr>
          <a:xfrm>
            <a:off x="7516990" y="5077836"/>
            <a:ext cx="206189" cy="253916"/>
          </a:xfrm>
          <a:prstGeom prst="rect">
            <a:avLst/>
          </a:prstGeom>
          <a:noFill/>
          <a:ln>
            <a:noFill/>
          </a:ln>
        </p:spPr>
        <p:txBody>
          <a:bodyPr wrap="square" rtlCol="0">
            <a:spAutoFit/>
          </a:bodyPr>
          <a:lstStyle>
            <a:defPPr>
              <a:defRPr lang="en-US"/>
            </a:defPPr>
            <a:lvl1pPr algn="r"/>
          </a:lstStyle>
          <a:p>
            <a:pPr algn="ctr"/>
            <a:r>
              <a:rPr lang="en-US" sz="1050" dirty="0"/>
              <a:t>1 </a:t>
            </a:r>
          </a:p>
        </p:txBody>
      </p:sp>
      <p:sp>
        <p:nvSpPr>
          <p:cNvPr id="3" name="TextBox 2">
            <a:extLst>
              <a:ext uri="{FF2B5EF4-FFF2-40B4-BE49-F238E27FC236}">
                <a16:creationId xmlns:a16="http://schemas.microsoft.com/office/drawing/2014/main" id="{EF7ED989-219E-1ACC-890E-4BCE510F785C}"/>
              </a:ext>
            </a:extLst>
          </p:cNvPr>
          <p:cNvSpPr txBox="1"/>
          <p:nvPr/>
        </p:nvSpPr>
        <p:spPr>
          <a:xfrm>
            <a:off x="5223334" y="1252725"/>
            <a:ext cx="2970756" cy="923330"/>
          </a:xfrm>
          <a:prstGeom prst="rect">
            <a:avLst/>
          </a:prstGeom>
          <a:noFill/>
        </p:spPr>
        <p:txBody>
          <a:bodyPr wrap="square" rtlCol="0">
            <a:spAutoFit/>
          </a:bodyPr>
          <a:lstStyle/>
          <a:p>
            <a:r>
              <a:rPr lang="en-US" dirty="0"/>
              <a:t>Europa Clipper Magnetometer (ECM)  on boom</a:t>
            </a:r>
          </a:p>
        </p:txBody>
      </p:sp>
      <p:pic>
        <p:nvPicPr>
          <p:cNvPr id="6" name="Picture 5">
            <a:extLst>
              <a:ext uri="{FF2B5EF4-FFF2-40B4-BE49-F238E27FC236}">
                <a16:creationId xmlns:a16="http://schemas.microsoft.com/office/drawing/2014/main" id="{D2AB9489-2C4F-EB49-112A-4A773215FC64}"/>
              </a:ext>
            </a:extLst>
          </p:cNvPr>
          <p:cNvPicPr>
            <a:picLocks noChangeAspect="1"/>
          </p:cNvPicPr>
          <p:nvPr/>
        </p:nvPicPr>
        <p:blipFill>
          <a:blip r:embed="rId5"/>
          <a:stretch>
            <a:fillRect/>
          </a:stretch>
        </p:blipFill>
        <p:spPr>
          <a:xfrm>
            <a:off x="5255581" y="2151175"/>
            <a:ext cx="2727820" cy="1713364"/>
          </a:xfrm>
          <a:prstGeom prst="rect">
            <a:avLst/>
          </a:prstGeom>
        </p:spPr>
      </p:pic>
      <p:pic>
        <p:nvPicPr>
          <p:cNvPr id="7" name="Picture 6">
            <a:extLst>
              <a:ext uri="{FF2B5EF4-FFF2-40B4-BE49-F238E27FC236}">
                <a16:creationId xmlns:a16="http://schemas.microsoft.com/office/drawing/2014/main" id="{8FB2F76F-F8EB-28FD-714A-1F796C41D02D}"/>
              </a:ext>
            </a:extLst>
          </p:cNvPr>
          <p:cNvPicPr>
            <a:picLocks noChangeAspect="1"/>
          </p:cNvPicPr>
          <p:nvPr/>
        </p:nvPicPr>
        <p:blipFill>
          <a:blip r:embed="rId6"/>
          <a:stretch>
            <a:fillRect/>
          </a:stretch>
        </p:blipFill>
        <p:spPr>
          <a:xfrm>
            <a:off x="5255581" y="4121407"/>
            <a:ext cx="2727820" cy="1431729"/>
          </a:xfrm>
          <a:prstGeom prst="rect">
            <a:avLst/>
          </a:prstGeom>
        </p:spPr>
      </p:pic>
      <p:cxnSp>
        <p:nvCxnSpPr>
          <p:cNvPr id="38" name="Straight Connector 37">
            <a:extLst>
              <a:ext uri="{FF2B5EF4-FFF2-40B4-BE49-F238E27FC236}">
                <a16:creationId xmlns:a16="http://schemas.microsoft.com/office/drawing/2014/main" id="{1AFC91CD-BDAC-44EB-ADAB-5D1DB8D0279D}"/>
              </a:ext>
            </a:extLst>
          </p:cNvPr>
          <p:cNvCxnSpPr>
            <a:cxnSpLocks/>
          </p:cNvCxnSpPr>
          <p:nvPr/>
        </p:nvCxnSpPr>
        <p:spPr>
          <a:xfrm flipV="1">
            <a:off x="2191282" y="4104029"/>
            <a:ext cx="815059" cy="470779"/>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1687E13-87C6-D8F3-260C-7AEA095EA1E9}"/>
              </a:ext>
            </a:extLst>
          </p:cNvPr>
          <p:cNvCxnSpPr>
            <a:cxnSpLocks/>
          </p:cNvCxnSpPr>
          <p:nvPr/>
        </p:nvCxnSpPr>
        <p:spPr>
          <a:xfrm flipV="1">
            <a:off x="2154521" y="4248225"/>
            <a:ext cx="1307491" cy="413578"/>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E64945B1-E0A4-E70E-8896-0E1EEC87084E}"/>
              </a:ext>
            </a:extLst>
          </p:cNvPr>
          <p:cNvCxnSpPr>
            <a:cxnSpLocks/>
          </p:cNvCxnSpPr>
          <p:nvPr/>
        </p:nvCxnSpPr>
        <p:spPr>
          <a:xfrm flipV="1">
            <a:off x="2213713" y="4455014"/>
            <a:ext cx="1683584" cy="321191"/>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02AE9630-4BF0-5163-82E4-1700C1B58452}"/>
              </a:ext>
            </a:extLst>
          </p:cNvPr>
          <p:cNvSpPr txBox="1"/>
          <p:nvPr/>
        </p:nvSpPr>
        <p:spPr>
          <a:xfrm>
            <a:off x="810723" y="5573258"/>
            <a:ext cx="1945505" cy="369332"/>
          </a:xfrm>
          <a:prstGeom prst="rect">
            <a:avLst/>
          </a:prstGeom>
          <a:noFill/>
        </p:spPr>
        <p:txBody>
          <a:bodyPr wrap="square" rtlCol="0">
            <a:spAutoFit/>
          </a:bodyPr>
          <a:lstStyle/>
          <a:p>
            <a:r>
              <a:rPr lang="en-US" dirty="0"/>
              <a:t>ECM sensors</a:t>
            </a:r>
          </a:p>
        </p:txBody>
      </p:sp>
      <p:sp>
        <p:nvSpPr>
          <p:cNvPr id="4" name="TextBox 3">
            <a:extLst>
              <a:ext uri="{FF2B5EF4-FFF2-40B4-BE49-F238E27FC236}">
                <a16:creationId xmlns:a16="http://schemas.microsoft.com/office/drawing/2014/main" id="{4B42B13E-BEA5-9F2A-FE29-219087BE2BAC}"/>
              </a:ext>
            </a:extLst>
          </p:cNvPr>
          <p:cNvSpPr txBox="1"/>
          <p:nvPr/>
        </p:nvSpPr>
        <p:spPr>
          <a:xfrm>
            <a:off x="435006" y="1304864"/>
            <a:ext cx="4669654" cy="646331"/>
          </a:xfrm>
          <a:prstGeom prst="rect">
            <a:avLst/>
          </a:prstGeom>
          <a:noFill/>
        </p:spPr>
        <p:txBody>
          <a:bodyPr wrap="square" rtlCol="0">
            <a:spAutoFit/>
          </a:bodyPr>
          <a:lstStyle/>
          <a:p>
            <a:r>
              <a:rPr lang="en-US" dirty="0"/>
              <a:t>Three fluxgate magnetometers located on a boom to isolate from spacecraft magnetics</a:t>
            </a:r>
          </a:p>
        </p:txBody>
      </p:sp>
      <p:pic>
        <p:nvPicPr>
          <p:cNvPr id="5" name="Content Placeholder 7">
            <a:extLst>
              <a:ext uri="{FF2B5EF4-FFF2-40B4-BE49-F238E27FC236}">
                <a16:creationId xmlns:a16="http://schemas.microsoft.com/office/drawing/2014/main" id="{45D1F712-990C-C746-8839-6EC44BC97895}"/>
              </a:ext>
            </a:extLst>
          </p:cNvPr>
          <p:cNvPicPr>
            <a:picLocks noGrp="1" noChangeAspect="1"/>
          </p:cNvPicPr>
          <p:nvPr>
            <p:ph idx="1"/>
          </p:nvPr>
        </p:nvPicPr>
        <p:blipFill rotWithShape="1">
          <a:blip r:embed="rId7"/>
          <a:srcRect l="6449" t="5253" r="-6449" b="7319"/>
          <a:stretch/>
        </p:blipFill>
        <p:spPr>
          <a:xfrm>
            <a:off x="8771636" y="3193268"/>
            <a:ext cx="2531686" cy="2379990"/>
          </a:xfrm>
        </p:spPr>
      </p:pic>
      <p:sp>
        <p:nvSpPr>
          <p:cNvPr id="15" name="TextBox 14">
            <a:extLst>
              <a:ext uri="{FF2B5EF4-FFF2-40B4-BE49-F238E27FC236}">
                <a16:creationId xmlns:a16="http://schemas.microsoft.com/office/drawing/2014/main" id="{403B6A06-8C2B-3B7B-53E4-C3149D55AA57}"/>
              </a:ext>
            </a:extLst>
          </p:cNvPr>
          <p:cNvSpPr txBox="1"/>
          <p:nvPr/>
        </p:nvSpPr>
        <p:spPr>
          <a:xfrm>
            <a:off x="8448606" y="1158595"/>
            <a:ext cx="3423517" cy="1985159"/>
          </a:xfrm>
          <a:prstGeom prst="rect">
            <a:avLst/>
          </a:prstGeom>
          <a:noFill/>
        </p:spPr>
        <p:txBody>
          <a:bodyPr wrap="square">
            <a:spAutoFit/>
          </a:bodyPr>
          <a:lstStyle/>
          <a:p>
            <a:pPr>
              <a:spcAft>
                <a:spcPts val="600"/>
              </a:spcAft>
            </a:pPr>
            <a:r>
              <a:rPr lang="en-US" dirty="0"/>
              <a:t>The planned measurements will provide information about the </a:t>
            </a:r>
          </a:p>
          <a:p>
            <a:pPr marL="742950" lvl="1" indent="-285750">
              <a:spcAft>
                <a:spcPts val="600"/>
              </a:spcAft>
              <a:buFont typeface="Arial" panose="020B0604020202020204" pitchFamily="34" charset="0"/>
              <a:buChar char="•"/>
            </a:pPr>
            <a:r>
              <a:rPr lang="en-US" dirty="0"/>
              <a:t>Ocean depth</a:t>
            </a:r>
          </a:p>
          <a:p>
            <a:pPr marL="742950" lvl="1" indent="-285750">
              <a:spcAft>
                <a:spcPts val="600"/>
              </a:spcAft>
              <a:buFont typeface="Arial" panose="020B0604020202020204" pitchFamily="34" charset="0"/>
              <a:buChar char="•"/>
            </a:pPr>
            <a:r>
              <a:rPr lang="en-US" dirty="0"/>
              <a:t>Salinity</a:t>
            </a:r>
          </a:p>
          <a:p>
            <a:pPr>
              <a:spcAft>
                <a:spcPts val="600"/>
              </a:spcAft>
            </a:pPr>
            <a:r>
              <a:rPr lang="en-US" b="1" dirty="0"/>
              <a:t>What could we do with much more sensitive magnetometers</a:t>
            </a:r>
            <a:r>
              <a:rPr lang="en-US" dirty="0"/>
              <a:t>?</a:t>
            </a:r>
          </a:p>
        </p:txBody>
      </p:sp>
    </p:spTree>
    <p:extLst>
      <p:ext uri="{BB962C8B-B14F-4D97-AF65-F5344CB8AC3E}">
        <p14:creationId xmlns:p14="http://schemas.microsoft.com/office/powerpoint/2010/main" val="293856973"/>
      </p:ext>
    </p:extLst>
  </p:cSld>
  <p:clrMapOvr>
    <a:masterClrMapping/>
  </p:clrMapOvr>
  <p:transition spd="slow">
    <p:fade thruBlk="1"/>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A04D-0B2A-4EB9-04F5-237C121D5326}"/>
              </a:ext>
            </a:extLst>
          </p:cNvPr>
          <p:cNvSpPr>
            <a:spLocks noGrp="1"/>
          </p:cNvSpPr>
          <p:nvPr>
            <p:ph type="title"/>
          </p:nvPr>
        </p:nvSpPr>
        <p:spPr/>
        <p:txBody>
          <a:bodyPr/>
          <a:lstStyle/>
          <a:p>
            <a:r>
              <a:rPr lang="en-US" dirty="0"/>
              <a:t>Science Beyond Fluxgate Technology</a:t>
            </a:r>
          </a:p>
        </p:txBody>
      </p:sp>
      <p:sp>
        <p:nvSpPr>
          <p:cNvPr id="3" name="Text Placeholder 2">
            <a:extLst>
              <a:ext uri="{FF2B5EF4-FFF2-40B4-BE49-F238E27FC236}">
                <a16:creationId xmlns:a16="http://schemas.microsoft.com/office/drawing/2014/main" id="{258BF788-D43D-227F-76D9-F86E2F1BE404}"/>
              </a:ext>
            </a:extLst>
          </p:cNvPr>
          <p:cNvSpPr>
            <a:spLocks noGrp="1"/>
          </p:cNvSpPr>
          <p:nvPr>
            <p:ph type="body" idx="1"/>
          </p:nvPr>
        </p:nvSpPr>
        <p:spPr>
          <a:xfrm>
            <a:off x="860273" y="4645222"/>
            <a:ext cx="10515600" cy="1500187"/>
          </a:xfrm>
        </p:spPr>
        <p:txBody>
          <a:bodyPr/>
          <a:lstStyle/>
          <a:p>
            <a:r>
              <a:rPr lang="en-US" dirty="0">
                <a:solidFill>
                  <a:schemeClr val="accent6">
                    <a:lumMod val="75000"/>
                  </a:schemeClr>
                </a:solidFill>
              </a:rPr>
              <a:t>What could be detected with a much more sensitive technology?</a:t>
            </a:r>
          </a:p>
        </p:txBody>
      </p:sp>
      <p:sp>
        <p:nvSpPr>
          <p:cNvPr id="4" name="Slide Number Placeholder 3">
            <a:extLst>
              <a:ext uri="{FF2B5EF4-FFF2-40B4-BE49-F238E27FC236}">
                <a16:creationId xmlns:a16="http://schemas.microsoft.com/office/drawing/2014/main" id="{7465E75D-D15A-300A-54AF-9F7896721765}"/>
              </a:ext>
            </a:extLst>
          </p:cNvPr>
          <p:cNvSpPr>
            <a:spLocks noGrp="1"/>
          </p:cNvSpPr>
          <p:nvPr>
            <p:ph type="sldNum" sz="quarter" idx="4"/>
          </p:nvPr>
        </p:nvSpPr>
        <p:spPr/>
        <p:txBody>
          <a:bodyPr/>
          <a:lstStyle/>
          <a:p>
            <a:fld id="{4A6E37D3-C5B8-47CF-A969-131D6B6A5E01}" type="slidenum">
              <a:rPr lang="en-US" smtClean="0"/>
              <a:t>40</a:t>
            </a:fld>
            <a:endParaRPr lang="en-US" dirty="0"/>
          </a:p>
        </p:txBody>
      </p:sp>
    </p:spTree>
    <p:extLst>
      <p:ext uri="{BB962C8B-B14F-4D97-AF65-F5344CB8AC3E}">
        <p14:creationId xmlns:p14="http://schemas.microsoft.com/office/powerpoint/2010/main" val="6364592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46544-EEC1-591D-0014-89FD0C3C29C8}"/>
              </a:ext>
            </a:extLst>
          </p:cNvPr>
          <p:cNvSpPr>
            <a:spLocks noGrp="1"/>
          </p:cNvSpPr>
          <p:nvPr>
            <p:ph type="title"/>
          </p:nvPr>
        </p:nvSpPr>
        <p:spPr/>
        <p:txBody>
          <a:bodyPr/>
          <a:lstStyle/>
          <a:p>
            <a:r>
              <a:rPr lang="en-US" dirty="0"/>
              <a:t>Numerical Model of Solar Wind Magnetic Noise</a:t>
            </a:r>
          </a:p>
        </p:txBody>
      </p:sp>
      <p:sp>
        <p:nvSpPr>
          <p:cNvPr id="4" name="Slide Number Placeholder 3">
            <a:extLst>
              <a:ext uri="{FF2B5EF4-FFF2-40B4-BE49-F238E27FC236}">
                <a16:creationId xmlns:a16="http://schemas.microsoft.com/office/drawing/2014/main" id="{6B0A3972-1348-CF9F-96AD-8D7FFADA7A19}"/>
              </a:ext>
            </a:extLst>
          </p:cNvPr>
          <p:cNvSpPr>
            <a:spLocks noGrp="1"/>
          </p:cNvSpPr>
          <p:nvPr>
            <p:ph type="sldNum" sz="quarter" idx="4"/>
          </p:nvPr>
        </p:nvSpPr>
        <p:spPr/>
        <p:txBody>
          <a:bodyPr/>
          <a:lstStyle/>
          <a:p>
            <a:fld id="{4A6E37D3-C5B8-47CF-A969-131D6B6A5E01}" type="slidenum">
              <a:rPr lang="en-US" smtClean="0"/>
              <a:t>41</a:t>
            </a:fld>
            <a:endParaRPr lang="en-US" dirty="0"/>
          </a:p>
        </p:txBody>
      </p:sp>
      <p:pic>
        <p:nvPicPr>
          <p:cNvPr id="16" name="Picture 15">
            <a:extLst>
              <a:ext uri="{FF2B5EF4-FFF2-40B4-BE49-F238E27FC236}">
                <a16:creationId xmlns:a16="http://schemas.microsoft.com/office/drawing/2014/main" id="{5F1123F1-1953-A496-A236-60F9D8A3CFB9}"/>
              </a:ext>
            </a:extLst>
          </p:cNvPr>
          <p:cNvPicPr>
            <a:picLocks noChangeAspect="1"/>
          </p:cNvPicPr>
          <p:nvPr/>
        </p:nvPicPr>
        <p:blipFill rotWithShape="1">
          <a:blip r:embed="rId2"/>
          <a:srcRect t="66390"/>
          <a:stretch/>
        </p:blipFill>
        <p:spPr>
          <a:xfrm>
            <a:off x="5728219" y="1429151"/>
            <a:ext cx="5338849" cy="1413530"/>
          </a:xfrm>
          <a:prstGeom prst="rect">
            <a:avLst/>
          </a:prstGeom>
        </p:spPr>
      </p:pic>
      <p:pic>
        <p:nvPicPr>
          <p:cNvPr id="19" name="Picture 18">
            <a:extLst>
              <a:ext uri="{FF2B5EF4-FFF2-40B4-BE49-F238E27FC236}">
                <a16:creationId xmlns:a16="http://schemas.microsoft.com/office/drawing/2014/main" id="{0CDF93E7-3C20-0D96-FA39-3D3CB248FF72}"/>
              </a:ext>
            </a:extLst>
          </p:cNvPr>
          <p:cNvPicPr>
            <a:picLocks noChangeAspect="1"/>
          </p:cNvPicPr>
          <p:nvPr/>
        </p:nvPicPr>
        <p:blipFill>
          <a:blip r:embed="rId3"/>
          <a:stretch>
            <a:fillRect/>
          </a:stretch>
        </p:blipFill>
        <p:spPr>
          <a:xfrm>
            <a:off x="5694895" y="4147627"/>
            <a:ext cx="5641889" cy="1637715"/>
          </a:xfrm>
          <a:prstGeom prst="rect">
            <a:avLst/>
          </a:prstGeom>
        </p:spPr>
      </p:pic>
      <p:sp>
        <p:nvSpPr>
          <p:cNvPr id="20" name="TextBox 19">
            <a:extLst>
              <a:ext uri="{FF2B5EF4-FFF2-40B4-BE49-F238E27FC236}">
                <a16:creationId xmlns:a16="http://schemas.microsoft.com/office/drawing/2014/main" id="{6B879F4C-516A-F82F-F23A-92852BDB365E}"/>
              </a:ext>
            </a:extLst>
          </p:cNvPr>
          <p:cNvSpPr txBox="1"/>
          <p:nvPr/>
        </p:nvSpPr>
        <p:spPr>
          <a:xfrm>
            <a:off x="6812668" y="1083727"/>
            <a:ext cx="4381880" cy="377505"/>
          </a:xfrm>
          <a:prstGeom prst="rect">
            <a:avLst/>
          </a:prstGeom>
          <a:noFill/>
        </p:spPr>
        <p:txBody>
          <a:bodyPr wrap="square" rtlCol="0">
            <a:spAutoFit/>
          </a:bodyPr>
          <a:lstStyle/>
          <a:p>
            <a:r>
              <a:rPr lang="en-US" dirty="0"/>
              <a:t>Noise varies greatly on large scales:</a:t>
            </a:r>
          </a:p>
        </p:txBody>
      </p:sp>
      <p:sp>
        <p:nvSpPr>
          <p:cNvPr id="21" name="TextBox 20">
            <a:extLst>
              <a:ext uri="{FF2B5EF4-FFF2-40B4-BE49-F238E27FC236}">
                <a16:creationId xmlns:a16="http://schemas.microsoft.com/office/drawing/2014/main" id="{890C606F-460C-967D-9832-B6257201EB59}"/>
              </a:ext>
            </a:extLst>
          </p:cNvPr>
          <p:cNvSpPr txBox="1"/>
          <p:nvPr/>
        </p:nvSpPr>
        <p:spPr>
          <a:xfrm>
            <a:off x="6096000" y="3361080"/>
            <a:ext cx="5452844" cy="646331"/>
          </a:xfrm>
          <a:prstGeom prst="rect">
            <a:avLst/>
          </a:prstGeom>
          <a:noFill/>
        </p:spPr>
        <p:txBody>
          <a:bodyPr wrap="square" rtlCol="0">
            <a:spAutoFit/>
          </a:bodyPr>
          <a:lstStyle/>
          <a:p>
            <a:r>
              <a:rPr lang="en-US" dirty="0"/>
              <a:t>Hardly varies at all on the scale of a 10 m long gradiometer </a:t>
            </a:r>
          </a:p>
        </p:txBody>
      </p:sp>
      <p:sp>
        <p:nvSpPr>
          <p:cNvPr id="23" name="TextBox 22">
            <a:extLst>
              <a:ext uri="{FF2B5EF4-FFF2-40B4-BE49-F238E27FC236}">
                <a16:creationId xmlns:a16="http://schemas.microsoft.com/office/drawing/2014/main" id="{283524EF-91BD-6902-DF14-18FDD9E23FD5}"/>
              </a:ext>
            </a:extLst>
          </p:cNvPr>
          <p:cNvSpPr txBox="1"/>
          <p:nvPr/>
        </p:nvSpPr>
        <p:spPr>
          <a:xfrm>
            <a:off x="9876063" y="1595708"/>
            <a:ext cx="1157680" cy="369332"/>
          </a:xfrm>
          <a:prstGeom prst="rect">
            <a:avLst/>
          </a:prstGeom>
          <a:noFill/>
        </p:spPr>
        <p:txBody>
          <a:bodyPr wrap="square" rtlCol="0">
            <a:spAutoFit/>
          </a:bodyPr>
          <a:lstStyle/>
          <a:p>
            <a:r>
              <a:rPr lang="en-US" dirty="0"/>
              <a:t>~100 nT</a:t>
            </a:r>
          </a:p>
        </p:txBody>
      </p:sp>
      <p:sp>
        <p:nvSpPr>
          <p:cNvPr id="24" name="TextBox 23">
            <a:extLst>
              <a:ext uri="{FF2B5EF4-FFF2-40B4-BE49-F238E27FC236}">
                <a16:creationId xmlns:a16="http://schemas.microsoft.com/office/drawing/2014/main" id="{9CB6CDC1-0426-9074-1128-09A0B3402D47}"/>
              </a:ext>
            </a:extLst>
          </p:cNvPr>
          <p:cNvSpPr txBox="1"/>
          <p:nvPr/>
        </p:nvSpPr>
        <p:spPr>
          <a:xfrm>
            <a:off x="9003608" y="4340225"/>
            <a:ext cx="2030136" cy="369332"/>
          </a:xfrm>
          <a:prstGeom prst="rect">
            <a:avLst/>
          </a:prstGeom>
          <a:noFill/>
        </p:spPr>
        <p:txBody>
          <a:bodyPr wrap="square" rtlCol="0">
            <a:spAutoFit/>
          </a:bodyPr>
          <a:lstStyle/>
          <a:p>
            <a:r>
              <a:rPr lang="en-US" dirty="0"/>
              <a:t>~500 fT</a:t>
            </a:r>
          </a:p>
        </p:txBody>
      </p:sp>
      <p:sp>
        <p:nvSpPr>
          <p:cNvPr id="6" name="Arrow: Right 5">
            <a:extLst>
              <a:ext uri="{FF2B5EF4-FFF2-40B4-BE49-F238E27FC236}">
                <a16:creationId xmlns:a16="http://schemas.microsoft.com/office/drawing/2014/main" id="{09442EF8-260E-08BB-0919-919A3F1F6E14}"/>
              </a:ext>
            </a:extLst>
          </p:cNvPr>
          <p:cNvSpPr/>
          <p:nvPr/>
        </p:nvSpPr>
        <p:spPr>
          <a:xfrm rot="16200000">
            <a:off x="6146021" y="4979904"/>
            <a:ext cx="630314"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F9356B7B-F399-26D6-2A49-F0BE02ADD42F}"/>
              </a:ext>
            </a:extLst>
          </p:cNvPr>
          <p:cNvSpPr txBox="1"/>
          <p:nvPr/>
        </p:nvSpPr>
        <p:spPr>
          <a:xfrm>
            <a:off x="279951" y="1503375"/>
            <a:ext cx="5145228"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t>A gradiometer measures differences in field across its length (A-B)</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Gradiometer filters out large scale variations, but detects small scale ones</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Should be able to detect gradients of size 100 fT/ meter or larger</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Back of the envelope calculations: conductive features of Europa to generate gradients detectible at 50 km altitude</a:t>
            </a:r>
          </a:p>
        </p:txBody>
      </p:sp>
      <p:sp>
        <p:nvSpPr>
          <p:cNvPr id="9" name="Arrow: Right 8">
            <a:extLst>
              <a:ext uri="{FF2B5EF4-FFF2-40B4-BE49-F238E27FC236}">
                <a16:creationId xmlns:a16="http://schemas.microsoft.com/office/drawing/2014/main" id="{4D467230-21A3-4E61-DE5B-EEC1437D0A8A}"/>
              </a:ext>
            </a:extLst>
          </p:cNvPr>
          <p:cNvSpPr/>
          <p:nvPr/>
        </p:nvSpPr>
        <p:spPr>
          <a:xfrm rot="16200000">
            <a:off x="10524053" y="4979904"/>
            <a:ext cx="630314" cy="3693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15E4D593-7C4E-E82B-F481-156EA097B61A}"/>
              </a:ext>
            </a:extLst>
          </p:cNvPr>
          <p:cNvSpPr txBox="1"/>
          <p:nvPr/>
        </p:nvSpPr>
        <p:spPr>
          <a:xfrm>
            <a:off x="6276512" y="4396601"/>
            <a:ext cx="243656" cy="369332"/>
          </a:xfrm>
          <a:prstGeom prst="rect">
            <a:avLst/>
          </a:prstGeom>
          <a:noFill/>
        </p:spPr>
        <p:txBody>
          <a:bodyPr wrap="square" rtlCol="0">
            <a:spAutoFit/>
          </a:bodyPr>
          <a:lstStyle/>
          <a:p>
            <a:r>
              <a:rPr lang="en-US" dirty="0"/>
              <a:t>A</a:t>
            </a:r>
          </a:p>
        </p:txBody>
      </p:sp>
      <p:sp>
        <p:nvSpPr>
          <p:cNvPr id="13" name="TextBox 12">
            <a:extLst>
              <a:ext uri="{FF2B5EF4-FFF2-40B4-BE49-F238E27FC236}">
                <a16:creationId xmlns:a16="http://schemas.microsoft.com/office/drawing/2014/main" id="{26132A92-1C98-C88B-C13F-8FDF4571B23B}"/>
              </a:ext>
            </a:extLst>
          </p:cNvPr>
          <p:cNvSpPr txBox="1"/>
          <p:nvPr/>
        </p:nvSpPr>
        <p:spPr>
          <a:xfrm>
            <a:off x="10717382" y="4398040"/>
            <a:ext cx="243656" cy="369332"/>
          </a:xfrm>
          <a:prstGeom prst="rect">
            <a:avLst/>
          </a:prstGeom>
          <a:noFill/>
        </p:spPr>
        <p:txBody>
          <a:bodyPr wrap="square" rtlCol="0">
            <a:spAutoFit/>
          </a:bodyPr>
          <a:lstStyle/>
          <a:p>
            <a:r>
              <a:rPr lang="en-US" dirty="0"/>
              <a:t>B</a:t>
            </a:r>
          </a:p>
        </p:txBody>
      </p:sp>
      <p:grpSp>
        <p:nvGrpSpPr>
          <p:cNvPr id="26" name="Group 25">
            <a:extLst>
              <a:ext uri="{FF2B5EF4-FFF2-40B4-BE49-F238E27FC236}">
                <a16:creationId xmlns:a16="http://schemas.microsoft.com/office/drawing/2014/main" id="{5397EFC9-8F08-3D36-A4AA-7FA00ABF4BA1}"/>
              </a:ext>
            </a:extLst>
          </p:cNvPr>
          <p:cNvGrpSpPr/>
          <p:nvPr/>
        </p:nvGrpSpPr>
        <p:grpSpPr>
          <a:xfrm>
            <a:off x="6054574" y="2283062"/>
            <a:ext cx="5031449" cy="980336"/>
            <a:chOff x="5548543" y="2283062"/>
            <a:chExt cx="5031449" cy="980336"/>
          </a:xfrm>
        </p:grpSpPr>
        <p:sp>
          <p:nvSpPr>
            <p:cNvPr id="15" name="Left Brace 14">
              <a:extLst>
                <a:ext uri="{FF2B5EF4-FFF2-40B4-BE49-F238E27FC236}">
                  <a16:creationId xmlns:a16="http://schemas.microsoft.com/office/drawing/2014/main" id="{E6609334-C276-9E6F-1B40-A0FAA2CCCA0E}"/>
                </a:ext>
              </a:extLst>
            </p:cNvPr>
            <p:cNvSpPr/>
            <p:nvPr/>
          </p:nvSpPr>
          <p:spPr>
            <a:xfrm rot="5400000">
              <a:off x="7937820" y="621225"/>
              <a:ext cx="252896" cy="5031449"/>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C89EE7F5-DBC4-7B2B-EAB0-0A5E8AB366AB}"/>
                </a:ext>
              </a:extLst>
            </p:cNvPr>
            <p:cNvCxnSpPr>
              <a:cxnSpLocks/>
            </p:cNvCxnSpPr>
            <p:nvPr/>
          </p:nvCxnSpPr>
          <p:spPr>
            <a:xfrm>
              <a:off x="8059339" y="2283062"/>
              <a:ext cx="4229" cy="727439"/>
            </a:xfrm>
            <a:prstGeom prst="line">
              <a:avLst/>
            </a:prstGeom>
            <a:ln w="1905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14574142"/>
      </p:ext>
    </p:extLst>
  </p:cSld>
  <p:clrMapOvr>
    <a:masterClrMapping/>
  </p:clrMapOvr>
  <p:transition spd="slow">
    <p:fade thruBlk="1"/>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2FBC-1D3A-67D0-0B18-08DCBCADDAAC}"/>
              </a:ext>
            </a:extLst>
          </p:cNvPr>
          <p:cNvSpPr>
            <a:spLocks noGrp="1"/>
          </p:cNvSpPr>
          <p:nvPr>
            <p:ph type="title"/>
          </p:nvPr>
        </p:nvSpPr>
        <p:spPr>
          <a:xfrm>
            <a:off x="1437438" y="199331"/>
            <a:ext cx="10583333" cy="862804"/>
          </a:xfrm>
        </p:spPr>
        <p:txBody>
          <a:bodyPr/>
          <a:lstStyle/>
          <a:p>
            <a:r>
              <a:rPr lang="en-US" dirty="0"/>
              <a:t>Fluxgates: Operating Principle and Noise</a:t>
            </a:r>
          </a:p>
        </p:txBody>
      </p:sp>
      <p:sp>
        <p:nvSpPr>
          <p:cNvPr id="3" name="Content Placeholder 2">
            <a:extLst>
              <a:ext uri="{FF2B5EF4-FFF2-40B4-BE49-F238E27FC236}">
                <a16:creationId xmlns:a16="http://schemas.microsoft.com/office/drawing/2014/main" id="{44D458BE-40D7-95E9-5A9C-0F3875A07426}"/>
              </a:ext>
            </a:extLst>
          </p:cNvPr>
          <p:cNvSpPr>
            <a:spLocks noGrp="1"/>
          </p:cNvSpPr>
          <p:nvPr>
            <p:ph idx="1"/>
          </p:nvPr>
        </p:nvSpPr>
        <p:spPr>
          <a:xfrm>
            <a:off x="137070" y="1274142"/>
            <a:ext cx="4645277" cy="5015570"/>
          </a:xfrm>
        </p:spPr>
        <p:txBody>
          <a:bodyPr>
            <a:normAutofit fontScale="92500" lnSpcReduction="20000"/>
          </a:bodyPr>
          <a:lstStyle/>
          <a:p>
            <a:r>
              <a:rPr lang="en-US" dirty="0"/>
              <a:t>Fluxgates contain a soft magnetic material</a:t>
            </a:r>
          </a:p>
          <a:p>
            <a:r>
              <a:rPr lang="en-US" dirty="0"/>
              <a:t>Magnetic domains align with external magnetic field</a:t>
            </a:r>
          </a:p>
          <a:p>
            <a:r>
              <a:rPr lang="en-US" dirty="0"/>
              <a:t>Hysteresis: Domains do not perfectly align; they lag behind the external field</a:t>
            </a:r>
          </a:p>
          <a:p>
            <a:r>
              <a:rPr lang="en-US" dirty="0"/>
              <a:t>Small hysteresis at large fields because all domains are aligned, larger at zero field</a:t>
            </a:r>
          </a:p>
          <a:p>
            <a:r>
              <a:rPr lang="en-US" dirty="0"/>
              <a:t>ECM fluxgate apply associating field at 8 kHz. </a:t>
            </a:r>
          </a:p>
          <a:p>
            <a:r>
              <a:rPr lang="en-US" dirty="0"/>
              <a:t>Hysterics loop causes a magnetic response at 16 kHz (and other multiples)</a:t>
            </a:r>
          </a:p>
          <a:p>
            <a:r>
              <a:rPr lang="en-US" dirty="0"/>
              <a:t> The 16 kHz signal depend on the strength and direction of the external field</a:t>
            </a:r>
          </a:p>
          <a:p>
            <a:r>
              <a:rPr lang="en-US" dirty="0"/>
              <a:t> The signal has some noise because domains flips have some randomness (~30 pT / Hz</a:t>
            </a:r>
            <a:r>
              <a:rPr lang="en-US" baseline="30000" dirty="0"/>
              <a:t>-1/2</a:t>
            </a:r>
            <a:r>
              <a:rPr lang="en-US" dirty="0"/>
              <a:t>)</a:t>
            </a:r>
          </a:p>
          <a:p>
            <a:endParaRPr lang="en-US" dirty="0"/>
          </a:p>
          <a:p>
            <a:endParaRPr lang="en-US" dirty="0"/>
          </a:p>
          <a:p>
            <a:pPr marL="342797" lvl="1" indent="0">
              <a:buNone/>
            </a:pPr>
            <a:endParaRPr lang="en-US" dirty="0"/>
          </a:p>
          <a:p>
            <a:endParaRPr lang="en-US" dirty="0"/>
          </a:p>
        </p:txBody>
      </p:sp>
      <p:sp>
        <p:nvSpPr>
          <p:cNvPr id="4" name="Slide Number Placeholder 3">
            <a:extLst>
              <a:ext uri="{FF2B5EF4-FFF2-40B4-BE49-F238E27FC236}">
                <a16:creationId xmlns:a16="http://schemas.microsoft.com/office/drawing/2014/main" id="{4491C5E9-3AAA-201A-F2AA-893141DB2A40}"/>
              </a:ext>
            </a:extLst>
          </p:cNvPr>
          <p:cNvSpPr>
            <a:spLocks noGrp="1"/>
          </p:cNvSpPr>
          <p:nvPr>
            <p:ph type="sldNum" sz="quarter" idx="4"/>
          </p:nvPr>
        </p:nvSpPr>
        <p:spPr/>
        <p:txBody>
          <a:bodyPr/>
          <a:lstStyle/>
          <a:p>
            <a:fld id="{4A6E37D3-C5B8-47CF-A969-131D6B6A5E01}" type="slidenum">
              <a:rPr lang="en-US" smtClean="0"/>
              <a:t>42</a:t>
            </a:fld>
            <a:endParaRPr lang="en-US" dirty="0"/>
          </a:p>
        </p:txBody>
      </p:sp>
      <p:pic>
        <p:nvPicPr>
          <p:cNvPr id="6" name="Picture 5">
            <a:extLst>
              <a:ext uri="{FF2B5EF4-FFF2-40B4-BE49-F238E27FC236}">
                <a16:creationId xmlns:a16="http://schemas.microsoft.com/office/drawing/2014/main" id="{78075E2D-3D69-0F26-45B7-471C204475C2}"/>
              </a:ext>
            </a:extLst>
          </p:cNvPr>
          <p:cNvPicPr>
            <a:picLocks noChangeAspect="1"/>
          </p:cNvPicPr>
          <p:nvPr/>
        </p:nvPicPr>
        <p:blipFill>
          <a:blip r:embed="rId2"/>
          <a:stretch>
            <a:fillRect/>
          </a:stretch>
        </p:blipFill>
        <p:spPr>
          <a:xfrm>
            <a:off x="9184696" y="2292188"/>
            <a:ext cx="2436026" cy="2273624"/>
          </a:xfrm>
          <a:prstGeom prst="rect">
            <a:avLst/>
          </a:prstGeom>
        </p:spPr>
      </p:pic>
      <p:grpSp>
        <p:nvGrpSpPr>
          <p:cNvPr id="33" name="Group 32">
            <a:extLst>
              <a:ext uri="{FF2B5EF4-FFF2-40B4-BE49-F238E27FC236}">
                <a16:creationId xmlns:a16="http://schemas.microsoft.com/office/drawing/2014/main" id="{5C5EF52D-C904-5226-F5AD-F3D4DD5EBC6A}"/>
              </a:ext>
            </a:extLst>
          </p:cNvPr>
          <p:cNvGrpSpPr/>
          <p:nvPr/>
        </p:nvGrpSpPr>
        <p:grpSpPr>
          <a:xfrm flipV="1">
            <a:off x="7817712" y="3039738"/>
            <a:ext cx="825917" cy="778524"/>
            <a:chOff x="10001384" y="1270725"/>
            <a:chExt cx="825917" cy="778524"/>
          </a:xfrm>
        </p:grpSpPr>
        <p:sp>
          <p:nvSpPr>
            <p:cNvPr id="34" name="Oval 33">
              <a:extLst>
                <a:ext uri="{FF2B5EF4-FFF2-40B4-BE49-F238E27FC236}">
                  <a16:creationId xmlns:a16="http://schemas.microsoft.com/office/drawing/2014/main" id="{A010985E-C4C8-F1D3-340E-B158CFAA8F4F}"/>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5" name="Straight Arrow Connector 34">
              <a:extLst>
                <a:ext uri="{FF2B5EF4-FFF2-40B4-BE49-F238E27FC236}">
                  <a16:creationId xmlns:a16="http://schemas.microsoft.com/office/drawing/2014/main" id="{A0B4D6F1-01D1-FC43-3EFB-CC1CF5868DCB}"/>
                </a:ext>
              </a:extLst>
            </p:cNvPr>
            <p:cNvCxnSpPr>
              <a:cxnSpLocks/>
            </p:cNvCxnSpPr>
            <p:nvPr/>
          </p:nvCxnSpPr>
          <p:spPr>
            <a:xfrm flipV="1">
              <a:off x="10444119" y="13510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E64F7BB-38FF-DFED-06F8-C7EC78C7E5DE}"/>
                </a:ext>
              </a:extLst>
            </p:cNvPr>
            <p:cNvCxnSpPr>
              <a:cxnSpLocks/>
            </p:cNvCxnSpPr>
            <p:nvPr/>
          </p:nvCxnSpPr>
          <p:spPr>
            <a:xfrm flipV="1">
              <a:off x="10596519" y="1507587"/>
              <a:ext cx="83333" cy="15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32018E91-3E2B-890A-5436-3F566BFB37CE}"/>
                </a:ext>
              </a:extLst>
            </p:cNvPr>
            <p:cNvCxnSpPr>
              <a:cxnSpLocks/>
            </p:cNvCxnSpPr>
            <p:nvPr/>
          </p:nvCxnSpPr>
          <p:spPr>
            <a:xfrm flipH="1" flipV="1">
              <a:off x="10251610" y="1500596"/>
              <a:ext cx="36121" cy="152400"/>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5D345C69-FE09-908E-7BDF-C2B1F96EDDE3}"/>
                </a:ext>
              </a:extLst>
            </p:cNvPr>
            <p:cNvCxnSpPr>
              <a:cxnSpLocks/>
            </p:cNvCxnSpPr>
            <p:nvPr/>
          </p:nvCxnSpPr>
          <p:spPr>
            <a:xfrm flipV="1">
              <a:off x="10404010" y="1652996"/>
              <a:ext cx="0" cy="156571"/>
            </a:xfrm>
            <a:prstGeom prst="straightConnector1">
              <a:avLst/>
            </a:prstGeom>
            <a:ln>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5559B8ED-CD18-CC46-1E44-E781A7E1930E}"/>
                </a:ext>
              </a:extLst>
            </p:cNvPr>
            <p:cNvCxnSpPr>
              <a:cxnSpLocks/>
            </p:cNvCxnSpPr>
            <p:nvPr/>
          </p:nvCxnSpPr>
          <p:spPr>
            <a:xfrm flipV="1">
              <a:off x="10556410" y="18053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5EDA5A4-5B75-1AD3-5F11-4348FE9D470A}"/>
                </a:ext>
              </a:extLst>
            </p:cNvPr>
            <p:cNvCxnSpPr>
              <a:cxnSpLocks/>
            </p:cNvCxnSpPr>
            <p:nvPr/>
          </p:nvCxnSpPr>
          <p:spPr>
            <a:xfrm flipH="1" flipV="1">
              <a:off x="10251610" y="1809567"/>
              <a:ext cx="36121" cy="13874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Group 45">
            <a:extLst>
              <a:ext uri="{FF2B5EF4-FFF2-40B4-BE49-F238E27FC236}">
                <a16:creationId xmlns:a16="http://schemas.microsoft.com/office/drawing/2014/main" id="{60C127E9-6B61-90E8-F4A8-9D57BE4D781C}"/>
              </a:ext>
            </a:extLst>
          </p:cNvPr>
          <p:cNvGrpSpPr/>
          <p:nvPr/>
        </p:nvGrpSpPr>
        <p:grpSpPr>
          <a:xfrm flipV="1">
            <a:off x="6582061" y="4699544"/>
            <a:ext cx="825917" cy="778524"/>
            <a:chOff x="10001384" y="1270725"/>
            <a:chExt cx="825917" cy="778524"/>
          </a:xfrm>
        </p:grpSpPr>
        <p:sp>
          <p:nvSpPr>
            <p:cNvPr id="47" name="Oval 46">
              <a:extLst>
                <a:ext uri="{FF2B5EF4-FFF2-40B4-BE49-F238E27FC236}">
                  <a16:creationId xmlns:a16="http://schemas.microsoft.com/office/drawing/2014/main" id="{0FE75F13-7934-A56B-E1B9-CEFB1D9585F7}"/>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1" name="Straight Arrow Connector 50">
              <a:extLst>
                <a:ext uri="{FF2B5EF4-FFF2-40B4-BE49-F238E27FC236}">
                  <a16:creationId xmlns:a16="http://schemas.microsoft.com/office/drawing/2014/main" id="{61773827-8242-2F30-41AD-978514BCF002}"/>
                </a:ext>
              </a:extLst>
            </p:cNvPr>
            <p:cNvCxnSpPr>
              <a:cxnSpLocks/>
            </p:cNvCxnSpPr>
            <p:nvPr/>
          </p:nvCxnSpPr>
          <p:spPr>
            <a:xfrm flipV="1">
              <a:off x="10444119" y="13510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9515985A-7B50-B0E9-EB49-7BE7287DFDF4}"/>
                </a:ext>
              </a:extLst>
            </p:cNvPr>
            <p:cNvCxnSpPr>
              <a:cxnSpLocks/>
            </p:cNvCxnSpPr>
            <p:nvPr/>
          </p:nvCxnSpPr>
          <p:spPr>
            <a:xfrm flipV="1">
              <a:off x="10596519" y="150341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59C64996-E123-4887-B502-254F2782BA65}"/>
                </a:ext>
              </a:extLst>
            </p:cNvPr>
            <p:cNvCxnSpPr>
              <a:cxnSpLocks/>
            </p:cNvCxnSpPr>
            <p:nvPr/>
          </p:nvCxnSpPr>
          <p:spPr>
            <a:xfrm flipV="1">
              <a:off x="10251610" y="15005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A6D455D6-28EF-5009-82F6-FB672143BC99}"/>
                </a:ext>
              </a:extLst>
            </p:cNvPr>
            <p:cNvCxnSpPr>
              <a:cxnSpLocks/>
            </p:cNvCxnSpPr>
            <p:nvPr/>
          </p:nvCxnSpPr>
          <p:spPr>
            <a:xfrm flipV="1">
              <a:off x="10404010" y="16529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B783CE46-8C82-3D46-C86F-CAD96B6890D3}"/>
                </a:ext>
              </a:extLst>
            </p:cNvPr>
            <p:cNvCxnSpPr>
              <a:cxnSpLocks/>
            </p:cNvCxnSpPr>
            <p:nvPr/>
          </p:nvCxnSpPr>
          <p:spPr>
            <a:xfrm flipV="1">
              <a:off x="10556410" y="18053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D3406E04-473E-5D72-9A1B-E55AF4C39581}"/>
                </a:ext>
              </a:extLst>
            </p:cNvPr>
            <p:cNvCxnSpPr>
              <a:cxnSpLocks/>
            </p:cNvCxnSpPr>
            <p:nvPr/>
          </p:nvCxnSpPr>
          <p:spPr>
            <a:xfrm flipV="1">
              <a:off x="10287731" y="1791739"/>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79" name="Group 78">
            <a:extLst>
              <a:ext uri="{FF2B5EF4-FFF2-40B4-BE49-F238E27FC236}">
                <a16:creationId xmlns:a16="http://schemas.microsoft.com/office/drawing/2014/main" id="{DB205E93-BCC4-A30E-E42E-33763764F721}"/>
              </a:ext>
            </a:extLst>
          </p:cNvPr>
          <p:cNvGrpSpPr/>
          <p:nvPr/>
        </p:nvGrpSpPr>
        <p:grpSpPr>
          <a:xfrm flipV="1">
            <a:off x="6578371" y="1569129"/>
            <a:ext cx="825917" cy="778524"/>
            <a:chOff x="10001384" y="1270725"/>
            <a:chExt cx="825917" cy="778524"/>
          </a:xfrm>
        </p:grpSpPr>
        <p:sp>
          <p:nvSpPr>
            <p:cNvPr id="80" name="Oval 79">
              <a:extLst>
                <a:ext uri="{FF2B5EF4-FFF2-40B4-BE49-F238E27FC236}">
                  <a16:creationId xmlns:a16="http://schemas.microsoft.com/office/drawing/2014/main" id="{EE3D23CD-C838-2BDE-ABFA-20C6D9B3BB76}"/>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1" name="Straight Arrow Connector 80">
              <a:extLst>
                <a:ext uri="{FF2B5EF4-FFF2-40B4-BE49-F238E27FC236}">
                  <a16:creationId xmlns:a16="http://schemas.microsoft.com/office/drawing/2014/main" id="{D49E2906-5FA3-1A65-0542-20DF5EA643E3}"/>
                </a:ext>
              </a:extLst>
            </p:cNvPr>
            <p:cNvCxnSpPr>
              <a:cxnSpLocks/>
            </p:cNvCxnSpPr>
            <p:nvPr/>
          </p:nvCxnSpPr>
          <p:spPr>
            <a:xfrm flipV="1">
              <a:off x="10444119" y="13510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a:extLst>
                <a:ext uri="{FF2B5EF4-FFF2-40B4-BE49-F238E27FC236}">
                  <a16:creationId xmlns:a16="http://schemas.microsoft.com/office/drawing/2014/main" id="{0EBB2280-859B-443D-3961-0E7A288A96B0}"/>
                </a:ext>
              </a:extLst>
            </p:cNvPr>
            <p:cNvCxnSpPr>
              <a:cxnSpLocks/>
            </p:cNvCxnSpPr>
            <p:nvPr/>
          </p:nvCxnSpPr>
          <p:spPr>
            <a:xfrm flipV="1">
              <a:off x="10596519" y="15034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51BFE643-50F8-94F5-FB61-7C0181C4BF8B}"/>
                </a:ext>
              </a:extLst>
            </p:cNvPr>
            <p:cNvCxnSpPr>
              <a:cxnSpLocks/>
            </p:cNvCxnSpPr>
            <p:nvPr/>
          </p:nvCxnSpPr>
          <p:spPr>
            <a:xfrm flipV="1">
              <a:off x="10251610" y="15005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73A8AE4-81D3-5D99-2DD4-49A59322A43E}"/>
                </a:ext>
              </a:extLst>
            </p:cNvPr>
            <p:cNvCxnSpPr>
              <a:cxnSpLocks/>
            </p:cNvCxnSpPr>
            <p:nvPr/>
          </p:nvCxnSpPr>
          <p:spPr>
            <a:xfrm flipV="1">
              <a:off x="10404010" y="16529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84">
              <a:extLst>
                <a:ext uri="{FF2B5EF4-FFF2-40B4-BE49-F238E27FC236}">
                  <a16:creationId xmlns:a16="http://schemas.microsoft.com/office/drawing/2014/main" id="{1FB01E09-3DF9-2FB5-E757-C37EA5E803EC}"/>
                </a:ext>
              </a:extLst>
            </p:cNvPr>
            <p:cNvCxnSpPr>
              <a:cxnSpLocks/>
            </p:cNvCxnSpPr>
            <p:nvPr/>
          </p:nvCxnSpPr>
          <p:spPr>
            <a:xfrm flipV="1">
              <a:off x="10556410" y="18053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Straight Arrow Connector 85">
              <a:extLst>
                <a:ext uri="{FF2B5EF4-FFF2-40B4-BE49-F238E27FC236}">
                  <a16:creationId xmlns:a16="http://schemas.microsoft.com/office/drawing/2014/main" id="{A37E78ED-3D64-8CE4-9352-8A4326E66016}"/>
                </a:ext>
              </a:extLst>
            </p:cNvPr>
            <p:cNvCxnSpPr>
              <a:cxnSpLocks/>
            </p:cNvCxnSpPr>
            <p:nvPr/>
          </p:nvCxnSpPr>
          <p:spPr>
            <a:xfrm flipV="1">
              <a:off x="10287731" y="1791739"/>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C7797DB5-3400-2EA3-F510-7BE4DF431B97}"/>
              </a:ext>
            </a:extLst>
          </p:cNvPr>
          <p:cNvGrpSpPr/>
          <p:nvPr/>
        </p:nvGrpSpPr>
        <p:grpSpPr>
          <a:xfrm flipV="1">
            <a:off x="5270083" y="3101562"/>
            <a:ext cx="825917" cy="778524"/>
            <a:chOff x="10001384" y="1270725"/>
            <a:chExt cx="825917" cy="778524"/>
          </a:xfrm>
        </p:grpSpPr>
        <p:sp>
          <p:nvSpPr>
            <p:cNvPr id="88" name="Oval 87">
              <a:extLst>
                <a:ext uri="{FF2B5EF4-FFF2-40B4-BE49-F238E27FC236}">
                  <a16:creationId xmlns:a16="http://schemas.microsoft.com/office/drawing/2014/main" id="{D41FD403-FBB9-AD79-889C-5824874CF72B}"/>
                </a:ext>
              </a:extLst>
            </p:cNvPr>
            <p:cNvSpPr/>
            <p:nvPr/>
          </p:nvSpPr>
          <p:spPr>
            <a:xfrm>
              <a:off x="10001384" y="1270725"/>
              <a:ext cx="825917" cy="778524"/>
            </a:xfrm>
            <a:prstGeom prst="ellipse">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9" name="Straight Arrow Connector 88">
              <a:extLst>
                <a:ext uri="{FF2B5EF4-FFF2-40B4-BE49-F238E27FC236}">
                  <a16:creationId xmlns:a16="http://schemas.microsoft.com/office/drawing/2014/main" id="{1EFA7391-1183-F247-A074-68E0C8F5F629}"/>
                </a:ext>
              </a:extLst>
            </p:cNvPr>
            <p:cNvCxnSpPr>
              <a:cxnSpLocks/>
            </p:cNvCxnSpPr>
            <p:nvPr/>
          </p:nvCxnSpPr>
          <p:spPr>
            <a:xfrm flipV="1">
              <a:off x="10444119" y="135101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1BF1AB7B-C007-70EB-D048-4DE7E1F84DA7}"/>
                </a:ext>
              </a:extLst>
            </p:cNvPr>
            <p:cNvCxnSpPr>
              <a:cxnSpLocks/>
            </p:cNvCxnSpPr>
            <p:nvPr/>
          </p:nvCxnSpPr>
          <p:spPr>
            <a:xfrm flipH="1" flipV="1">
              <a:off x="10596519" y="1503416"/>
              <a:ext cx="100576"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Straight Arrow Connector 90">
              <a:extLst>
                <a:ext uri="{FF2B5EF4-FFF2-40B4-BE49-F238E27FC236}">
                  <a16:creationId xmlns:a16="http://schemas.microsoft.com/office/drawing/2014/main" id="{959EA7A2-7F2C-708F-3115-BD200B403FD4}"/>
                </a:ext>
              </a:extLst>
            </p:cNvPr>
            <p:cNvCxnSpPr>
              <a:cxnSpLocks/>
            </p:cNvCxnSpPr>
            <p:nvPr/>
          </p:nvCxnSpPr>
          <p:spPr>
            <a:xfrm flipV="1">
              <a:off x="10251610" y="1500596"/>
              <a:ext cx="0" cy="1565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F635BD83-57FD-7535-B7E7-3C13EC1636EE}"/>
                </a:ext>
              </a:extLst>
            </p:cNvPr>
            <p:cNvCxnSpPr>
              <a:cxnSpLocks/>
            </p:cNvCxnSpPr>
            <p:nvPr/>
          </p:nvCxnSpPr>
          <p:spPr>
            <a:xfrm flipV="1">
              <a:off x="10404010" y="1659987"/>
              <a:ext cx="40109" cy="1495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3" name="Straight Arrow Connector 92">
              <a:extLst>
                <a:ext uri="{FF2B5EF4-FFF2-40B4-BE49-F238E27FC236}">
                  <a16:creationId xmlns:a16="http://schemas.microsoft.com/office/drawing/2014/main" id="{FDA75807-6987-A21E-6068-006B593FDAAC}"/>
                </a:ext>
              </a:extLst>
            </p:cNvPr>
            <p:cNvCxnSpPr>
              <a:cxnSpLocks/>
            </p:cNvCxnSpPr>
            <p:nvPr/>
          </p:nvCxnSpPr>
          <p:spPr>
            <a:xfrm flipV="1">
              <a:off x="10556410" y="1805396"/>
              <a:ext cx="0" cy="156571"/>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9BB15D56-05E9-BE13-B131-64EE3211BA2E}"/>
                </a:ext>
              </a:extLst>
            </p:cNvPr>
            <p:cNvCxnSpPr>
              <a:cxnSpLocks/>
            </p:cNvCxnSpPr>
            <p:nvPr/>
          </p:nvCxnSpPr>
          <p:spPr>
            <a:xfrm flipV="1">
              <a:off x="10251610" y="1791739"/>
              <a:ext cx="36121" cy="170228"/>
            </a:xfrm>
            <a:prstGeom prst="straightConnector1">
              <a:avLst/>
            </a:prstGeom>
            <a:ln>
              <a:solidFill>
                <a:srgbClr val="0070C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01" name="Arrow: Right 100">
            <a:extLst>
              <a:ext uri="{FF2B5EF4-FFF2-40B4-BE49-F238E27FC236}">
                <a16:creationId xmlns:a16="http://schemas.microsoft.com/office/drawing/2014/main" id="{A9B05B44-828E-8A6E-684A-3EFE7E96FA18}"/>
              </a:ext>
            </a:extLst>
          </p:cNvPr>
          <p:cNvSpPr/>
          <p:nvPr/>
        </p:nvSpPr>
        <p:spPr>
          <a:xfrm rot="7839999">
            <a:off x="6290546" y="2373276"/>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Arrow: Right 101">
            <a:extLst>
              <a:ext uri="{FF2B5EF4-FFF2-40B4-BE49-F238E27FC236}">
                <a16:creationId xmlns:a16="http://schemas.microsoft.com/office/drawing/2014/main" id="{832B475D-56E8-FBFE-A5D2-C0FF5F8AA7D2}"/>
              </a:ext>
            </a:extLst>
          </p:cNvPr>
          <p:cNvSpPr/>
          <p:nvPr/>
        </p:nvSpPr>
        <p:spPr>
          <a:xfrm rot="2146738">
            <a:off x="6318960" y="4007292"/>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 name="Arrow: Right 102">
            <a:extLst>
              <a:ext uri="{FF2B5EF4-FFF2-40B4-BE49-F238E27FC236}">
                <a16:creationId xmlns:a16="http://schemas.microsoft.com/office/drawing/2014/main" id="{D52448B8-FD3D-5F4B-F4E1-A97EE222AD91}"/>
              </a:ext>
            </a:extLst>
          </p:cNvPr>
          <p:cNvSpPr/>
          <p:nvPr/>
        </p:nvSpPr>
        <p:spPr>
          <a:xfrm rot="18635847">
            <a:off x="7314761" y="4042520"/>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 name="Arrow: Right 103">
            <a:extLst>
              <a:ext uri="{FF2B5EF4-FFF2-40B4-BE49-F238E27FC236}">
                <a16:creationId xmlns:a16="http://schemas.microsoft.com/office/drawing/2014/main" id="{004D3D8E-4D74-81A4-4E52-A8C52B776A00}"/>
              </a:ext>
            </a:extLst>
          </p:cNvPr>
          <p:cNvSpPr/>
          <p:nvPr/>
        </p:nvSpPr>
        <p:spPr>
          <a:xfrm rot="12952359">
            <a:off x="7446930" y="2376831"/>
            <a:ext cx="233734" cy="221421"/>
          </a:xfrm>
          <a:prstGeom prst="rightArrow">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13" name="Group 112">
            <a:extLst>
              <a:ext uri="{FF2B5EF4-FFF2-40B4-BE49-F238E27FC236}">
                <a16:creationId xmlns:a16="http://schemas.microsoft.com/office/drawing/2014/main" id="{CD79B4A7-1C35-99B6-91E6-12F6341B9220}"/>
              </a:ext>
            </a:extLst>
          </p:cNvPr>
          <p:cNvGrpSpPr/>
          <p:nvPr/>
        </p:nvGrpSpPr>
        <p:grpSpPr>
          <a:xfrm>
            <a:off x="6726186" y="1239828"/>
            <a:ext cx="465190" cy="252584"/>
            <a:chOff x="10275808" y="1197747"/>
            <a:chExt cx="465190" cy="339684"/>
          </a:xfrm>
        </p:grpSpPr>
        <p:cxnSp>
          <p:nvCxnSpPr>
            <p:cNvPr id="106" name="Straight Arrow Connector 105">
              <a:extLst>
                <a:ext uri="{FF2B5EF4-FFF2-40B4-BE49-F238E27FC236}">
                  <a16:creationId xmlns:a16="http://schemas.microsoft.com/office/drawing/2014/main" id="{FD486635-34F3-A29C-416C-D659CE05A377}"/>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D639CD74-D509-40BE-61F4-39CB6DCE03E3}"/>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8" name="Straight Arrow Connector 107">
              <a:extLst>
                <a:ext uri="{FF2B5EF4-FFF2-40B4-BE49-F238E27FC236}">
                  <a16:creationId xmlns:a16="http://schemas.microsoft.com/office/drawing/2014/main" id="{F93C5204-F3C7-9FB9-E9C1-1582860FE135}"/>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4" name="Group 113">
            <a:extLst>
              <a:ext uri="{FF2B5EF4-FFF2-40B4-BE49-F238E27FC236}">
                <a16:creationId xmlns:a16="http://schemas.microsoft.com/office/drawing/2014/main" id="{010859BF-3C57-852C-0996-5FE484A04BB1}"/>
              </a:ext>
            </a:extLst>
          </p:cNvPr>
          <p:cNvGrpSpPr/>
          <p:nvPr/>
        </p:nvGrpSpPr>
        <p:grpSpPr>
          <a:xfrm>
            <a:off x="6750926" y="2468984"/>
            <a:ext cx="465190" cy="252584"/>
            <a:chOff x="10275808" y="1197747"/>
            <a:chExt cx="465190" cy="339684"/>
          </a:xfrm>
        </p:grpSpPr>
        <p:cxnSp>
          <p:nvCxnSpPr>
            <p:cNvPr id="115" name="Straight Arrow Connector 114">
              <a:extLst>
                <a:ext uri="{FF2B5EF4-FFF2-40B4-BE49-F238E27FC236}">
                  <a16:creationId xmlns:a16="http://schemas.microsoft.com/office/drawing/2014/main" id="{15B5B75D-E279-2324-C02A-4105EB57B9AD}"/>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764348A9-74B7-053B-EF5A-AE7B8BBEF168}"/>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Straight Arrow Connector 116">
              <a:extLst>
                <a:ext uri="{FF2B5EF4-FFF2-40B4-BE49-F238E27FC236}">
                  <a16:creationId xmlns:a16="http://schemas.microsoft.com/office/drawing/2014/main" id="{4A769F94-CFA6-7EE8-FA1E-37E961CC1527}"/>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8" name="Group 117">
            <a:extLst>
              <a:ext uri="{FF2B5EF4-FFF2-40B4-BE49-F238E27FC236}">
                <a16:creationId xmlns:a16="http://schemas.microsoft.com/office/drawing/2014/main" id="{4A118A4C-A6FE-43E7-5356-9EE8F6237AD0}"/>
              </a:ext>
            </a:extLst>
          </p:cNvPr>
          <p:cNvGrpSpPr/>
          <p:nvPr/>
        </p:nvGrpSpPr>
        <p:grpSpPr>
          <a:xfrm rot="10800000">
            <a:off x="6810353" y="5503205"/>
            <a:ext cx="465190" cy="252584"/>
            <a:chOff x="10275808" y="1197747"/>
            <a:chExt cx="465190" cy="339684"/>
          </a:xfrm>
        </p:grpSpPr>
        <p:cxnSp>
          <p:nvCxnSpPr>
            <p:cNvPr id="119" name="Straight Arrow Connector 118">
              <a:extLst>
                <a:ext uri="{FF2B5EF4-FFF2-40B4-BE49-F238E27FC236}">
                  <a16:creationId xmlns:a16="http://schemas.microsoft.com/office/drawing/2014/main" id="{79EDF737-13DE-7723-B76E-599039F86427}"/>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041159A8-7814-2F8F-756A-DC98A8EC59E5}"/>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4BD29336-97BC-CAEB-8394-D6B74626877D}"/>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22" name="Group 121">
            <a:extLst>
              <a:ext uri="{FF2B5EF4-FFF2-40B4-BE49-F238E27FC236}">
                <a16:creationId xmlns:a16="http://schemas.microsoft.com/office/drawing/2014/main" id="{7A8E18F5-768B-6818-7D9E-66FFCABDA18F}"/>
              </a:ext>
            </a:extLst>
          </p:cNvPr>
          <p:cNvGrpSpPr/>
          <p:nvPr/>
        </p:nvGrpSpPr>
        <p:grpSpPr>
          <a:xfrm rot="10800000">
            <a:off x="6785703" y="4360804"/>
            <a:ext cx="465190" cy="252584"/>
            <a:chOff x="10275808" y="1197747"/>
            <a:chExt cx="465190" cy="339684"/>
          </a:xfrm>
        </p:grpSpPr>
        <p:cxnSp>
          <p:nvCxnSpPr>
            <p:cNvPr id="123" name="Straight Arrow Connector 122">
              <a:extLst>
                <a:ext uri="{FF2B5EF4-FFF2-40B4-BE49-F238E27FC236}">
                  <a16:creationId xmlns:a16="http://schemas.microsoft.com/office/drawing/2014/main" id="{B717BA02-62E4-D39B-D693-6DA5A59056D7}"/>
                </a:ext>
              </a:extLst>
            </p:cNvPr>
            <p:cNvCxnSpPr>
              <a:cxnSpLocks/>
            </p:cNvCxnSpPr>
            <p:nvPr/>
          </p:nvCxnSpPr>
          <p:spPr>
            <a:xfrm flipV="1">
              <a:off x="1027580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32EBEB08-6C9B-C4FD-F03D-34A874046C94}"/>
                </a:ext>
              </a:extLst>
            </p:cNvPr>
            <p:cNvCxnSpPr>
              <a:cxnSpLocks/>
            </p:cNvCxnSpPr>
            <p:nvPr/>
          </p:nvCxnSpPr>
          <p:spPr>
            <a:xfrm flipV="1">
              <a:off x="10508403"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Straight Arrow Connector 124">
              <a:extLst>
                <a:ext uri="{FF2B5EF4-FFF2-40B4-BE49-F238E27FC236}">
                  <a16:creationId xmlns:a16="http://schemas.microsoft.com/office/drawing/2014/main" id="{D3B3B399-DE12-6963-EAAD-4D2B3903D1B8}"/>
                </a:ext>
              </a:extLst>
            </p:cNvPr>
            <p:cNvCxnSpPr>
              <a:cxnSpLocks/>
            </p:cNvCxnSpPr>
            <p:nvPr/>
          </p:nvCxnSpPr>
          <p:spPr>
            <a:xfrm flipV="1">
              <a:off x="10740998" y="1197747"/>
              <a:ext cx="0" cy="33968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26" name="TextBox 125">
            <a:extLst>
              <a:ext uri="{FF2B5EF4-FFF2-40B4-BE49-F238E27FC236}">
                <a16:creationId xmlns:a16="http://schemas.microsoft.com/office/drawing/2014/main" id="{08289930-05DD-28AC-F338-E097869221A2}"/>
              </a:ext>
            </a:extLst>
          </p:cNvPr>
          <p:cNvSpPr txBox="1"/>
          <p:nvPr/>
        </p:nvSpPr>
        <p:spPr>
          <a:xfrm>
            <a:off x="7371580" y="1131900"/>
            <a:ext cx="1124600" cy="923330"/>
          </a:xfrm>
          <a:prstGeom prst="rect">
            <a:avLst/>
          </a:prstGeom>
          <a:noFill/>
        </p:spPr>
        <p:txBody>
          <a:bodyPr wrap="square" rtlCol="0">
            <a:spAutoFit/>
          </a:bodyPr>
          <a:lstStyle/>
          <a:p>
            <a:r>
              <a:rPr lang="en-US" dirty="0"/>
              <a:t>Strong Magnetic field</a:t>
            </a:r>
          </a:p>
        </p:txBody>
      </p:sp>
      <p:sp>
        <p:nvSpPr>
          <p:cNvPr id="127" name="TextBox 126">
            <a:extLst>
              <a:ext uri="{FF2B5EF4-FFF2-40B4-BE49-F238E27FC236}">
                <a16:creationId xmlns:a16="http://schemas.microsoft.com/office/drawing/2014/main" id="{1377B733-F4BF-48FA-6DDF-C83FE2F69D9F}"/>
              </a:ext>
            </a:extLst>
          </p:cNvPr>
          <p:cNvSpPr txBox="1"/>
          <p:nvPr/>
        </p:nvSpPr>
        <p:spPr>
          <a:xfrm>
            <a:off x="7572238" y="4832460"/>
            <a:ext cx="1124600" cy="1200329"/>
          </a:xfrm>
          <a:prstGeom prst="rect">
            <a:avLst/>
          </a:prstGeom>
          <a:noFill/>
        </p:spPr>
        <p:txBody>
          <a:bodyPr wrap="square" rtlCol="0">
            <a:spAutoFit/>
          </a:bodyPr>
          <a:lstStyle/>
          <a:p>
            <a:r>
              <a:rPr lang="en-US" dirty="0"/>
              <a:t>Reversed Strong </a:t>
            </a:r>
          </a:p>
          <a:p>
            <a:r>
              <a:rPr lang="en-US" dirty="0"/>
              <a:t>Magnetic field</a:t>
            </a:r>
          </a:p>
        </p:txBody>
      </p:sp>
      <p:sp>
        <p:nvSpPr>
          <p:cNvPr id="128" name="TextBox 127">
            <a:extLst>
              <a:ext uri="{FF2B5EF4-FFF2-40B4-BE49-F238E27FC236}">
                <a16:creationId xmlns:a16="http://schemas.microsoft.com/office/drawing/2014/main" id="{0F568128-9C50-58B7-A7A3-700FF74CC574}"/>
              </a:ext>
            </a:extLst>
          </p:cNvPr>
          <p:cNvSpPr txBox="1"/>
          <p:nvPr/>
        </p:nvSpPr>
        <p:spPr>
          <a:xfrm>
            <a:off x="6348997" y="3068175"/>
            <a:ext cx="1325542" cy="646331"/>
          </a:xfrm>
          <a:prstGeom prst="rect">
            <a:avLst/>
          </a:prstGeom>
          <a:noFill/>
        </p:spPr>
        <p:txBody>
          <a:bodyPr wrap="square" rtlCol="0">
            <a:spAutoFit/>
          </a:bodyPr>
          <a:lstStyle/>
          <a:p>
            <a:r>
              <a:rPr lang="en-US" dirty="0"/>
              <a:t>No external field</a:t>
            </a:r>
          </a:p>
        </p:txBody>
      </p:sp>
      <p:sp>
        <p:nvSpPr>
          <p:cNvPr id="7" name="TextBox 6">
            <a:extLst>
              <a:ext uri="{FF2B5EF4-FFF2-40B4-BE49-F238E27FC236}">
                <a16:creationId xmlns:a16="http://schemas.microsoft.com/office/drawing/2014/main" id="{BCB77122-EE62-47E1-3EDD-229B43498C79}"/>
              </a:ext>
            </a:extLst>
          </p:cNvPr>
          <p:cNvSpPr txBox="1"/>
          <p:nvPr/>
        </p:nvSpPr>
        <p:spPr>
          <a:xfrm>
            <a:off x="5548697" y="2002555"/>
            <a:ext cx="1224474" cy="646331"/>
          </a:xfrm>
          <a:prstGeom prst="rect">
            <a:avLst/>
          </a:prstGeom>
          <a:noFill/>
        </p:spPr>
        <p:txBody>
          <a:bodyPr wrap="square" rtlCol="0">
            <a:spAutoFit/>
          </a:bodyPr>
          <a:lstStyle/>
          <a:p>
            <a:r>
              <a:rPr lang="en-US" dirty="0"/>
              <a:t>8 kHz</a:t>
            </a:r>
          </a:p>
          <a:p>
            <a:r>
              <a:rPr lang="en-US" dirty="0"/>
              <a:t>Cycle</a:t>
            </a:r>
          </a:p>
        </p:txBody>
      </p:sp>
      <p:cxnSp>
        <p:nvCxnSpPr>
          <p:cNvPr id="16" name="Straight Arrow Connector 15">
            <a:extLst>
              <a:ext uri="{FF2B5EF4-FFF2-40B4-BE49-F238E27FC236}">
                <a16:creationId xmlns:a16="http://schemas.microsoft.com/office/drawing/2014/main" id="{4F13C4FB-186B-B7AF-FFFE-858EEEFF67FD}"/>
              </a:ext>
            </a:extLst>
          </p:cNvPr>
          <p:cNvCxnSpPr>
            <a:cxnSpLocks/>
          </p:cNvCxnSpPr>
          <p:nvPr/>
        </p:nvCxnSpPr>
        <p:spPr>
          <a:xfrm>
            <a:off x="7666198" y="1929768"/>
            <a:ext cx="3510788" cy="417885"/>
          </a:xfrm>
          <a:prstGeom prst="straightConnector1">
            <a:avLst/>
          </a:prstGeom>
          <a:ln w="3810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9F4FAA2D-376D-C7F4-DB03-B59740142721}"/>
              </a:ext>
            </a:extLst>
          </p:cNvPr>
          <p:cNvCxnSpPr>
            <a:cxnSpLocks/>
          </p:cNvCxnSpPr>
          <p:nvPr/>
        </p:nvCxnSpPr>
        <p:spPr>
          <a:xfrm flipV="1">
            <a:off x="7356427" y="4314443"/>
            <a:ext cx="1790635" cy="642611"/>
          </a:xfrm>
          <a:prstGeom prst="straightConnector1">
            <a:avLst/>
          </a:prstGeom>
          <a:ln w="38100">
            <a:solidFill>
              <a:schemeClr val="tx2">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E6B12DE2-060F-09DA-45A5-FF6F04D41399}"/>
              </a:ext>
            </a:extLst>
          </p:cNvPr>
          <p:cNvSpPr txBox="1"/>
          <p:nvPr/>
        </p:nvSpPr>
        <p:spPr>
          <a:xfrm>
            <a:off x="9340118" y="1589059"/>
            <a:ext cx="2714811" cy="369332"/>
          </a:xfrm>
          <a:prstGeom prst="rect">
            <a:avLst/>
          </a:prstGeom>
          <a:noFill/>
        </p:spPr>
        <p:txBody>
          <a:bodyPr wrap="square" rtlCol="0">
            <a:spAutoFit/>
          </a:bodyPr>
          <a:lstStyle/>
          <a:p>
            <a:r>
              <a:rPr lang="en-US" dirty="0"/>
              <a:t>Magnetization Curve</a:t>
            </a:r>
          </a:p>
        </p:txBody>
      </p:sp>
      <p:cxnSp>
        <p:nvCxnSpPr>
          <p:cNvPr id="17" name="Straight Arrow Connector 16">
            <a:extLst>
              <a:ext uri="{FF2B5EF4-FFF2-40B4-BE49-F238E27FC236}">
                <a16:creationId xmlns:a16="http://schemas.microsoft.com/office/drawing/2014/main" id="{C424A361-FAFF-E7FE-5BD0-DF7189EC5ED8}"/>
              </a:ext>
            </a:extLst>
          </p:cNvPr>
          <p:cNvCxnSpPr>
            <a:cxnSpLocks/>
            <a:stCxn id="20" idx="0"/>
          </p:cNvCxnSpPr>
          <p:nvPr/>
        </p:nvCxnSpPr>
        <p:spPr>
          <a:xfrm flipV="1">
            <a:off x="5557485" y="3959858"/>
            <a:ext cx="155333" cy="4377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70DF9BE-3898-B995-8641-A77393F6DD45}"/>
              </a:ext>
            </a:extLst>
          </p:cNvPr>
          <p:cNvSpPr txBox="1"/>
          <p:nvPr/>
        </p:nvSpPr>
        <p:spPr>
          <a:xfrm>
            <a:off x="4890980" y="4397564"/>
            <a:ext cx="1333010" cy="1477328"/>
          </a:xfrm>
          <a:prstGeom prst="rect">
            <a:avLst/>
          </a:prstGeom>
          <a:noFill/>
        </p:spPr>
        <p:txBody>
          <a:bodyPr wrap="square" rtlCol="0">
            <a:spAutoFit/>
          </a:bodyPr>
          <a:lstStyle/>
          <a:p>
            <a:r>
              <a:rPr lang="en-US" dirty="0">
                <a:solidFill>
                  <a:schemeClr val="accent2">
                    <a:lumMod val="75000"/>
                  </a:schemeClr>
                </a:solidFill>
              </a:rPr>
              <a:t>Intrinsic noise due to magnetic domain realignment</a:t>
            </a:r>
          </a:p>
        </p:txBody>
      </p:sp>
      <p:sp>
        <p:nvSpPr>
          <p:cNvPr id="5" name="TextBox 4">
            <a:extLst>
              <a:ext uri="{FF2B5EF4-FFF2-40B4-BE49-F238E27FC236}">
                <a16:creationId xmlns:a16="http://schemas.microsoft.com/office/drawing/2014/main" id="{79C7049B-E022-C564-66AE-65C15EFE1391}"/>
              </a:ext>
            </a:extLst>
          </p:cNvPr>
          <p:cNvSpPr txBox="1"/>
          <p:nvPr/>
        </p:nvSpPr>
        <p:spPr>
          <a:xfrm>
            <a:off x="5732872" y="1418999"/>
            <a:ext cx="869936" cy="461665"/>
          </a:xfrm>
          <a:prstGeom prst="rect">
            <a:avLst/>
          </a:prstGeom>
          <a:noFill/>
          <a:ln>
            <a:noFill/>
          </a:ln>
        </p:spPr>
        <p:txBody>
          <a:bodyPr wrap="square" rtlCol="0">
            <a:spAutoFit/>
          </a:bodyPr>
          <a:lstStyle/>
          <a:p>
            <a:r>
              <a:rPr lang="en-US" sz="1200" dirty="0">
                <a:solidFill>
                  <a:srgbClr val="0070C0"/>
                </a:solidFill>
              </a:rPr>
              <a:t>(magnetic </a:t>
            </a:r>
          </a:p>
          <a:p>
            <a:r>
              <a:rPr lang="en-US" sz="1200" dirty="0">
                <a:solidFill>
                  <a:srgbClr val="0070C0"/>
                </a:solidFill>
              </a:rPr>
              <a:t>domains)</a:t>
            </a:r>
          </a:p>
        </p:txBody>
      </p:sp>
    </p:spTree>
    <p:extLst>
      <p:ext uri="{BB962C8B-B14F-4D97-AF65-F5344CB8AC3E}">
        <p14:creationId xmlns:p14="http://schemas.microsoft.com/office/powerpoint/2010/main" val="3262624437"/>
      </p:ext>
    </p:extLst>
  </p:cSld>
  <p:clrMapOvr>
    <a:masterClrMapping/>
  </p:clrMapOvr>
  <p:transition spd="slow">
    <p:fade thruBlk="1"/>
  </p:transition>
</p:sld>
</file>

<file path=ppt/theme/theme1.xml><?xml version="1.0" encoding="utf-8"?>
<a:theme xmlns:a="http://schemas.openxmlformats.org/drawingml/2006/main" name="ECM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CM THEME" id="{A8AADE5F-586A-45E7-B7B3-AF17CDF94588}" vid="{6AA6EAAE-DED5-4B06-BD01-04E179320D5B}"/>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ECM THEME</Template>
  <TotalTime>135709</TotalTime>
  <Words>3424</Words>
  <Application>Microsoft Office PowerPoint</Application>
  <PresentationFormat>Widescreen</PresentationFormat>
  <Paragraphs>492</Paragraphs>
  <Slides>42</Slides>
  <Notes>5</Notes>
  <HiddenSlides>1</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42</vt:i4>
      </vt:variant>
    </vt:vector>
  </HeadingPairs>
  <TitlesOfParts>
    <vt:vector size="53" baseType="lpstr">
      <vt:lpstr>Arial</vt:lpstr>
      <vt:lpstr>Calibri</vt:lpstr>
      <vt:lpstr>Calibri Light</vt:lpstr>
      <vt:lpstr>Google Sans</vt:lpstr>
      <vt:lpstr>Helvetica Neue</vt:lpstr>
      <vt:lpstr>Helvetica Neue Light</vt:lpstr>
      <vt:lpstr>Helvetica Neue Thin</vt:lpstr>
      <vt:lpstr>Roboto-Light</vt:lpstr>
      <vt:lpstr>Times-Italic</vt:lpstr>
      <vt:lpstr>ECM THEME</vt:lpstr>
      <vt:lpstr>Custom Design</vt:lpstr>
      <vt:lpstr>Gradiometers for Planetary Science</vt:lpstr>
      <vt:lpstr>Jupiter Is a Huge Rotating Magnet</vt:lpstr>
      <vt:lpstr>Look for magnetic signals on water worlds </vt:lpstr>
      <vt:lpstr>Convection and Geology</vt:lpstr>
      <vt:lpstr>New Asteroid Science: </vt:lpstr>
      <vt:lpstr>Uranus system</vt:lpstr>
      <vt:lpstr>Idea: low gradient fields induce high gradient response </vt:lpstr>
      <vt:lpstr>Measure Magnetic Gradients from Orbit</vt:lpstr>
      <vt:lpstr>Why Use Magnetic Gradiometer?</vt:lpstr>
      <vt:lpstr>Solar Wind Magnetic Noise</vt:lpstr>
      <vt:lpstr>Filtering by Gradiometer</vt:lpstr>
      <vt:lpstr>Modeling of Gradients</vt:lpstr>
      <vt:lpstr>Magnetic Field Model</vt:lpstr>
      <vt:lpstr>Approach to Modeling</vt:lpstr>
      <vt:lpstr>Calculations in Harmonic Space and Visualizations on Sphere</vt:lpstr>
      <vt:lpstr>Multiple Conductivity Spatial Harmonics </vt:lpstr>
      <vt:lpstr>Magnetometer Requirements</vt:lpstr>
      <vt:lpstr>SQUID Technology</vt:lpstr>
      <vt:lpstr>Implementation on a spacecraft</vt:lpstr>
      <vt:lpstr>Fluxgate Technology</vt:lpstr>
      <vt:lpstr>Gradiometer Implementations </vt:lpstr>
      <vt:lpstr>Conclusions</vt:lpstr>
      <vt:lpstr>Back Up Slides</vt:lpstr>
      <vt:lpstr>Orbital Properties</vt:lpstr>
      <vt:lpstr>Europa’s Response to Jupiter Field as Seen by Galileo</vt:lpstr>
      <vt:lpstr>Conductors Respond to Magnetic Fields</vt:lpstr>
      <vt:lpstr>About the ECM Fluxgates</vt:lpstr>
      <vt:lpstr>Heliopause measurement </vt:lpstr>
      <vt:lpstr>Europa Clipper Magnetometer Measurements</vt:lpstr>
      <vt:lpstr>Issue 2: Spacecraft noise </vt:lpstr>
      <vt:lpstr>Issue 3: Low Temperature Operation</vt:lpstr>
      <vt:lpstr>Issue 4. Tolerance to Noisy Environments</vt:lpstr>
      <vt:lpstr>Solar Wind model</vt:lpstr>
      <vt:lpstr>Asteroids– Ceres model</vt:lpstr>
      <vt:lpstr>Detecting Subs</vt:lpstr>
      <vt:lpstr>Meteor Search</vt:lpstr>
      <vt:lpstr>Buried Meteors</vt:lpstr>
      <vt:lpstr>Junk?</vt:lpstr>
      <vt:lpstr>Follow Up Mission: Europa Clipper</vt:lpstr>
      <vt:lpstr>Science Beyond Fluxgate Technology</vt:lpstr>
      <vt:lpstr>Numerical Model of Solar Wind Magnetic Noise</vt:lpstr>
      <vt:lpstr>Fluxgates: Operating Principle and Noise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Nelson, Emma J (353K-Affiliate)</dc:creator>
  <cp:lastModifiedBy>Lindeman, Mark A (US 365H)</cp:lastModifiedBy>
  <cp:revision>1713</cp:revision>
  <dcterms:created xsi:type="dcterms:W3CDTF">2020-11-18T18:52:32Z</dcterms:created>
  <dcterms:modified xsi:type="dcterms:W3CDTF">2026-02-20T20:40:37Z</dcterms:modified>
</cp:coreProperties>
</file>